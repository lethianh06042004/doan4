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86" r:id="rId2"/>
    <p:sldId id="454" r:id="rId3"/>
    <p:sldId id="455" r:id="rId4"/>
    <p:sldId id="323" r:id="rId5"/>
    <p:sldId id="463" r:id="rId6"/>
    <p:sldId id="456" r:id="rId7"/>
    <p:sldId id="329" r:id="rId8"/>
    <p:sldId id="464" r:id="rId9"/>
    <p:sldId id="465" r:id="rId10"/>
    <p:sldId id="460" r:id="rId11"/>
    <p:sldId id="326" r:id="rId12"/>
    <p:sldId id="327" r:id="rId13"/>
    <p:sldId id="458" r:id="rId14"/>
    <p:sldId id="459" r:id="rId15"/>
    <p:sldId id="331" r:id="rId16"/>
    <p:sldId id="457" r:id="rId17"/>
    <p:sldId id="356" r:id="rId18"/>
    <p:sldId id="461" r:id="rId19"/>
    <p:sldId id="462" r:id="rId20"/>
    <p:sldId id="357" r:id="rId21"/>
    <p:sldId id="368" r:id="rId22"/>
    <p:sldId id="297" r:id="rId23"/>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59"/>
    <a:srgbClr val="2596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BFB2C2-463B-4D39-9617-1E9D3D066AF9}" v="444" dt="2026-04-02T00:52:59.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97" autoAdjust="0"/>
  </p:normalViewPr>
  <p:slideViewPr>
    <p:cSldViewPr snapToGrid="0" showGuides="1">
      <p:cViewPr varScale="1">
        <p:scale>
          <a:sx n="83" d="100"/>
          <a:sy n="83" d="100"/>
        </p:scale>
        <p:origin x="686" y="77"/>
      </p:cViewPr>
      <p:guideLst>
        <p:guide orient="horz" pos="2160"/>
        <p:guide pos="3870"/>
      </p:guideLst>
    </p:cSldViewPr>
  </p:slideViewPr>
  <p:notesTextViewPr>
    <p:cViewPr>
      <p:scale>
        <a:sx n="1" d="1"/>
        <a:sy n="1" d="1"/>
      </p:scale>
      <p:origin x="0" y="0"/>
    </p:cViewPr>
  </p:notesTextViewPr>
  <p:notesViewPr>
    <p:cSldViewPr snapToGrid="0">
      <p:cViewPr varScale="1">
        <p:scale>
          <a:sx n="60" d="100"/>
          <a:sy n="60" d="100"/>
        </p:scale>
        <p:origin x="327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ê Ngọc Lành" userId="8e0c50ca425b090c" providerId="LiveId" clId="{3598AC43-F96F-4B7B-9753-863815C9274C}"/>
    <pc:docChg chg="undo custSel addSld delSld modSld sldOrd">
      <pc:chgData name="Lê Ngọc Lành" userId="8e0c50ca425b090c" providerId="LiveId" clId="{3598AC43-F96F-4B7B-9753-863815C9274C}" dt="2026-04-02T01:09:12.976" v="3082" actId="20577"/>
      <pc:docMkLst>
        <pc:docMk/>
      </pc:docMkLst>
      <pc:sldChg chg="modSp mod">
        <pc:chgData name="Lê Ngọc Lành" userId="8e0c50ca425b090c" providerId="LiveId" clId="{3598AC43-F96F-4B7B-9753-863815C9274C}" dt="2026-04-01T01:10:47.461" v="535" actId="113"/>
        <pc:sldMkLst>
          <pc:docMk/>
          <pc:sldMk cId="0" sldId="286"/>
        </pc:sldMkLst>
        <pc:spChg chg="mod">
          <ac:chgData name="Lê Ngọc Lành" userId="8e0c50ca425b090c" providerId="LiveId" clId="{3598AC43-F96F-4B7B-9753-863815C9274C}" dt="2026-03-31T07:47:04.704" v="1" actId="255"/>
          <ac:spMkLst>
            <pc:docMk/>
            <pc:sldMk cId="0" sldId="286"/>
            <ac:spMk id="2" creationId="{00000000-0000-0000-0000-000000000000}"/>
          </ac:spMkLst>
        </pc:spChg>
        <pc:spChg chg="mod">
          <ac:chgData name="Lê Ngọc Lành" userId="8e0c50ca425b090c" providerId="LiveId" clId="{3598AC43-F96F-4B7B-9753-863815C9274C}" dt="2026-04-01T01:10:47.461" v="535" actId="113"/>
          <ac:spMkLst>
            <pc:docMk/>
            <pc:sldMk cId="0" sldId="286"/>
            <ac:spMk id="3" creationId="{00000000-0000-0000-0000-000000000000}"/>
          </ac:spMkLst>
        </pc:spChg>
      </pc:sldChg>
      <pc:sldChg chg="modSp modAnim">
        <pc:chgData name="Lê Ngọc Lành" userId="8e0c50ca425b090c" providerId="LiveId" clId="{3598AC43-F96F-4B7B-9753-863815C9274C}" dt="2026-03-31T07:48:04.023" v="70"/>
        <pc:sldMkLst>
          <pc:docMk/>
          <pc:sldMk cId="0" sldId="311"/>
        </pc:sldMkLst>
        <pc:spChg chg="mod">
          <ac:chgData name="Lê Ngọc Lành" userId="8e0c50ca425b090c" providerId="LiveId" clId="{3598AC43-F96F-4B7B-9753-863815C9274C}" dt="2026-03-31T07:47:54.875" v="69" actId="11"/>
          <ac:spMkLst>
            <pc:docMk/>
            <pc:sldMk cId="0" sldId="311"/>
            <ac:spMk id="8195" creationId="{00000000-0000-0000-0000-000000000000}"/>
          </ac:spMkLst>
        </pc:spChg>
      </pc:sldChg>
      <pc:sldChg chg="modSp mod modAnim">
        <pc:chgData name="Lê Ngọc Lành" userId="8e0c50ca425b090c" providerId="LiveId" clId="{3598AC43-F96F-4B7B-9753-863815C9274C}" dt="2026-04-02T00:20:44.568" v="2682" actId="20577"/>
        <pc:sldMkLst>
          <pc:docMk/>
          <pc:sldMk cId="2182412080" sldId="323"/>
        </pc:sldMkLst>
        <pc:spChg chg="mod">
          <ac:chgData name="Lê Ngọc Lành" userId="8e0c50ca425b090c" providerId="LiveId" clId="{3598AC43-F96F-4B7B-9753-863815C9274C}" dt="2026-04-01T01:26:07.892" v="537" actId="403"/>
          <ac:spMkLst>
            <pc:docMk/>
            <pc:sldMk cId="2182412080" sldId="323"/>
            <ac:spMk id="2" creationId="{7DF6CBD4-A523-9E6A-AAF1-6A4468296AB4}"/>
          </ac:spMkLst>
        </pc:spChg>
        <pc:spChg chg="mod">
          <ac:chgData name="Lê Ngọc Lành" userId="8e0c50ca425b090c" providerId="LiveId" clId="{3598AC43-F96F-4B7B-9753-863815C9274C}" dt="2026-04-02T00:20:44.568" v="2682" actId="20577"/>
          <ac:spMkLst>
            <pc:docMk/>
            <pc:sldMk cId="2182412080" sldId="323"/>
            <ac:spMk id="8195" creationId="{D5F858B9-983B-952F-0296-8F0CC1B3B5C1}"/>
          </ac:spMkLst>
        </pc:spChg>
      </pc:sldChg>
      <pc:sldChg chg="modSp add del mod">
        <pc:chgData name="Lê Ngọc Lành" userId="8e0c50ca425b090c" providerId="LiveId" clId="{3598AC43-F96F-4B7B-9753-863815C9274C}" dt="2026-04-01T15:26:19.838" v="1388" actId="47"/>
        <pc:sldMkLst>
          <pc:docMk/>
          <pc:sldMk cId="993722214" sldId="325"/>
        </pc:sldMkLst>
      </pc:sldChg>
      <pc:sldChg chg="addSp delSp modSp add mod">
        <pc:chgData name="Lê Ngọc Lành" userId="8e0c50ca425b090c" providerId="LiveId" clId="{3598AC43-F96F-4B7B-9753-863815C9274C}" dt="2026-04-02T00:24:22.927" v="2713" actId="6549"/>
        <pc:sldMkLst>
          <pc:docMk/>
          <pc:sldMk cId="810675723" sldId="326"/>
        </pc:sldMkLst>
        <pc:spChg chg="mod">
          <ac:chgData name="Lê Ngọc Lành" userId="8e0c50ca425b090c" providerId="LiveId" clId="{3598AC43-F96F-4B7B-9753-863815C9274C}" dt="2026-03-31T09:08:44.898" v="135"/>
          <ac:spMkLst>
            <pc:docMk/>
            <pc:sldMk cId="810675723" sldId="326"/>
            <ac:spMk id="2" creationId="{76E8327F-0F75-EC8C-3A4D-C6437B00A304}"/>
          </ac:spMkLst>
        </pc:spChg>
        <pc:spChg chg="add del">
          <ac:chgData name="Lê Ngọc Lành" userId="8e0c50ca425b090c" providerId="LiveId" clId="{3598AC43-F96F-4B7B-9753-863815C9274C}" dt="2026-04-02T00:04:29.947" v="2593" actId="22"/>
          <ac:spMkLst>
            <pc:docMk/>
            <pc:sldMk cId="810675723" sldId="326"/>
            <ac:spMk id="5" creationId="{4BA8C018-3F8F-D6D5-5B8A-810C1FFF978C}"/>
          </ac:spMkLst>
        </pc:spChg>
        <pc:spChg chg="add mod">
          <ac:chgData name="Lê Ngọc Lành" userId="8e0c50ca425b090c" providerId="LiveId" clId="{3598AC43-F96F-4B7B-9753-863815C9274C}" dt="2026-04-02T00:24:22.927" v="2713" actId="6549"/>
          <ac:spMkLst>
            <pc:docMk/>
            <pc:sldMk cId="810675723" sldId="326"/>
            <ac:spMk id="6" creationId="{222527E7-D920-1779-96D7-DA2CB8B50086}"/>
          </ac:spMkLst>
        </pc:spChg>
        <pc:spChg chg="add mod">
          <ac:chgData name="Lê Ngọc Lành" userId="8e0c50ca425b090c" providerId="LiveId" clId="{3598AC43-F96F-4B7B-9753-863815C9274C}" dt="2026-04-02T00:24:01.744" v="2712" actId="1076"/>
          <ac:spMkLst>
            <pc:docMk/>
            <pc:sldMk cId="810675723" sldId="326"/>
            <ac:spMk id="7" creationId="{36ECEDDB-9FC8-4A36-E88C-C8215056123A}"/>
          </ac:spMkLst>
        </pc:spChg>
        <pc:spChg chg="mod">
          <ac:chgData name="Lê Ngọc Lành" userId="8e0c50ca425b090c" providerId="LiveId" clId="{3598AC43-F96F-4B7B-9753-863815C9274C}" dt="2026-04-02T00:21:44.064" v="2690" actId="404"/>
          <ac:spMkLst>
            <pc:docMk/>
            <pc:sldMk cId="810675723" sldId="326"/>
            <ac:spMk id="8195" creationId="{2416CE11-0063-0E8D-3F74-4C41664B5998}"/>
          </ac:spMkLst>
        </pc:spChg>
        <pc:picChg chg="add mod">
          <ac:chgData name="Lê Ngọc Lành" userId="8e0c50ca425b090c" providerId="LiveId" clId="{3598AC43-F96F-4B7B-9753-863815C9274C}" dt="2026-04-02T00:23:16.511" v="2706" actId="1076"/>
          <ac:picMkLst>
            <pc:docMk/>
            <pc:sldMk cId="810675723" sldId="326"/>
            <ac:picMk id="4" creationId="{9E03E639-F2BC-7739-32B2-722E2D1B4FAE}"/>
          </ac:picMkLst>
        </pc:picChg>
      </pc:sldChg>
      <pc:sldChg chg="addSp delSp modSp add mod">
        <pc:chgData name="Lê Ngọc Lành" userId="8e0c50ca425b090c" providerId="LiveId" clId="{3598AC43-F96F-4B7B-9753-863815C9274C}" dt="2026-04-02T00:26:38.636" v="2741" actId="1076"/>
        <pc:sldMkLst>
          <pc:docMk/>
          <pc:sldMk cId="3441830157" sldId="327"/>
        </pc:sldMkLst>
        <pc:spChg chg="mod">
          <ac:chgData name="Lê Ngọc Lành" userId="8e0c50ca425b090c" providerId="LiveId" clId="{3598AC43-F96F-4B7B-9753-863815C9274C}" dt="2026-04-01T03:50:11.201" v="896" actId="2711"/>
          <ac:spMkLst>
            <pc:docMk/>
            <pc:sldMk cId="3441830157" sldId="327"/>
            <ac:spMk id="2" creationId="{19A8ECCF-EEB5-5F57-9F40-F31E5CACD989}"/>
          </ac:spMkLst>
        </pc:spChg>
        <pc:spChg chg="add mod">
          <ac:chgData name="Lê Ngọc Lành" userId="8e0c50ca425b090c" providerId="LiveId" clId="{3598AC43-F96F-4B7B-9753-863815C9274C}" dt="2026-04-02T00:25:58.262" v="2737" actId="1076"/>
          <ac:spMkLst>
            <pc:docMk/>
            <pc:sldMk cId="3441830157" sldId="327"/>
            <ac:spMk id="3" creationId="{72001508-C6DE-1AA0-1FF7-B6C27B5C61B0}"/>
          </ac:spMkLst>
        </pc:spChg>
        <pc:spChg chg="add mod">
          <ac:chgData name="Lê Ngọc Lành" userId="8e0c50ca425b090c" providerId="LiveId" clId="{3598AC43-F96F-4B7B-9753-863815C9274C}" dt="2026-04-02T00:26:38.636" v="2741" actId="1076"/>
          <ac:spMkLst>
            <pc:docMk/>
            <pc:sldMk cId="3441830157" sldId="327"/>
            <ac:spMk id="4" creationId="{04A4EAFF-D10D-77E6-BECD-2A482876BE63}"/>
          </ac:spMkLst>
        </pc:spChg>
        <pc:spChg chg="mod">
          <ac:chgData name="Lê Ngọc Lành" userId="8e0c50ca425b090c" providerId="LiveId" clId="{3598AC43-F96F-4B7B-9753-863815C9274C}" dt="2026-04-02T00:25:01.659" v="2723" actId="403"/>
          <ac:spMkLst>
            <pc:docMk/>
            <pc:sldMk cId="3441830157" sldId="327"/>
            <ac:spMk id="8195" creationId="{7C2FEABE-CC9D-A03A-6442-90E314FCA5ED}"/>
          </ac:spMkLst>
        </pc:spChg>
        <pc:picChg chg="add mod">
          <ac:chgData name="Lê Ngọc Lành" userId="8e0c50ca425b090c" providerId="LiveId" clId="{3598AC43-F96F-4B7B-9753-863815C9274C}" dt="2026-04-02T00:25:57.691" v="2736" actId="1076"/>
          <ac:picMkLst>
            <pc:docMk/>
            <pc:sldMk cId="3441830157" sldId="327"/>
            <ac:picMk id="6" creationId="{6FF59941-2B38-51EC-C29E-7E21EB157B4A}"/>
          </ac:picMkLst>
        </pc:picChg>
      </pc:sldChg>
      <pc:sldChg chg="addSp modSp add del mod ord">
        <pc:chgData name="Lê Ngọc Lành" userId="8e0c50ca425b090c" providerId="LiveId" clId="{3598AC43-F96F-4B7B-9753-863815C9274C}" dt="2026-04-01T05:46:09.130" v="1047" actId="47"/>
        <pc:sldMkLst>
          <pc:docMk/>
          <pc:sldMk cId="3723823929" sldId="328"/>
        </pc:sldMkLst>
        <pc:spChg chg="mod">
          <ac:chgData name="Lê Ngọc Lành" userId="8e0c50ca425b090c" providerId="LiveId" clId="{3598AC43-F96F-4B7B-9753-863815C9274C}" dt="2026-04-01T05:30:46.420" v="1044" actId="27636"/>
          <ac:spMkLst>
            <pc:docMk/>
            <pc:sldMk cId="3723823929" sldId="328"/>
            <ac:spMk id="2" creationId="{A1F92AFC-A4D7-A9C9-D593-9C8019159AAD}"/>
          </ac:spMkLst>
        </pc:spChg>
        <pc:spChg chg="mod">
          <ac:chgData name="Lê Ngọc Lành" userId="8e0c50ca425b090c" providerId="LiveId" clId="{3598AC43-F96F-4B7B-9753-863815C9274C}" dt="2026-04-01T05:26:02.908" v="1041" actId="27636"/>
          <ac:spMkLst>
            <pc:docMk/>
            <pc:sldMk cId="3723823929" sldId="328"/>
            <ac:spMk id="8195" creationId="{345035E5-C3F3-4A5F-6898-1A04DC4F4DB7}"/>
          </ac:spMkLst>
        </pc:spChg>
        <pc:picChg chg="add mod">
          <ac:chgData name="Lê Ngọc Lành" userId="8e0c50ca425b090c" providerId="LiveId" clId="{3598AC43-F96F-4B7B-9753-863815C9274C}" dt="2026-04-01T05:25:22.048" v="1033" actId="1076"/>
          <ac:picMkLst>
            <pc:docMk/>
            <pc:sldMk cId="3723823929" sldId="328"/>
            <ac:picMk id="4" creationId="{522D3D04-CEE0-C2E0-2357-78224F459964}"/>
          </ac:picMkLst>
        </pc:picChg>
        <pc:picChg chg="add mod">
          <ac:chgData name="Lê Ngọc Lành" userId="8e0c50ca425b090c" providerId="LiveId" clId="{3598AC43-F96F-4B7B-9753-863815C9274C}" dt="2026-04-01T05:25:25.225" v="1034" actId="1076"/>
          <ac:picMkLst>
            <pc:docMk/>
            <pc:sldMk cId="3723823929" sldId="328"/>
            <ac:picMk id="6" creationId="{BCF88252-BE87-D4D6-FCFD-55ED4BFBC54F}"/>
          </ac:picMkLst>
        </pc:picChg>
      </pc:sldChg>
      <pc:sldChg chg="addSp modSp add mod ord">
        <pc:chgData name="Lê Ngọc Lành" userId="8e0c50ca425b090c" providerId="LiveId" clId="{3598AC43-F96F-4B7B-9753-863815C9274C}" dt="2026-04-02T00:29:06.774" v="2760" actId="1076"/>
        <pc:sldMkLst>
          <pc:docMk/>
          <pc:sldMk cId="1487256777" sldId="329"/>
        </pc:sldMkLst>
        <pc:spChg chg="mod">
          <ac:chgData name="Lê Ngọc Lành" userId="8e0c50ca425b090c" providerId="LiveId" clId="{3598AC43-F96F-4B7B-9753-863815C9274C}" dt="2026-04-02T00:26:54.706" v="2742" actId="2711"/>
          <ac:spMkLst>
            <pc:docMk/>
            <pc:sldMk cId="1487256777" sldId="329"/>
            <ac:spMk id="2" creationId="{6B6457A0-A5D2-2135-C7CA-BE71E54D625F}"/>
          </ac:spMkLst>
        </pc:spChg>
        <pc:spChg chg="add mod">
          <ac:chgData name="Lê Ngọc Lành" userId="8e0c50ca425b090c" providerId="LiveId" clId="{3598AC43-F96F-4B7B-9753-863815C9274C}" dt="2026-04-02T00:27:14.049" v="2747" actId="20577"/>
          <ac:spMkLst>
            <pc:docMk/>
            <pc:sldMk cId="1487256777" sldId="329"/>
            <ac:spMk id="3" creationId="{A6C129EA-9DDF-7CBC-D14E-814EFFD5AF2B}"/>
          </ac:spMkLst>
        </pc:spChg>
        <pc:spChg chg="add mod">
          <ac:chgData name="Lê Ngọc Lành" userId="8e0c50ca425b090c" providerId="LiveId" clId="{3598AC43-F96F-4B7B-9753-863815C9274C}" dt="2026-04-02T00:29:06.774" v="2760" actId="1076"/>
          <ac:spMkLst>
            <pc:docMk/>
            <pc:sldMk cId="1487256777" sldId="329"/>
            <ac:spMk id="5" creationId="{BDF2C69F-B58D-A448-663A-C7298AFBF4A9}"/>
          </ac:spMkLst>
        </pc:spChg>
        <pc:spChg chg="add">
          <ac:chgData name="Lê Ngọc Lành" userId="8e0c50ca425b090c" providerId="LiveId" clId="{3598AC43-F96F-4B7B-9753-863815C9274C}" dt="2026-04-02T00:28:31.830" v="2753"/>
          <ac:spMkLst>
            <pc:docMk/>
            <pc:sldMk cId="1487256777" sldId="329"/>
            <ac:spMk id="6" creationId="{FB978235-2E67-BAC4-677B-125ABBB7F2C9}"/>
          </ac:spMkLst>
        </pc:spChg>
        <pc:spChg chg="mod">
          <ac:chgData name="Lê Ngọc Lành" userId="8e0c50ca425b090c" providerId="LiveId" clId="{3598AC43-F96F-4B7B-9753-863815C9274C}" dt="2026-04-02T00:27:34.666" v="2751" actId="14100"/>
          <ac:spMkLst>
            <pc:docMk/>
            <pc:sldMk cId="1487256777" sldId="329"/>
            <ac:spMk id="8195" creationId="{22C48A8A-E865-2A30-F508-CD1D02D1E837}"/>
          </ac:spMkLst>
        </pc:spChg>
        <pc:picChg chg="add mod">
          <ac:chgData name="Lê Ngọc Lành" userId="8e0c50ca425b090c" providerId="LiveId" clId="{3598AC43-F96F-4B7B-9753-863815C9274C}" dt="2026-04-02T00:12:17.608" v="2632" actId="1076"/>
          <ac:picMkLst>
            <pc:docMk/>
            <pc:sldMk cId="1487256777" sldId="329"/>
            <ac:picMk id="4" creationId="{C6FD49EC-9D1C-BA20-0709-B516157E3046}"/>
          </ac:picMkLst>
        </pc:picChg>
      </pc:sldChg>
      <pc:sldChg chg="addSp modSp add mod ord">
        <pc:chgData name="Lê Ngọc Lành" userId="8e0c50ca425b090c" providerId="LiveId" clId="{3598AC43-F96F-4B7B-9753-863815C9274C}" dt="2026-04-02T00:31:23.163" v="2773" actId="14100"/>
        <pc:sldMkLst>
          <pc:docMk/>
          <pc:sldMk cId="2677918214" sldId="330"/>
        </pc:sldMkLst>
        <pc:spChg chg="mod">
          <ac:chgData name="Lê Ngọc Lành" userId="8e0c50ca425b090c" providerId="LiveId" clId="{3598AC43-F96F-4B7B-9753-863815C9274C}" dt="2026-04-01T06:13:37.275" v="1136" actId="2711"/>
          <ac:spMkLst>
            <pc:docMk/>
            <pc:sldMk cId="2677918214" sldId="330"/>
            <ac:spMk id="2" creationId="{D96F0DCA-3549-F734-6DC2-778B869770CB}"/>
          </ac:spMkLst>
        </pc:spChg>
        <pc:spChg chg="add mod">
          <ac:chgData name="Lê Ngọc Lành" userId="8e0c50ca425b090c" providerId="LiveId" clId="{3598AC43-F96F-4B7B-9753-863815C9274C}" dt="2026-04-02T00:31:23.163" v="2773" actId="14100"/>
          <ac:spMkLst>
            <pc:docMk/>
            <pc:sldMk cId="2677918214" sldId="330"/>
            <ac:spMk id="3" creationId="{741748D7-84A7-C7EF-89AC-CA34BAC1CAE2}"/>
          </ac:spMkLst>
        </pc:spChg>
        <pc:spChg chg="add">
          <ac:chgData name="Lê Ngọc Lành" userId="8e0c50ca425b090c" providerId="LiveId" clId="{3598AC43-F96F-4B7B-9753-863815C9274C}" dt="2026-04-02T00:30:48.747" v="2767"/>
          <ac:spMkLst>
            <pc:docMk/>
            <pc:sldMk cId="2677918214" sldId="330"/>
            <ac:spMk id="4" creationId="{1FB2F897-E4A5-0E39-EBAD-65B13D4F4727}"/>
          </ac:spMkLst>
        </pc:spChg>
        <pc:spChg chg="mod">
          <ac:chgData name="Lê Ngọc Lành" userId="8e0c50ca425b090c" providerId="LiveId" clId="{3598AC43-F96F-4B7B-9753-863815C9274C}" dt="2026-04-02T00:29:58.864" v="2764" actId="14100"/>
          <ac:spMkLst>
            <pc:docMk/>
            <pc:sldMk cId="2677918214" sldId="330"/>
            <ac:spMk id="8195" creationId="{8286C310-B7B6-DAB5-C048-AB31F127D85A}"/>
          </ac:spMkLst>
        </pc:spChg>
      </pc:sldChg>
      <pc:sldChg chg="modSp add mod">
        <pc:chgData name="Lê Ngọc Lành" userId="8e0c50ca425b090c" providerId="LiveId" clId="{3598AC43-F96F-4B7B-9753-863815C9274C}" dt="2026-04-01T06:35:22.410" v="1263" actId="2711"/>
        <pc:sldMkLst>
          <pc:docMk/>
          <pc:sldMk cId="173482862" sldId="331"/>
        </pc:sldMkLst>
        <pc:spChg chg="mod">
          <ac:chgData name="Lê Ngọc Lành" userId="8e0c50ca425b090c" providerId="LiveId" clId="{3598AC43-F96F-4B7B-9753-863815C9274C}" dt="2026-04-01T06:35:17.635" v="1262" actId="2711"/>
          <ac:spMkLst>
            <pc:docMk/>
            <pc:sldMk cId="173482862" sldId="331"/>
            <ac:spMk id="2" creationId="{3B67A104-CE8E-2D92-34AD-863E9AD222F3}"/>
          </ac:spMkLst>
        </pc:spChg>
        <pc:spChg chg="mod">
          <ac:chgData name="Lê Ngọc Lành" userId="8e0c50ca425b090c" providerId="LiveId" clId="{3598AC43-F96F-4B7B-9753-863815C9274C}" dt="2026-04-01T06:35:22.410" v="1263" actId="2711"/>
          <ac:spMkLst>
            <pc:docMk/>
            <pc:sldMk cId="173482862" sldId="331"/>
            <ac:spMk id="8195" creationId="{58F3B3AF-D428-2A42-F71D-60BF71B25F50}"/>
          </ac:spMkLst>
        </pc:spChg>
      </pc:sldChg>
      <pc:sldChg chg="modSp add mod">
        <pc:chgData name="Lê Ngọc Lành" userId="8e0c50ca425b090c" providerId="LiveId" clId="{3598AC43-F96F-4B7B-9753-863815C9274C}" dt="2026-04-01T06:35:10.109" v="1261" actId="2711"/>
        <pc:sldMkLst>
          <pc:docMk/>
          <pc:sldMk cId="1854910157" sldId="332"/>
        </pc:sldMkLst>
        <pc:spChg chg="mod">
          <ac:chgData name="Lê Ngọc Lành" userId="8e0c50ca425b090c" providerId="LiveId" clId="{3598AC43-F96F-4B7B-9753-863815C9274C}" dt="2026-04-01T06:35:05.733" v="1260" actId="2711"/>
          <ac:spMkLst>
            <pc:docMk/>
            <pc:sldMk cId="1854910157" sldId="332"/>
            <ac:spMk id="2" creationId="{CD99BA56-35B5-655A-CB6D-D8BA85B8A65D}"/>
          </ac:spMkLst>
        </pc:spChg>
        <pc:spChg chg="mod">
          <ac:chgData name="Lê Ngọc Lành" userId="8e0c50ca425b090c" providerId="LiveId" clId="{3598AC43-F96F-4B7B-9753-863815C9274C}" dt="2026-04-01T06:35:10.109" v="1261" actId="2711"/>
          <ac:spMkLst>
            <pc:docMk/>
            <pc:sldMk cId="1854910157" sldId="332"/>
            <ac:spMk id="8195" creationId="{1028ADA0-C394-24A6-CBDD-3420A3B50F58}"/>
          </ac:spMkLst>
        </pc:spChg>
      </pc:sldChg>
      <pc:sldChg chg="modSp add del mod ord">
        <pc:chgData name="Lê Ngọc Lành" userId="8e0c50ca425b090c" providerId="LiveId" clId="{3598AC43-F96F-4B7B-9753-863815C9274C}" dt="2026-04-02T00:52:14.410" v="2997" actId="47"/>
        <pc:sldMkLst>
          <pc:docMk/>
          <pc:sldMk cId="1702011499" sldId="333"/>
        </pc:sldMkLst>
        <pc:spChg chg="mod">
          <ac:chgData name="Lê Ngọc Lành" userId="8e0c50ca425b090c" providerId="LiveId" clId="{3598AC43-F96F-4B7B-9753-863815C9274C}" dt="2026-04-01T17:14:52.956" v="1614" actId="21"/>
          <ac:spMkLst>
            <pc:docMk/>
            <pc:sldMk cId="1702011499" sldId="333"/>
            <ac:spMk id="8195" creationId="{8C9F7BA8-EF4D-A6DB-5D4F-AECCB4C103DC}"/>
          </ac:spMkLst>
        </pc:spChg>
      </pc:sldChg>
      <pc:sldChg chg="modSp add del mod">
        <pc:chgData name="Lê Ngọc Lành" userId="8e0c50ca425b090c" providerId="LiveId" clId="{3598AC43-F96F-4B7B-9753-863815C9274C}" dt="2026-04-01T09:19:12.975" v="1341" actId="47"/>
        <pc:sldMkLst>
          <pc:docMk/>
          <pc:sldMk cId="2630085716" sldId="334"/>
        </pc:sldMkLst>
      </pc:sldChg>
      <pc:sldChg chg="modSp add del mod">
        <pc:chgData name="Lê Ngọc Lành" userId="8e0c50ca425b090c" providerId="LiveId" clId="{3598AC43-F96F-4B7B-9753-863815C9274C}" dt="2026-04-01T09:27:14.369" v="1371" actId="47"/>
        <pc:sldMkLst>
          <pc:docMk/>
          <pc:sldMk cId="4291253755" sldId="335"/>
        </pc:sldMkLst>
      </pc:sldChg>
      <pc:sldChg chg="addSp delSp modSp add mod ord">
        <pc:chgData name="Lê Ngọc Lành" userId="8e0c50ca425b090c" providerId="LiveId" clId="{3598AC43-F96F-4B7B-9753-863815C9274C}" dt="2026-04-02T00:33:52.305" v="2790" actId="478"/>
        <pc:sldMkLst>
          <pc:docMk/>
          <pc:sldMk cId="3115683709" sldId="336"/>
        </pc:sldMkLst>
        <pc:spChg chg="mod">
          <ac:chgData name="Lê Ngọc Lành" userId="8e0c50ca425b090c" providerId="LiveId" clId="{3598AC43-F96F-4B7B-9753-863815C9274C}" dt="2026-04-02T00:32:45.382" v="2782" actId="27636"/>
          <ac:spMkLst>
            <pc:docMk/>
            <pc:sldMk cId="3115683709" sldId="336"/>
            <ac:spMk id="2" creationId="{092665CD-8A59-E068-4720-F0A51788CFB9}"/>
          </ac:spMkLst>
        </pc:spChg>
        <pc:spChg chg="add mod">
          <ac:chgData name="Lê Ngọc Lành" userId="8e0c50ca425b090c" providerId="LiveId" clId="{3598AC43-F96F-4B7B-9753-863815C9274C}" dt="2026-04-02T00:32:30.432" v="2780" actId="1076"/>
          <ac:spMkLst>
            <pc:docMk/>
            <pc:sldMk cId="3115683709" sldId="336"/>
            <ac:spMk id="3" creationId="{881A308A-172C-0EC9-762C-DF229F9B7127}"/>
          </ac:spMkLst>
        </pc:spChg>
        <pc:spChg chg="del mod">
          <ac:chgData name="Lê Ngọc Lành" userId="8e0c50ca425b090c" providerId="LiveId" clId="{3598AC43-F96F-4B7B-9753-863815C9274C}" dt="2026-04-02T00:33:52.305" v="2790" actId="478"/>
          <ac:spMkLst>
            <pc:docMk/>
            <pc:sldMk cId="3115683709" sldId="336"/>
            <ac:spMk id="8195" creationId="{CA7FEB09-B3B5-FA30-DDB5-0E8B9874EDBC}"/>
          </ac:spMkLst>
        </pc:spChg>
        <pc:graphicFrameChg chg="add mod">
          <ac:chgData name="Lê Ngọc Lành" userId="8e0c50ca425b090c" providerId="LiveId" clId="{3598AC43-F96F-4B7B-9753-863815C9274C}" dt="2026-04-01T16:08:12.279" v="1405"/>
          <ac:graphicFrameMkLst>
            <pc:docMk/>
            <pc:sldMk cId="3115683709" sldId="336"/>
            <ac:graphicFrameMk id="3" creationId="{3081C91A-F84B-764B-0567-D57F27998132}"/>
          </ac:graphicFrameMkLst>
        </pc:graphicFrameChg>
        <pc:graphicFrameChg chg="add del mod modGraphic">
          <ac:chgData name="Lê Ngọc Lành" userId="8e0c50ca425b090c" providerId="LiveId" clId="{3598AC43-F96F-4B7B-9753-863815C9274C}" dt="2026-04-01T09:26:00.589" v="1365" actId="478"/>
          <ac:graphicFrameMkLst>
            <pc:docMk/>
            <pc:sldMk cId="3115683709" sldId="336"/>
            <ac:graphicFrameMk id="3" creationId="{5A5A587D-EB57-1F50-7A47-2F232B262D04}"/>
          </ac:graphicFrameMkLst>
        </pc:graphicFrameChg>
        <pc:graphicFrameChg chg="add del mod modGraphic">
          <ac:chgData name="Lê Ngọc Lành" userId="8e0c50ca425b090c" providerId="LiveId" clId="{3598AC43-F96F-4B7B-9753-863815C9274C}" dt="2026-04-01T15:25:35.958" v="1384" actId="478"/>
          <ac:graphicFrameMkLst>
            <pc:docMk/>
            <pc:sldMk cId="3115683709" sldId="336"/>
            <ac:graphicFrameMk id="4" creationId="{74DD7C46-094E-8936-A2DF-B77D74BC0F9D}"/>
          </ac:graphicFrameMkLst>
        </pc:graphicFrameChg>
        <pc:graphicFrameChg chg="add mod modGraphic">
          <ac:chgData name="Lê Ngọc Lành" userId="8e0c50ca425b090c" providerId="LiveId" clId="{3598AC43-F96F-4B7B-9753-863815C9274C}" dt="2026-04-02T00:12:41.012" v="2636" actId="1076"/>
          <ac:graphicFrameMkLst>
            <pc:docMk/>
            <pc:sldMk cId="3115683709" sldId="336"/>
            <ac:graphicFrameMk id="5" creationId="{539A7611-5FD1-71FB-D952-8A9CFA78A886}"/>
          </ac:graphicFrameMkLst>
        </pc:graphicFrameChg>
      </pc:sldChg>
      <pc:sldChg chg="addSp delSp modSp add del mod">
        <pc:chgData name="Lê Ngọc Lành" userId="8e0c50ca425b090c" providerId="LiveId" clId="{3598AC43-F96F-4B7B-9753-863815C9274C}" dt="2026-04-01T15:26:16.802" v="1386" actId="47"/>
        <pc:sldMkLst>
          <pc:docMk/>
          <pc:sldMk cId="1999176405" sldId="337"/>
        </pc:sldMkLst>
        <pc:spChg chg="mod">
          <ac:chgData name="Lê Ngọc Lành" userId="8e0c50ca425b090c" providerId="LiveId" clId="{3598AC43-F96F-4B7B-9753-863815C9274C}" dt="2026-04-01T09:35:17.168" v="1376"/>
          <ac:spMkLst>
            <pc:docMk/>
            <pc:sldMk cId="1999176405" sldId="337"/>
            <ac:spMk id="8195" creationId="{9E8110D9-3739-E8A2-9175-C542DE1FF309}"/>
          </ac:spMkLst>
        </pc:spChg>
        <pc:graphicFrameChg chg="add mod modGraphic">
          <ac:chgData name="Lê Ngọc Lành" userId="8e0c50ca425b090c" providerId="LiveId" clId="{3598AC43-F96F-4B7B-9753-863815C9274C}" dt="2026-04-01T09:36:06.082" v="1383" actId="1076"/>
          <ac:graphicFrameMkLst>
            <pc:docMk/>
            <pc:sldMk cId="1999176405" sldId="337"/>
            <ac:graphicFrameMk id="5" creationId="{8785A133-29A5-3603-8313-028521ACBFC2}"/>
          </ac:graphicFrameMkLst>
        </pc:graphicFrameChg>
        <pc:picChg chg="add del">
          <ac:chgData name="Lê Ngọc Lành" userId="8e0c50ca425b090c" providerId="LiveId" clId="{3598AC43-F96F-4B7B-9753-863815C9274C}" dt="2026-04-01T09:35:30.435" v="1378" actId="22"/>
          <ac:picMkLst>
            <pc:docMk/>
            <pc:sldMk cId="1999176405" sldId="337"/>
            <ac:picMk id="4" creationId="{5285B645-DBF4-D807-DD43-BA1B30C9AA0C}"/>
          </ac:picMkLst>
        </pc:picChg>
      </pc:sldChg>
      <pc:sldChg chg="modSp add del mod">
        <pc:chgData name="Lê Ngọc Lành" userId="8e0c50ca425b090c" providerId="LiveId" clId="{3598AC43-F96F-4B7B-9753-863815C9274C}" dt="2026-04-01T15:26:18.366" v="1387" actId="47"/>
        <pc:sldMkLst>
          <pc:docMk/>
          <pc:sldMk cId="2747068399" sldId="338"/>
        </pc:sldMkLst>
      </pc:sldChg>
      <pc:sldChg chg="modSp add del mod">
        <pc:chgData name="Lê Ngọc Lành" userId="8e0c50ca425b090c" providerId="LiveId" clId="{3598AC43-F96F-4B7B-9753-863815C9274C}" dt="2026-04-01T15:26:21.318" v="1389" actId="47"/>
        <pc:sldMkLst>
          <pc:docMk/>
          <pc:sldMk cId="2863255512" sldId="339"/>
        </pc:sldMkLst>
      </pc:sldChg>
      <pc:sldChg chg="modSp add del">
        <pc:chgData name="Lê Ngọc Lành" userId="8e0c50ca425b090c" providerId="LiveId" clId="{3598AC43-F96F-4B7B-9753-863815C9274C}" dt="2026-04-02T00:53:10.034" v="3039" actId="47"/>
        <pc:sldMkLst>
          <pc:docMk/>
          <pc:sldMk cId="1791827393" sldId="340"/>
        </pc:sldMkLst>
      </pc:sldChg>
      <pc:sldChg chg="addSp delSp modSp add mod">
        <pc:chgData name="Lê Ngọc Lành" userId="8e0c50ca425b090c" providerId="LiveId" clId="{3598AC43-F96F-4B7B-9753-863815C9274C}" dt="2026-04-02T00:50:37.695" v="2986" actId="2711"/>
        <pc:sldMkLst>
          <pc:docMk/>
          <pc:sldMk cId="3065140746" sldId="341"/>
        </pc:sldMkLst>
        <pc:spChg chg="mod">
          <ac:chgData name="Lê Ngọc Lành" userId="8e0c50ca425b090c" providerId="LiveId" clId="{3598AC43-F96F-4B7B-9753-863815C9274C}" dt="2026-04-02T00:50:37.695" v="2986" actId="2711"/>
          <ac:spMkLst>
            <pc:docMk/>
            <pc:sldMk cId="3065140746" sldId="341"/>
            <ac:spMk id="2" creationId="{E2FC930C-E98D-0A8F-0800-1BD1B48C4FE6}"/>
          </ac:spMkLst>
        </pc:spChg>
        <pc:spChg chg="add del mod">
          <ac:chgData name="Lê Ngọc Lành" userId="8e0c50ca425b090c" providerId="LiveId" clId="{3598AC43-F96F-4B7B-9753-863815C9274C}" dt="2026-03-31T10:22:28.857" v="534"/>
          <ac:spMkLst>
            <pc:docMk/>
            <pc:sldMk cId="3065140746" sldId="341"/>
            <ac:spMk id="8195" creationId="{01303212-8482-704A-1772-AC0F83021D2D}"/>
          </ac:spMkLst>
        </pc:spChg>
      </pc:sldChg>
      <pc:sldChg chg="modSp add del mod">
        <pc:chgData name="Lê Ngọc Lành" userId="8e0c50ca425b090c" providerId="LiveId" clId="{3598AC43-F96F-4B7B-9753-863815C9274C}" dt="2026-04-01T22:50:33.895" v="1929" actId="47"/>
        <pc:sldMkLst>
          <pc:docMk/>
          <pc:sldMk cId="1749331491" sldId="342"/>
        </pc:sldMkLst>
      </pc:sldChg>
      <pc:sldChg chg="addSp delSp modSp add mod">
        <pc:chgData name="Lê Ngọc Lành" userId="8e0c50ca425b090c" providerId="LiveId" clId="{3598AC43-F96F-4B7B-9753-863815C9274C}" dt="2026-04-02T00:37:37.791" v="2843" actId="1076"/>
        <pc:sldMkLst>
          <pc:docMk/>
          <pc:sldMk cId="2143120179" sldId="343"/>
        </pc:sldMkLst>
        <pc:spChg chg="mod">
          <ac:chgData name="Lê Ngọc Lành" userId="8e0c50ca425b090c" providerId="LiveId" clId="{3598AC43-F96F-4B7B-9753-863815C9274C}" dt="2026-04-02T00:37:37.791" v="2843" actId="1076"/>
          <ac:spMkLst>
            <pc:docMk/>
            <pc:sldMk cId="2143120179" sldId="343"/>
            <ac:spMk id="2" creationId="{524AF370-DEFB-5F85-61B3-4197274F6D7C}"/>
          </ac:spMkLst>
        </pc:spChg>
        <pc:spChg chg="add del mod">
          <ac:chgData name="Lê Ngọc Lành" userId="8e0c50ca425b090c" providerId="LiveId" clId="{3598AC43-F96F-4B7B-9753-863815C9274C}" dt="2026-04-01T22:45:20.817" v="1914" actId="478"/>
          <ac:spMkLst>
            <pc:docMk/>
            <pc:sldMk cId="2143120179" sldId="343"/>
            <ac:spMk id="4" creationId="{8A99D39A-3BEF-D3B8-131D-879E7BF401B3}"/>
          </ac:spMkLst>
        </pc:spChg>
        <pc:spChg chg="add mod">
          <ac:chgData name="Lê Ngọc Lành" userId="8e0c50ca425b090c" providerId="LiveId" clId="{3598AC43-F96F-4B7B-9753-863815C9274C}" dt="2026-04-02T00:37:19.755" v="2840" actId="122"/>
          <ac:spMkLst>
            <pc:docMk/>
            <pc:sldMk cId="2143120179" sldId="343"/>
            <ac:spMk id="9" creationId="{FD6D3C1A-5FE1-C75D-3BEB-4C9E2A47AC2C}"/>
          </ac:spMkLst>
        </pc:spChg>
        <pc:spChg chg="add del mod">
          <ac:chgData name="Lê Ngọc Lành" userId="8e0c50ca425b090c" providerId="LiveId" clId="{3598AC43-F96F-4B7B-9753-863815C9274C}" dt="2026-04-02T00:03:05.956" v="2588" actId="1076"/>
          <ac:spMkLst>
            <pc:docMk/>
            <pc:sldMk cId="2143120179" sldId="343"/>
            <ac:spMk id="8195" creationId="{06B7B12F-0683-DCD9-663B-8156318B9094}"/>
          </ac:spMkLst>
        </pc:spChg>
        <pc:picChg chg="add del mod">
          <ac:chgData name="Lê Ngọc Lành" userId="8e0c50ca425b090c" providerId="LiveId" clId="{3598AC43-F96F-4B7B-9753-863815C9274C}" dt="2026-04-01T22:45:58.877" v="1918" actId="478"/>
          <ac:picMkLst>
            <pc:docMk/>
            <pc:sldMk cId="2143120179" sldId="343"/>
            <ac:picMk id="6" creationId="{F56FA449-32B3-C018-3FBB-B6CAE1EF6167}"/>
          </ac:picMkLst>
        </pc:picChg>
        <pc:picChg chg="add mod">
          <ac:chgData name="Lê Ngọc Lành" userId="8e0c50ca425b090c" providerId="LiveId" clId="{3598AC43-F96F-4B7B-9753-863815C9274C}" dt="2026-04-02T00:03:08.925" v="2589" actId="1076"/>
          <ac:picMkLst>
            <pc:docMk/>
            <pc:sldMk cId="2143120179" sldId="343"/>
            <ac:picMk id="8" creationId="{EE3F910F-153E-7115-8C47-5F72932A488A}"/>
          </ac:picMkLst>
        </pc:picChg>
      </pc:sldChg>
      <pc:sldChg chg="addSp modSp add del mod">
        <pc:chgData name="Lê Ngọc Lành" userId="8e0c50ca425b090c" providerId="LiveId" clId="{3598AC43-F96F-4B7B-9753-863815C9274C}" dt="2026-04-01T22:43:42.433" v="1849" actId="47"/>
        <pc:sldMkLst>
          <pc:docMk/>
          <pc:sldMk cId="2312486282" sldId="344"/>
        </pc:sldMkLst>
      </pc:sldChg>
      <pc:sldChg chg="modSp add del">
        <pc:chgData name="Lê Ngọc Lành" userId="8e0c50ca425b090c" providerId="LiveId" clId="{3598AC43-F96F-4B7B-9753-863815C9274C}" dt="2026-04-01T23:16:26.120" v="2141" actId="47"/>
        <pc:sldMkLst>
          <pc:docMk/>
          <pc:sldMk cId="86889666" sldId="345"/>
        </pc:sldMkLst>
      </pc:sldChg>
      <pc:sldChg chg="addSp delSp modSp add mod">
        <pc:chgData name="Lê Ngọc Lành" userId="8e0c50ca425b090c" providerId="LiveId" clId="{3598AC43-F96F-4B7B-9753-863815C9274C}" dt="2026-04-02T00:48:56.361" v="2973" actId="27636"/>
        <pc:sldMkLst>
          <pc:docMk/>
          <pc:sldMk cId="623457900" sldId="346"/>
        </pc:sldMkLst>
        <pc:spChg chg="mod">
          <ac:chgData name="Lê Ngọc Lành" userId="8e0c50ca425b090c" providerId="LiveId" clId="{3598AC43-F96F-4B7B-9753-863815C9274C}" dt="2026-04-02T00:48:56.361" v="2973" actId="27636"/>
          <ac:spMkLst>
            <pc:docMk/>
            <pc:sldMk cId="623457900" sldId="346"/>
            <ac:spMk id="2" creationId="{676FA6FB-6963-2E86-38F6-E00C1B539360}"/>
          </ac:spMkLst>
        </pc:spChg>
        <pc:spChg chg="add mod">
          <ac:chgData name="Lê Ngọc Lành" userId="8e0c50ca425b090c" providerId="LiveId" clId="{3598AC43-F96F-4B7B-9753-863815C9274C}" dt="2026-04-02T00:45:16.786" v="2918" actId="1076"/>
          <ac:spMkLst>
            <pc:docMk/>
            <pc:sldMk cId="623457900" sldId="346"/>
            <ac:spMk id="5" creationId="{DC41FB6B-E13D-AA30-218B-EC5894C6D23C}"/>
          </ac:spMkLst>
        </pc:spChg>
        <pc:spChg chg="del mod">
          <ac:chgData name="Lê Ngọc Lành" userId="8e0c50ca425b090c" providerId="LiveId" clId="{3598AC43-F96F-4B7B-9753-863815C9274C}" dt="2026-04-02T00:44:54.409" v="2913" actId="478"/>
          <ac:spMkLst>
            <pc:docMk/>
            <pc:sldMk cId="623457900" sldId="346"/>
            <ac:spMk id="8195" creationId="{353807C9-2BAF-CC78-54A2-4EB774D29CBA}"/>
          </ac:spMkLst>
        </pc:spChg>
        <pc:graphicFrameChg chg="add del">
          <ac:chgData name="Lê Ngọc Lành" userId="8e0c50ca425b090c" providerId="LiveId" clId="{3598AC43-F96F-4B7B-9753-863815C9274C}" dt="2026-04-01T23:19:48.180" v="2146" actId="3680"/>
          <ac:graphicFrameMkLst>
            <pc:docMk/>
            <pc:sldMk cId="623457900" sldId="346"/>
            <ac:graphicFrameMk id="3" creationId="{1C6EE9EE-6A1E-489C-40B1-40B5AFB8F8C4}"/>
          </ac:graphicFrameMkLst>
        </pc:graphicFrameChg>
        <pc:graphicFrameChg chg="add mod modGraphic">
          <ac:chgData name="Lê Ngọc Lành" userId="8e0c50ca425b090c" providerId="LiveId" clId="{3598AC43-F96F-4B7B-9753-863815C9274C}" dt="2026-04-02T00:46:08.475" v="2932" actId="948"/>
          <ac:graphicFrameMkLst>
            <pc:docMk/>
            <pc:sldMk cId="623457900" sldId="346"/>
            <ac:graphicFrameMk id="4" creationId="{67D50554-C98D-5D76-B132-5A28D8EED329}"/>
          </ac:graphicFrameMkLst>
        </pc:graphicFrameChg>
      </pc:sldChg>
      <pc:sldChg chg="addSp delSp modSp add mod ord">
        <pc:chgData name="Lê Ngọc Lành" userId="8e0c50ca425b090c" providerId="LiveId" clId="{3598AC43-F96F-4B7B-9753-863815C9274C}" dt="2026-04-02T00:44:12.474" v="2903" actId="20577"/>
        <pc:sldMkLst>
          <pc:docMk/>
          <pc:sldMk cId="1255124363" sldId="347"/>
        </pc:sldMkLst>
        <pc:spChg chg="mod">
          <ac:chgData name="Lê Ngọc Lành" userId="8e0c50ca425b090c" providerId="LiveId" clId="{3598AC43-F96F-4B7B-9753-863815C9274C}" dt="2026-04-02T00:39:30.785" v="2865" actId="1076"/>
          <ac:spMkLst>
            <pc:docMk/>
            <pc:sldMk cId="1255124363" sldId="347"/>
            <ac:spMk id="2" creationId="{439A40F5-2E18-BD1E-8B96-488371DDAB74}"/>
          </ac:spMkLst>
        </pc:spChg>
        <pc:spChg chg="add mod">
          <ac:chgData name="Lê Ngọc Lành" userId="8e0c50ca425b090c" providerId="LiveId" clId="{3598AC43-F96F-4B7B-9753-863815C9274C}" dt="2026-04-02T00:39:21.090" v="2863" actId="1076"/>
          <ac:spMkLst>
            <pc:docMk/>
            <pc:sldMk cId="1255124363" sldId="347"/>
            <ac:spMk id="6" creationId="{FC56EC0F-3763-B1FB-A3C7-1E4F149A5667}"/>
          </ac:spMkLst>
        </pc:spChg>
        <pc:spChg chg="add mod">
          <ac:chgData name="Lê Ngọc Lành" userId="8e0c50ca425b090c" providerId="LiveId" clId="{3598AC43-F96F-4B7B-9753-863815C9274C}" dt="2026-04-02T00:44:12.474" v="2903" actId="20577"/>
          <ac:spMkLst>
            <pc:docMk/>
            <pc:sldMk cId="1255124363" sldId="347"/>
            <ac:spMk id="7" creationId="{31D7C8F1-2A4A-4DB6-86F5-9EF6C7575355}"/>
          </ac:spMkLst>
        </pc:spChg>
        <pc:spChg chg="add del mod">
          <ac:chgData name="Lê Ngọc Lành" userId="8e0c50ca425b090c" providerId="LiveId" clId="{3598AC43-F96F-4B7B-9753-863815C9274C}" dt="2026-04-02T00:39:15.051" v="2862" actId="478"/>
          <ac:spMkLst>
            <pc:docMk/>
            <pc:sldMk cId="1255124363" sldId="347"/>
            <ac:spMk id="8195" creationId="{F070C9FA-2EE5-0561-EC1B-3E2DCC5BC1BB}"/>
          </ac:spMkLst>
        </pc:spChg>
        <pc:graphicFrameChg chg="add mod modGraphic">
          <ac:chgData name="Lê Ngọc Lành" userId="8e0c50ca425b090c" providerId="LiveId" clId="{3598AC43-F96F-4B7B-9753-863815C9274C}" dt="2026-04-02T00:39:10.031" v="2861" actId="1076"/>
          <ac:graphicFrameMkLst>
            <pc:docMk/>
            <pc:sldMk cId="1255124363" sldId="347"/>
            <ac:graphicFrameMk id="3" creationId="{12A4C35B-D8F6-82F9-5E9F-302EDADB92F6}"/>
          </ac:graphicFrameMkLst>
        </pc:graphicFrameChg>
        <pc:picChg chg="add mod modCrop">
          <ac:chgData name="Lê Ngọc Lành" userId="8e0c50ca425b090c" providerId="LiveId" clId="{3598AC43-F96F-4B7B-9753-863815C9274C}" dt="2026-04-02T00:40:49.774" v="2876" actId="1076"/>
          <ac:picMkLst>
            <pc:docMk/>
            <pc:sldMk cId="1255124363" sldId="347"/>
            <ac:picMk id="5" creationId="{3CF8F1D5-3F4B-655B-5F14-17D5A50DEA3A}"/>
          </ac:picMkLst>
        </pc:picChg>
      </pc:sldChg>
      <pc:sldChg chg="addSp delSp modSp add mod ord">
        <pc:chgData name="Lê Ngọc Lành" userId="8e0c50ca425b090c" providerId="LiveId" clId="{3598AC43-F96F-4B7B-9753-863815C9274C}" dt="2026-04-02T00:40:03.840" v="2872" actId="2711"/>
        <pc:sldMkLst>
          <pc:docMk/>
          <pc:sldMk cId="1106708716" sldId="348"/>
        </pc:sldMkLst>
        <pc:spChg chg="mod">
          <ac:chgData name="Lê Ngọc Lành" userId="8e0c50ca425b090c" providerId="LiveId" clId="{3598AC43-F96F-4B7B-9753-863815C9274C}" dt="2026-04-02T00:40:03.840" v="2872" actId="2711"/>
          <ac:spMkLst>
            <pc:docMk/>
            <pc:sldMk cId="1106708716" sldId="348"/>
            <ac:spMk id="2" creationId="{23F8B4DE-8E66-4782-9AEF-4770FCED47C7}"/>
          </ac:spMkLst>
        </pc:spChg>
        <pc:spChg chg="add mod">
          <ac:chgData name="Lê Ngọc Lành" userId="8e0c50ca425b090c" providerId="LiveId" clId="{3598AC43-F96F-4B7B-9753-863815C9274C}" dt="2026-04-02T00:39:55.259" v="2871" actId="2711"/>
          <ac:spMkLst>
            <pc:docMk/>
            <pc:sldMk cId="1106708716" sldId="348"/>
            <ac:spMk id="4" creationId="{61F4C2C5-0035-1225-FB85-55F69D52D7C3}"/>
          </ac:spMkLst>
        </pc:spChg>
        <pc:spChg chg="del mod">
          <ac:chgData name="Lê Ngọc Lành" userId="8e0c50ca425b090c" providerId="LiveId" clId="{3598AC43-F96F-4B7B-9753-863815C9274C}" dt="2026-04-02T00:39:47.655" v="2867" actId="478"/>
          <ac:spMkLst>
            <pc:docMk/>
            <pc:sldMk cId="1106708716" sldId="348"/>
            <ac:spMk id="8195" creationId="{204D6D1A-625E-FB94-98B1-883F35D1D1FA}"/>
          </ac:spMkLst>
        </pc:spChg>
        <pc:graphicFrameChg chg="add mod modGraphic">
          <ac:chgData name="Lê Ngọc Lành" userId="8e0c50ca425b090c" providerId="LiveId" clId="{3598AC43-F96F-4B7B-9753-863815C9274C}" dt="2026-04-02T00:39:42.925" v="2866" actId="2711"/>
          <ac:graphicFrameMkLst>
            <pc:docMk/>
            <pc:sldMk cId="1106708716" sldId="348"/>
            <ac:graphicFrameMk id="3" creationId="{1E0A01C7-F41B-A755-5BBF-EB3903AF923C}"/>
          </ac:graphicFrameMkLst>
        </pc:graphicFrameChg>
      </pc:sldChg>
      <pc:sldChg chg="addSp delSp modSp add mod ord">
        <pc:chgData name="Lê Ngọc Lành" userId="8e0c50ca425b090c" providerId="LiveId" clId="{3598AC43-F96F-4B7B-9753-863815C9274C}" dt="2026-04-02T00:38:15.027" v="2851" actId="1076"/>
        <pc:sldMkLst>
          <pc:docMk/>
          <pc:sldMk cId="3625679810" sldId="349"/>
        </pc:sldMkLst>
        <pc:spChg chg="mod">
          <ac:chgData name="Lê Ngọc Lành" userId="8e0c50ca425b090c" providerId="LiveId" clId="{3598AC43-F96F-4B7B-9753-863815C9274C}" dt="2026-04-02T00:38:15.027" v="2851" actId="1076"/>
          <ac:spMkLst>
            <pc:docMk/>
            <pc:sldMk cId="3625679810" sldId="349"/>
            <ac:spMk id="2" creationId="{A3F07A90-9DDE-C82D-08ED-8A74494FFD05}"/>
          </ac:spMkLst>
        </pc:spChg>
        <pc:spChg chg="add mod">
          <ac:chgData name="Lê Ngọc Lành" userId="8e0c50ca425b090c" providerId="LiveId" clId="{3598AC43-F96F-4B7B-9753-863815C9274C}" dt="2026-04-01T23:25:17.778" v="2166" actId="767"/>
          <ac:spMkLst>
            <pc:docMk/>
            <pc:sldMk cId="3625679810" sldId="349"/>
            <ac:spMk id="4" creationId="{FEAEC313-B67C-9137-2E88-CB00741F3CE7}"/>
          </ac:spMkLst>
        </pc:spChg>
        <pc:spChg chg="add mod">
          <ac:chgData name="Lê Ngọc Lành" userId="8e0c50ca425b090c" providerId="LiveId" clId="{3598AC43-F96F-4B7B-9753-863815C9274C}" dt="2026-04-02T00:38:07.285" v="2849" actId="1076"/>
          <ac:spMkLst>
            <pc:docMk/>
            <pc:sldMk cId="3625679810" sldId="349"/>
            <ac:spMk id="5" creationId="{7953C2FA-3661-002A-CCB6-DFE49549CCC5}"/>
          </ac:spMkLst>
        </pc:spChg>
        <pc:spChg chg="del mod">
          <ac:chgData name="Lê Ngọc Lành" userId="8e0c50ca425b090c" providerId="LiveId" clId="{3598AC43-F96F-4B7B-9753-863815C9274C}" dt="2026-04-02T00:37:57.336" v="2848" actId="478"/>
          <ac:spMkLst>
            <pc:docMk/>
            <pc:sldMk cId="3625679810" sldId="349"/>
            <ac:spMk id="8195" creationId="{0F95C084-5DA7-6DD6-5D0C-2849C321466E}"/>
          </ac:spMkLst>
        </pc:spChg>
        <pc:graphicFrameChg chg="add mod modGraphic">
          <ac:chgData name="Lê Ngọc Lành" userId="8e0c50ca425b090c" providerId="LiveId" clId="{3598AC43-F96F-4B7B-9753-863815C9274C}" dt="2026-04-02T00:01:42.145" v="2577" actId="14734"/>
          <ac:graphicFrameMkLst>
            <pc:docMk/>
            <pc:sldMk cId="3625679810" sldId="349"/>
            <ac:graphicFrameMk id="3" creationId="{6DB1CE39-9383-733F-CE62-A06385326AC4}"/>
          </ac:graphicFrameMkLst>
        </pc:graphicFrameChg>
      </pc:sldChg>
      <pc:sldChg chg="modSp add del">
        <pc:chgData name="Lê Ngọc Lành" userId="8e0c50ca425b090c" providerId="LiveId" clId="{3598AC43-F96F-4B7B-9753-863815C9274C}" dt="2026-04-01T23:39:14.106" v="2273" actId="47"/>
        <pc:sldMkLst>
          <pc:docMk/>
          <pc:sldMk cId="1744873280" sldId="350"/>
        </pc:sldMkLst>
      </pc:sldChg>
      <pc:sldChg chg="modSp add del">
        <pc:chgData name="Lê Ngọc Lành" userId="8e0c50ca425b090c" providerId="LiveId" clId="{3598AC43-F96F-4B7B-9753-863815C9274C}" dt="2026-04-01T23:39:14.658" v="2274" actId="47"/>
        <pc:sldMkLst>
          <pc:docMk/>
          <pc:sldMk cId="2525814745" sldId="351"/>
        </pc:sldMkLst>
      </pc:sldChg>
      <pc:sldChg chg="modSp add del">
        <pc:chgData name="Lê Ngọc Lành" userId="8e0c50ca425b090c" providerId="LiveId" clId="{3598AC43-F96F-4B7B-9753-863815C9274C}" dt="2026-04-01T23:39:15.039" v="2275" actId="47"/>
        <pc:sldMkLst>
          <pc:docMk/>
          <pc:sldMk cId="4241207610" sldId="352"/>
        </pc:sldMkLst>
      </pc:sldChg>
      <pc:sldChg chg="modSp add del">
        <pc:chgData name="Lê Ngọc Lành" userId="8e0c50ca425b090c" providerId="LiveId" clId="{3598AC43-F96F-4B7B-9753-863815C9274C}" dt="2026-04-01T23:39:19.813" v="2277" actId="47"/>
        <pc:sldMkLst>
          <pc:docMk/>
          <pc:sldMk cId="3353134899" sldId="353"/>
        </pc:sldMkLst>
      </pc:sldChg>
      <pc:sldChg chg="addSp delSp modSp add del ord">
        <pc:chgData name="Lê Ngọc Lành" userId="8e0c50ca425b090c" providerId="LiveId" clId="{3598AC43-F96F-4B7B-9753-863815C9274C}" dt="2026-04-01T23:39:17.730" v="2276" actId="47"/>
        <pc:sldMkLst>
          <pc:docMk/>
          <pc:sldMk cId="1908760483" sldId="354"/>
        </pc:sldMkLst>
      </pc:sldChg>
      <pc:sldChg chg="addSp delSp modSp add mod">
        <pc:chgData name="Lê Ngọc Lành" userId="8e0c50ca425b090c" providerId="LiveId" clId="{3598AC43-F96F-4B7B-9753-863815C9274C}" dt="2026-04-02T00:49:31.037" v="2982" actId="1076"/>
        <pc:sldMkLst>
          <pc:docMk/>
          <pc:sldMk cId="3057364539" sldId="355"/>
        </pc:sldMkLst>
        <pc:spChg chg="mod">
          <ac:chgData name="Lê Ngọc Lành" userId="8e0c50ca425b090c" providerId="LiveId" clId="{3598AC43-F96F-4B7B-9753-863815C9274C}" dt="2026-04-02T00:49:07.143" v="2974" actId="14100"/>
          <ac:spMkLst>
            <pc:docMk/>
            <pc:sldMk cId="3057364539" sldId="355"/>
            <ac:spMk id="2" creationId="{FEA6AD2D-CEB7-1804-9DF3-478180D91596}"/>
          </ac:spMkLst>
        </pc:spChg>
        <pc:spChg chg="add mod">
          <ac:chgData name="Lê Ngọc Lành" userId="8e0c50ca425b090c" providerId="LiveId" clId="{3598AC43-F96F-4B7B-9753-863815C9274C}" dt="2026-04-02T00:49:23.533" v="2978" actId="1076"/>
          <ac:spMkLst>
            <pc:docMk/>
            <pc:sldMk cId="3057364539" sldId="355"/>
            <ac:spMk id="5" creationId="{40933D60-F266-3FD7-0E15-A0D8752892DE}"/>
          </ac:spMkLst>
        </pc:spChg>
        <pc:spChg chg="add mod">
          <ac:chgData name="Lê Ngọc Lành" userId="8e0c50ca425b090c" providerId="LiveId" clId="{3598AC43-F96F-4B7B-9753-863815C9274C}" dt="2026-04-02T00:49:31.037" v="2982" actId="1076"/>
          <ac:spMkLst>
            <pc:docMk/>
            <pc:sldMk cId="3057364539" sldId="355"/>
            <ac:spMk id="6" creationId="{33AD791C-BD23-3E45-8511-6F806BFDA9E5}"/>
          </ac:spMkLst>
        </pc:spChg>
        <pc:spChg chg="del">
          <ac:chgData name="Lê Ngọc Lành" userId="8e0c50ca425b090c" providerId="LiveId" clId="{3598AC43-F96F-4B7B-9753-863815C9274C}" dt="2026-04-02T00:48:27.568" v="2968" actId="478"/>
          <ac:spMkLst>
            <pc:docMk/>
            <pc:sldMk cId="3057364539" sldId="355"/>
            <ac:spMk id="8195" creationId="{FCFFD0FA-5C1E-73B0-F4D0-488289A691BF}"/>
          </ac:spMkLst>
        </pc:spChg>
        <pc:graphicFrameChg chg="add mod modGraphic">
          <ac:chgData name="Lê Ngọc Lành" userId="8e0c50ca425b090c" providerId="LiveId" clId="{3598AC43-F96F-4B7B-9753-863815C9274C}" dt="2026-04-01T23:45:17.087" v="2336" actId="1076"/>
          <ac:graphicFrameMkLst>
            <pc:docMk/>
            <pc:sldMk cId="3057364539" sldId="355"/>
            <ac:graphicFrameMk id="3" creationId="{10700621-6E3F-6485-94A1-9A6A17B50115}"/>
          </ac:graphicFrameMkLst>
        </pc:graphicFrameChg>
        <pc:graphicFrameChg chg="add mod modGraphic">
          <ac:chgData name="Lê Ngọc Lành" userId="8e0c50ca425b090c" providerId="LiveId" clId="{3598AC43-F96F-4B7B-9753-863815C9274C}" dt="2026-04-01T23:45:43.877" v="2340" actId="1076"/>
          <ac:graphicFrameMkLst>
            <pc:docMk/>
            <pc:sldMk cId="3057364539" sldId="355"/>
            <ac:graphicFrameMk id="4" creationId="{CD87ED00-3668-962E-10ED-442B71C3AEC3}"/>
          </ac:graphicFrameMkLst>
        </pc:graphicFrameChg>
      </pc:sldChg>
      <pc:sldChg chg="modSp add mod">
        <pc:chgData name="Lê Ngọc Lành" userId="8e0c50ca425b090c" providerId="LiveId" clId="{3598AC43-F96F-4B7B-9753-863815C9274C}" dt="2026-04-02T01:09:12.976" v="3082" actId="20577"/>
        <pc:sldMkLst>
          <pc:docMk/>
          <pc:sldMk cId="2592473561" sldId="356"/>
        </pc:sldMkLst>
        <pc:spChg chg="mod">
          <ac:chgData name="Lê Ngọc Lành" userId="8e0c50ca425b090c" providerId="LiveId" clId="{3598AC43-F96F-4B7B-9753-863815C9274C}" dt="2026-04-02T00:50:05.626" v="2983" actId="2711"/>
          <ac:spMkLst>
            <pc:docMk/>
            <pc:sldMk cId="2592473561" sldId="356"/>
            <ac:spMk id="2" creationId="{D417D1BF-21D0-B493-E7AE-AF456ADE25EE}"/>
          </ac:spMkLst>
        </pc:spChg>
        <pc:spChg chg="mod">
          <ac:chgData name="Lê Ngọc Lành" userId="8e0c50ca425b090c" providerId="LiveId" clId="{3598AC43-F96F-4B7B-9753-863815C9274C}" dt="2026-04-02T01:09:12.976" v="3082" actId="20577"/>
          <ac:spMkLst>
            <pc:docMk/>
            <pc:sldMk cId="2592473561" sldId="356"/>
            <ac:spMk id="8195" creationId="{6FE1E489-A8E7-65A8-E261-33C2234F4FE2}"/>
          </ac:spMkLst>
        </pc:spChg>
      </pc:sldChg>
      <pc:sldChg chg="modSp add mod ord">
        <pc:chgData name="Lê Ngọc Lành" userId="8e0c50ca425b090c" providerId="LiveId" clId="{3598AC43-F96F-4B7B-9753-863815C9274C}" dt="2026-04-02T00:50:57.682" v="2989" actId="404"/>
        <pc:sldMkLst>
          <pc:docMk/>
          <pc:sldMk cId="513060099" sldId="357"/>
        </pc:sldMkLst>
        <pc:spChg chg="mod">
          <ac:chgData name="Lê Ngọc Lành" userId="8e0c50ca425b090c" providerId="LiveId" clId="{3598AC43-F96F-4B7B-9753-863815C9274C}" dt="2026-04-01T02:28:35.065" v="580" actId="20577"/>
          <ac:spMkLst>
            <pc:docMk/>
            <pc:sldMk cId="513060099" sldId="357"/>
            <ac:spMk id="2" creationId="{33DA87D5-C507-2B3E-6CD2-0BD29DF419C0}"/>
          </ac:spMkLst>
        </pc:spChg>
        <pc:spChg chg="mod">
          <ac:chgData name="Lê Ngọc Lành" userId="8e0c50ca425b090c" providerId="LiveId" clId="{3598AC43-F96F-4B7B-9753-863815C9274C}" dt="2026-04-02T00:50:57.682" v="2989" actId="404"/>
          <ac:spMkLst>
            <pc:docMk/>
            <pc:sldMk cId="513060099" sldId="357"/>
            <ac:spMk id="8195" creationId="{FFD9FF0C-1C3F-9F31-E2E5-7779A7AE8869}"/>
          </ac:spMkLst>
        </pc:spChg>
      </pc:sldChg>
      <pc:sldChg chg="addSp modSp add mod">
        <pc:chgData name="Lê Ngọc Lành" userId="8e0c50ca425b090c" providerId="LiveId" clId="{3598AC43-F96F-4B7B-9753-863815C9274C}" dt="2026-04-02T00:50:17.025" v="2984" actId="2711"/>
        <pc:sldMkLst>
          <pc:docMk/>
          <pc:sldMk cId="1540507818" sldId="358"/>
        </pc:sldMkLst>
        <pc:spChg chg="mod">
          <ac:chgData name="Lê Ngọc Lành" userId="8e0c50ca425b090c" providerId="LiveId" clId="{3598AC43-F96F-4B7B-9753-863815C9274C}" dt="2026-04-02T00:50:17.025" v="2984" actId="2711"/>
          <ac:spMkLst>
            <pc:docMk/>
            <pc:sldMk cId="1540507818" sldId="358"/>
            <ac:spMk id="2" creationId="{9E4A8508-8DBB-00A5-0CAA-B09806BF56B6}"/>
          </ac:spMkLst>
        </pc:spChg>
        <pc:spChg chg="mod">
          <ac:chgData name="Lê Ngọc Lành" userId="8e0c50ca425b090c" providerId="LiveId" clId="{3598AC43-F96F-4B7B-9753-863815C9274C}" dt="2026-03-31T10:21:33.522" v="530"/>
          <ac:spMkLst>
            <pc:docMk/>
            <pc:sldMk cId="1540507818" sldId="358"/>
            <ac:spMk id="8195" creationId="{7817B260-C2FA-EA80-E744-F47AD6ED4F4C}"/>
          </ac:spMkLst>
        </pc:spChg>
      </pc:sldChg>
      <pc:sldChg chg="modSp add mod">
        <pc:chgData name="Lê Ngọc Lành" userId="8e0c50ca425b090c" providerId="LiveId" clId="{3598AC43-F96F-4B7B-9753-863815C9274C}" dt="2026-04-02T00:50:27.197" v="2985" actId="2711"/>
        <pc:sldMkLst>
          <pc:docMk/>
          <pc:sldMk cId="3470284990" sldId="359"/>
        </pc:sldMkLst>
        <pc:spChg chg="mod">
          <ac:chgData name="Lê Ngọc Lành" userId="8e0c50ca425b090c" providerId="LiveId" clId="{3598AC43-F96F-4B7B-9753-863815C9274C}" dt="2026-04-02T00:50:27.197" v="2985" actId="2711"/>
          <ac:spMkLst>
            <pc:docMk/>
            <pc:sldMk cId="3470284990" sldId="359"/>
            <ac:spMk id="2" creationId="{A6910BDD-4094-F268-23AC-7B648F36FDA7}"/>
          </ac:spMkLst>
        </pc:spChg>
        <pc:spChg chg="mod">
          <ac:chgData name="Lê Ngọc Lành" userId="8e0c50ca425b090c" providerId="LiveId" clId="{3598AC43-F96F-4B7B-9753-863815C9274C}" dt="2026-03-31T10:22:07.015" v="533"/>
          <ac:spMkLst>
            <pc:docMk/>
            <pc:sldMk cId="3470284990" sldId="359"/>
            <ac:spMk id="8195" creationId="{68346BF8-349D-0CCA-E413-38619465D2EC}"/>
          </ac:spMkLst>
        </pc:spChg>
      </pc:sldChg>
      <pc:sldChg chg="modSp add mod ord">
        <pc:chgData name="Lê Ngọc Lành" userId="8e0c50ca425b090c" providerId="LiveId" clId="{3598AC43-F96F-4B7B-9753-863815C9274C}" dt="2026-04-01T23:56:43.887" v="2556"/>
        <pc:sldMkLst>
          <pc:docMk/>
          <pc:sldMk cId="734376838" sldId="360"/>
        </pc:sldMkLst>
        <pc:spChg chg="mod">
          <ac:chgData name="Lê Ngọc Lành" userId="8e0c50ca425b090c" providerId="LiveId" clId="{3598AC43-F96F-4B7B-9753-863815C9274C}" dt="2026-04-01T23:56:43.887" v="2556"/>
          <ac:spMkLst>
            <pc:docMk/>
            <pc:sldMk cId="734376838" sldId="360"/>
            <ac:spMk id="8195" creationId="{4A50E4E9-CB81-995A-F7AB-12DFF50CD1C7}"/>
          </ac:spMkLst>
        </pc:spChg>
      </pc:sldChg>
      <pc:sldChg chg="addSp delSp modSp add del mod">
        <pc:chgData name="Lê Ngọc Lành" userId="8e0c50ca425b090c" providerId="LiveId" clId="{3598AC43-F96F-4B7B-9753-863815C9274C}" dt="2026-04-01T09:18:44.016" v="1338" actId="47"/>
        <pc:sldMkLst>
          <pc:docMk/>
          <pc:sldMk cId="1056654140" sldId="361"/>
        </pc:sldMkLst>
        <pc:spChg chg="mod">
          <ac:chgData name="Lê Ngọc Lành" userId="8e0c50ca425b090c" providerId="LiveId" clId="{3598AC43-F96F-4B7B-9753-863815C9274C}" dt="2026-04-01T08:41:03.316" v="1277" actId="2711"/>
          <ac:spMkLst>
            <pc:docMk/>
            <pc:sldMk cId="1056654140" sldId="361"/>
            <ac:spMk id="2" creationId="{DB18FC46-0D6D-E91B-0FFF-4E6169F3708D}"/>
          </ac:spMkLst>
        </pc:spChg>
        <pc:spChg chg="mod">
          <ac:chgData name="Lê Ngọc Lành" userId="8e0c50ca425b090c" providerId="LiveId" clId="{3598AC43-F96F-4B7B-9753-863815C9274C}" dt="2026-04-01T08:43:18.849" v="1288" actId="20577"/>
          <ac:spMkLst>
            <pc:docMk/>
            <pc:sldMk cId="1056654140" sldId="361"/>
            <ac:spMk id="8195" creationId="{75E3AE0B-6E5F-7DB7-7868-4CB39B1CC465}"/>
          </ac:spMkLst>
        </pc:spChg>
        <pc:graphicFrameChg chg="add del mod modGraphic">
          <ac:chgData name="Lê Ngọc Lành" userId="8e0c50ca425b090c" providerId="LiveId" clId="{3598AC43-F96F-4B7B-9753-863815C9274C}" dt="2026-04-01T08:44:59.855" v="1308" actId="478"/>
          <ac:graphicFrameMkLst>
            <pc:docMk/>
            <pc:sldMk cId="1056654140" sldId="361"/>
            <ac:graphicFrameMk id="3" creationId="{8083D4B1-1484-BDA6-10E5-3082837DE47B}"/>
          </ac:graphicFrameMkLst>
        </pc:graphicFrameChg>
        <pc:graphicFrameChg chg="add del mod modGraphic">
          <ac:chgData name="Lê Ngọc Lành" userId="8e0c50ca425b090c" providerId="LiveId" clId="{3598AC43-F96F-4B7B-9753-863815C9274C}" dt="2026-04-01T08:48:28.901" v="1337" actId="478"/>
          <ac:graphicFrameMkLst>
            <pc:docMk/>
            <pc:sldMk cId="1056654140" sldId="361"/>
            <ac:graphicFrameMk id="4" creationId="{95D150A1-F6CD-5775-A010-2CC42FA3D32B}"/>
          </ac:graphicFrameMkLst>
        </pc:graphicFrameChg>
        <pc:graphicFrameChg chg="add mod">
          <ac:chgData name="Lê Ngọc Lành" userId="8e0c50ca425b090c" providerId="LiveId" clId="{3598AC43-F96F-4B7B-9753-863815C9274C}" dt="2026-04-01T08:45:57.441" v="1330"/>
          <ac:graphicFrameMkLst>
            <pc:docMk/>
            <pc:sldMk cId="1056654140" sldId="361"/>
            <ac:graphicFrameMk id="5" creationId="{9F464225-20E1-3A92-CBC4-64C55D951FDE}"/>
          </ac:graphicFrameMkLst>
        </pc:graphicFrameChg>
      </pc:sldChg>
      <pc:sldChg chg="addSp delSp modSp add mod ord">
        <pc:chgData name="Lê Ngọc Lành" userId="8e0c50ca425b090c" providerId="LiveId" clId="{3598AC43-F96F-4B7B-9753-863815C9274C}" dt="2026-04-02T00:33:48.241" v="2789" actId="478"/>
        <pc:sldMkLst>
          <pc:docMk/>
          <pc:sldMk cId="2849476824" sldId="361"/>
        </pc:sldMkLst>
        <pc:spChg chg="mod">
          <ac:chgData name="Lê Ngọc Lành" userId="8e0c50ca425b090c" providerId="LiveId" clId="{3598AC43-F96F-4B7B-9753-863815C9274C}" dt="2026-04-02T00:33:25.419" v="2788" actId="27636"/>
          <ac:spMkLst>
            <pc:docMk/>
            <pc:sldMk cId="2849476824" sldId="361"/>
            <ac:spMk id="2" creationId="{2847D7F6-1FEE-C6CB-7536-54678CF0FD92}"/>
          </ac:spMkLst>
        </pc:spChg>
        <pc:spChg chg="add mod">
          <ac:chgData name="Lê Ngọc Lành" userId="8e0c50ca425b090c" providerId="LiveId" clId="{3598AC43-F96F-4B7B-9753-863815C9274C}" dt="2026-04-02T00:14:46.746" v="2642"/>
          <ac:spMkLst>
            <pc:docMk/>
            <pc:sldMk cId="2849476824" sldId="361"/>
            <ac:spMk id="4" creationId="{09E46523-8FB8-8133-92F0-A2E31ABF1100}"/>
          </ac:spMkLst>
        </pc:spChg>
        <pc:spChg chg="add mod">
          <ac:chgData name="Lê Ngọc Lành" userId="8e0c50ca425b090c" providerId="LiveId" clId="{3598AC43-F96F-4B7B-9753-863815C9274C}" dt="2026-04-02T00:33:19.610" v="2786" actId="1076"/>
          <ac:spMkLst>
            <pc:docMk/>
            <pc:sldMk cId="2849476824" sldId="361"/>
            <ac:spMk id="5" creationId="{91D4302D-A1A8-8A4B-D403-B4C57AE458AC}"/>
          </ac:spMkLst>
        </pc:spChg>
        <pc:spChg chg="add del">
          <ac:chgData name="Lê Ngọc Lành" userId="8e0c50ca425b090c" providerId="LiveId" clId="{3598AC43-F96F-4B7B-9753-863815C9274C}" dt="2026-04-02T00:33:48.241" v="2789" actId="478"/>
          <ac:spMkLst>
            <pc:docMk/>
            <pc:sldMk cId="2849476824" sldId="361"/>
            <ac:spMk id="8195" creationId="{0D9BBA43-9644-1652-3F9D-19C7FDCBE76F}"/>
          </ac:spMkLst>
        </pc:spChg>
        <pc:graphicFrameChg chg="add mod modGraphic">
          <ac:chgData name="Lê Ngọc Lành" userId="8e0c50ca425b090c" providerId="LiveId" clId="{3598AC43-F96F-4B7B-9753-863815C9274C}" dt="2026-04-02T00:14:43.202" v="2640" actId="1076"/>
          <ac:graphicFrameMkLst>
            <pc:docMk/>
            <pc:sldMk cId="2849476824" sldId="361"/>
            <ac:graphicFrameMk id="3" creationId="{EE20B7A4-FE2A-E53B-B7FA-21167E8580A7}"/>
          </ac:graphicFrameMkLst>
        </pc:graphicFrameChg>
      </pc:sldChg>
      <pc:sldChg chg="addSp delSp modSp add mod ord">
        <pc:chgData name="Lê Ngọc Lành" userId="8e0c50ca425b090c" providerId="LiveId" clId="{3598AC43-F96F-4B7B-9753-863815C9274C}" dt="2026-04-02T00:34:26.615" v="2797" actId="27636"/>
        <pc:sldMkLst>
          <pc:docMk/>
          <pc:sldMk cId="957569751" sldId="362"/>
        </pc:sldMkLst>
        <pc:spChg chg="mod">
          <ac:chgData name="Lê Ngọc Lành" userId="8e0c50ca425b090c" providerId="LiveId" clId="{3598AC43-F96F-4B7B-9753-863815C9274C}" dt="2026-04-02T00:34:26.615" v="2797" actId="27636"/>
          <ac:spMkLst>
            <pc:docMk/>
            <pc:sldMk cId="957569751" sldId="362"/>
            <ac:spMk id="2" creationId="{417E1330-455B-99C2-5334-291712AFD9B2}"/>
          </ac:spMkLst>
        </pc:spChg>
        <pc:spChg chg="add mod">
          <ac:chgData name="Lê Ngọc Lành" userId="8e0c50ca425b090c" providerId="LiveId" clId="{3598AC43-F96F-4B7B-9753-863815C9274C}" dt="2026-04-02T00:34:11.027" v="2795" actId="1076"/>
          <ac:spMkLst>
            <pc:docMk/>
            <pc:sldMk cId="957569751" sldId="362"/>
            <ac:spMk id="4" creationId="{CB9EAFB6-F508-7663-B98E-D415CC35A53A}"/>
          </ac:spMkLst>
        </pc:spChg>
        <pc:spChg chg="del">
          <ac:chgData name="Lê Ngọc Lành" userId="8e0c50ca425b090c" providerId="LiveId" clId="{3598AC43-F96F-4B7B-9753-863815C9274C}" dt="2026-04-02T00:33:56.378" v="2791" actId="478"/>
          <ac:spMkLst>
            <pc:docMk/>
            <pc:sldMk cId="957569751" sldId="362"/>
            <ac:spMk id="8195" creationId="{CCFA88EE-9462-8311-F5A3-AF470C03E505}"/>
          </ac:spMkLst>
        </pc:spChg>
        <pc:graphicFrameChg chg="add mod modGraphic">
          <ac:chgData name="Lê Ngọc Lành" userId="8e0c50ca425b090c" providerId="LiveId" clId="{3598AC43-F96F-4B7B-9753-863815C9274C}" dt="2026-04-02T00:15:05.943" v="2647" actId="1076"/>
          <ac:graphicFrameMkLst>
            <pc:docMk/>
            <pc:sldMk cId="957569751" sldId="362"/>
            <ac:graphicFrameMk id="3" creationId="{69DB9E46-46CC-5CE4-1077-9D21B055BFEE}"/>
          </ac:graphicFrameMkLst>
        </pc:graphicFrameChg>
      </pc:sldChg>
      <pc:sldChg chg="add del">
        <pc:chgData name="Lê Ngọc Lành" userId="8e0c50ca425b090c" providerId="LiveId" clId="{3598AC43-F96F-4B7B-9753-863815C9274C}" dt="2026-04-01T09:19:05.272" v="1340" actId="47"/>
        <pc:sldMkLst>
          <pc:docMk/>
          <pc:sldMk cId="3536559178" sldId="362"/>
        </pc:sldMkLst>
      </pc:sldChg>
      <pc:sldChg chg="addSp delSp modSp add mod ord">
        <pc:chgData name="Lê Ngọc Lành" userId="8e0c50ca425b090c" providerId="LiveId" clId="{3598AC43-F96F-4B7B-9753-863815C9274C}" dt="2026-04-02T00:35:08.765" v="2807" actId="27636"/>
        <pc:sldMkLst>
          <pc:docMk/>
          <pc:sldMk cId="1702896796" sldId="363"/>
        </pc:sldMkLst>
        <pc:spChg chg="mod">
          <ac:chgData name="Lê Ngọc Lành" userId="8e0c50ca425b090c" providerId="LiveId" clId="{3598AC43-F96F-4B7B-9753-863815C9274C}" dt="2026-04-02T00:35:08.765" v="2807" actId="27636"/>
          <ac:spMkLst>
            <pc:docMk/>
            <pc:sldMk cId="1702896796" sldId="363"/>
            <ac:spMk id="2" creationId="{AD866175-A45A-0748-D105-BA3FF92BDD58}"/>
          </ac:spMkLst>
        </pc:spChg>
        <pc:spChg chg="add mod">
          <ac:chgData name="Lê Ngọc Lành" userId="8e0c50ca425b090c" providerId="LiveId" clId="{3598AC43-F96F-4B7B-9753-863815C9274C}" dt="2026-04-02T00:34:51.039" v="2804" actId="1076"/>
          <ac:spMkLst>
            <pc:docMk/>
            <pc:sldMk cId="1702896796" sldId="363"/>
            <ac:spMk id="4" creationId="{D1FD673B-5DA7-1B94-4D6D-9FFE080A99A8}"/>
          </ac:spMkLst>
        </pc:spChg>
        <pc:spChg chg="del">
          <ac:chgData name="Lê Ngọc Lành" userId="8e0c50ca425b090c" providerId="LiveId" clId="{3598AC43-F96F-4B7B-9753-863815C9274C}" dt="2026-04-02T00:34:37.073" v="2798" actId="478"/>
          <ac:spMkLst>
            <pc:docMk/>
            <pc:sldMk cId="1702896796" sldId="363"/>
            <ac:spMk id="8195" creationId="{310830EE-59CC-192D-6EE4-1F04D5D64736}"/>
          </ac:spMkLst>
        </pc:spChg>
        <pc:graphicFrameChg chg="add mod modGraphic">
          <ac:chgData name="Lê Ngọc Lành" userId="8e0c50ca425b090c" providerId="LiveId" clId="{3598AC43-F96F-4B7B-9753-863815C9274C}" dt="2026-04-02T00:15:23.142" v="2652" actId="1076"/>
          <ac:graphicFrameMkLst>
            <pc:docMk/>
            <pc:sldMk cId="1702896796" sldId="363"/>
            <ac:graphicFrameMk id="3" creationId="{09349BFE-747E-BC53-F024-9F0B3C2AE1C4}"/>
          </ac:graphicFrameMkLst>
        </pc:graphicFrameChg>
      </pc:sldChg>
      <pc:sldChg chg="addSp delSp modSp add mod ord">
        <pc:chgData name="Lê Ngọc Lành" userId="8e0c50ca425b090c" providerId="LiveId" clId="{3598AC43-F96F-4B7B-9753-863815C9274C}" dt="2026-04-02T00:35:45.757" v="2817" actId="1076"/>
        <pc:sldMkLst>
          <pc:docMk/>
          <pc:sldMk cId="2260304004" sldId="364"/>
        </pc:sldMkLst>
        <pc:spChg chg="mod">
          <ac:chgData name="Lê Ngọc Lành" userId="8e0c50ca425b090c" providerId="LiveId" clId="{3598AC43-F96F-4B7B-9753-863815C9274C}" dt="2026-04-02T00:35:31.672" v="2811" actId="1076"/>
          <ac:spMkLst>
            <pc:docMk/>
            <pc:sldMk cId="2260304004" sldId="364"/>
            <ac:spMk id="2" creationId="{685827D7-77CD-5AAA-22CF-DF257DF769E2}"/>
          </ac:spMkLst>
        </pc:spChg>
        <pc:spChg chg="add mod">
          <ac:chgData name="Lê Ngọc Lành" userId="8e0c50ca425b090c" providerId="LiveId" clId="{3598AC43-F96F-4B7B-9753-863815C9274C}" dt="2026-04-02T00:35:45.757" v="2817" actId="1076"/>
          <ac:spMkLst>
            <pc:docMk/>
            <pc:sldMk cId="2260304004" sldId="364"/>
            <ac:spMk id="4" creationId="{AE0FC612-00BF-FC06-0748-EC832BAE8ADC}"/>
          </ac:spMkLst>
        </pc:spChg>
        <pc:spChg chg="del">
          <ac:chgData name="Lê Ngọc Lành" userId="8e0c50ca425b090c" providerId="LiveId" clId="{3598AC43-F96F-4B7B-9753-863815C9274C}" dt="2026-04-02T00:35:02.312" v="2805" actId="478"/>
          <ac:spMkLst>
            <pc:docMk/>
            <pc:sldMk cId="2260304004" sldId="364"/>
            <ac:spMk id="8195" creationId="{5702AFB3-3A89-2F0A-6E53-FE19CDE41F82}"/>
          </ac:spMkLst>
        </pc:spChg>
        <pc:graphicFrameChg chg="add mod modGraphic">
          <ac:chgData name="Lê Ngọc Lành" userId="8e0c50ca425b090c" providerId="LiveId" clId="{3598AC43-F96F-4B7B-9753-863815C9274C}" dt="2026-04-02T00:15:38.717" v="2657" actId="1076"/>
          <ac:graphicFrameMkLst>
            <pc:docMk/>
            <pc:sldMk cId="2260304004" sldId="364"/>
            <ac:graphicFrameMk id="3" creationId="{DCA1193B-196E-CA5A-12C3-AD0656D1F3B5}"/>
          </ac:graphicFrameMkLst>
        </pc:graphicFrameChg>
      </pc:sldChg>
      <pc:sldChg chg="addSp delSp modSp add mod ord">
        <pc:chgData name="Lê Ngọc Lành" userId="8e0c50ca425b090c" providerId="LiveId" clId="{3598AC43-F96F-4B7B-9753-863815C9274C}" dt="2026-04-02T00:36:25.720" v="2829" actId="14100"/>
        <pc:sldMkLst>
          <pc:docMk/>
          <pc:sldMk cId="430446296" sldId="365"/>
        </pc:sldMkLst>
        <pc:spChg chg="mod">
          <ac:chgData name="Lê Ngọc Lành" userId="8e0c50ca425b090c" providerId="LiveId" clId="{3598AC43-F96F-4B7B-9753-863815C9274C}" dt="2026-04-02T00:36:25.720" v="2829" actId="14100"/>
          <ac:spMkLst>
            <pc:docMk/>
            <pc:sldMk cId="430446296" sldId="365"/>
            <ac:spMk id="2" creationId="{B7A96F24-0CDE-8B0E-462B-7F19ECC5CA46}"/>
          </ac:spMkLst>
        </pc:spChg>
        <pc:spChg chg="add mod">
          <ac:chgData name="Lê Ngọc Lành" userId="8e0c50ca425b090c" providerId="LiveId" clId="{3598AC43-F96F-4B7B-9753-863815C9274C}" dt="2026-04-02T00:36:10.226" v="2824" actId="1076"/>
          <ac:spMkLst>
            <pc:docMk/>
            <pc:sldMk cId="430446296" sldId="365"/>
            <ac:spMk id="4" creationId="{A61CED7C-4C7A-A3CD-6CAE-7ECF8CC8B14D}"/>
          </ac:spMkLst>
        </pc:spChg>
        <pc:spChg chg="del">
          <ac:chgData name="Lê Ngọc Lành" userId="8e0c50ca425b090c" providerId="LiveId" clId="{3598AC43-F96F-4B7B-9753-863815C9274C}" dt="2026-04-02T00:35:57.027" v="2818" actId="478"/>
          <ac:spMkLst>
            <pc:docMk/>
            <pc:sldMk cId="430446296" sldId="365"/>
            <ac:spMk id="8195" creationId="{76A6F4EF-109D-084C-04C0-A61550970A58}"/>
          </ac:spMkLst>
        </pc:spChg>
        <pc:graphicFrameChg chg="add mod modGraphic">
          <ac:chgData name="Lê Ngọc Lành" userId="8e0c50ca425b090c" providerId="LiveId" clId="{3598AC43-F96F-4B7B-9753-863815C9274C}" dt="2026-04-02T00:15:59.220" v="2662" actId="1076"/>
          <ac:graphicFrameMkLst>
            <pc:docMk/>
            <pc:sldMk cId="430446296" sldId="365"/>
            <ac:graphicFrameMk id="3" creationId="{DA848ADA-BF22-3A28-1724-4B3A0CCF016B}"/>
          </ac:graphicFrameMkLst>
        </pc:graphicFrameChg>
      </pc:sldChg>
      <pc:sldChg chg="addSp delSp modSp add mod ord">
        <pc:chgData name="Lê Ngọc Lành" userId="8e0c50ca425b090c" providerId="LiveId" clId="{3598AC43-F96F-4B7B-9753-863815C9274C}" dt="2026-04-02T00:36:53.101" v="2837" actId="1076"/>
        <pc:sldMkLst>
          <pc:docMk/>
          <pc:sldMk cId="3894251851" sldId="366"/>
        </pc:sldMkLst>
        <pc:spChg chg="mod">
          <ac:chgData name="Lê Ngọc Lành" userId="8e0c50ca425b090c" providerId="LiveId" clId="{3598AC43-F96F-4B7B-9753-863815C9274C}" dt="2026-04-02T00:36:38.872" v="2830" actId="2711"/>
          <ac:spMkLst>
            <pc:docMk/>
            <pc:sldMk cId="3894251851" sldId="366"/>
            <ac:spMk id="2" creationId="{0D8C7F4E-694E-8E92-1495-C1B71585D8FC}"/>
          </ac:spMkLst>
        </pc:spChg>
        <pc:spChg chg="add mod">
          <ac:chgData name="Lê Ngọc Lành" userId="8e0c50ca425b090c" providerId="LiveId" clId="{3598AC43-F96F-4B7B-9753-863815C9274C}" dt="2026-04-02T00:36:53.101" v="2837" actId="1076"/>
          <ac:spMkLst>
            <pc:docMk/>
            <pc:sldMk cId="3894251851" sldId="366"/>
            <ac:spMk id="4" creationId="{D0F001A6-9593-44B6-DD52-913C6ECFF453}"/>
          </ac:spMkLst>
        </pc:spChg>
        <pc:spChg chg="del">
          <ac:chgData name="Lê Ngọc Lành" userId="8e0c50ca425b090c" providerId="LiveId" clId="{3598AC43-F96F-4B7B-9753-863815C9274C}" dt="2026-04-02T00:36:42.023" v="2831" actId="478"/>
          <ac:spMkLst>
            <pc:docMk/>
            <pc:sldMk cId="3894251851" sldId="366"/>
            <ac:spMk id="8195" creationId="{03F3A5DA-5054-EBCD-93A9-EB01B92E4C58}"/>
          </ac:spMkLst>
        </pc:spChg>
        <pc:graphicFrameChg chg="add mod modGraphic">
          <ac:chgData name="Lê Ngọc Lành" userId="8e0c50ca425b090c" providerId="LiveId" clId="{3598AC43-F96F-4B7B-9753-863815C9274C}" dt="2026-04-02T00:16:14.665" v="2667" actId="1076"/>
          <ac:graphicFrameMkLst>
            <pc:docMk/>
            <pc:sldMk cId="3894251851" sldId="366"/>
            <ac:graphicFrameMk id="3" creationId="{85D019D5-67FF-9EEB-35E4-C7AE1E2668EE}"/>
          </ac:graphicFrameMkLst>
        </pc:graphicFrameChg>
      </pc:sldChg>
      <pc:sldChg chg="modSp add mod ord">
        <pc:chgData name="Lê Ngọc Lành" userId="8e0c50ca425b090c" providerId="LiveId" clId="{3598AC43-F96F-4B7B-9753-863815C9274C}" dt="2026-04-02T00:43:36.111" v="2894" actId="2711"/>
        <pc:sldMkLst>
          <pc:docMk/>
          <pc:sldMk cId="3362525353" sldId="367"/>
        </pc:sldMkLst>
        <pc:spChg chg="mod">
          <ac:chgData name="Lê Ngọc Lành" userId="8e0c50ca425b090c" providerId="LiveId" clId="{3598AC43-F96F-4B7B-9753-863815C9274C}" dt="2026-04-02T00:43:36.111" v="2894" actId="2711"/>
          <ac:spMkLst>
            <pc:docMk/>
            <pc:sldMk cId="3362525353" sldId="367"/>
            <ac:spMk id="8195" creationId="{95F4E757-8A36-4668-C2E1-1A8042C7244A}"/>
          </ac:spMkLst>
        </pc:spChg>
      </pc:sldChg>
      <pc:sldChg chg="modSp add mod">
        <pc:chgData name="Lê Ngọc Lành" userId="8e0c50ca425b090c" providerId="LiveId" clId="{3598AC43-F96F-4B7B-9753-863815C9274C}" dt="2026-04-02T00:50:51.772" v="2988" actId="27636"/>
        <pc:sldMkLst>
          <pc:docMk/>
          <pc:sldMk cId="994985761" sldId="368"/>
        </pc:sldMkLst>
        <pc:spChg chg="mod">
          <ac:chgData name="Lê Ngọc Lành" userId="8e0c50ca425b090c" providerId="LiveId" clId="{3598AC43-F96F-4B7B-9753-863815C9274C}" dt="2026-04-02T00:50:51.772" v="2988" actId="27636"/>
          <ac:spMkLst>
            <pc:docMk/>
            <pc:sldMk cId="994985761" sldId="368"/>
            <ac:spMk id="8195" creationId="{EA576F40-185E-E1D2-47C9-5F6F07C65B51}"/>
          </ac:spMkLst>
        </pc:spChg>
      </pc:sldChg>
      <pc:sldChg chg="addSp delSp modSp add mod">
        <pc:chgData name="Lê Ngọc Lành" userId="8e0c50ca425b090c" providerId="LiveId" clId="{3598AC43-F96F-4B7B-9753-863815C9274C}" dt="2026-04-02T00:44:40.477" v="2912" actId="255"/>
        <pc:sldMkLst>
          <pc:docMk/>
          <pc:sldMk cId="69372601" sldId="369"/>
        </pc:sldMkLst>
        <pc:spChg chg="mod">
          <ac:chgData name="Lê Ngọc Lành" userId="8e0c50ca425b090c" providerId="LiveId" clId="{3598AC43-F96F-4B7B-9753-863815C9274C}" dt="2026-04-02T00:40:22.851" v="2873" actId="2711"/>
          <ac:spMkLst>
            <pc:docMk/>
            <pc:sldMk cId="69372601" sldId="369"/>
            <ac:spMk id="2" creationId="{0E0FACDF-8575-344C-19D6-A0AD18876961}"/>
          </ac:spMkLst>
        </pc:spChg>
        <pc:spChg chg="add mod">
          <ac:chgData name="Lê Ngọc Lành" userId="8e0c50ca425b090c" providerId="LiveId" clId="{3598AC43-F96F-4B7B-9753-863815C9274C}" dt="2026-04-01T23:13:11.339" v="2125" actId="164"/>
          <ac:spMkLst>
            <pc:docMk/>
            <pc:sldMk cId="69372601" sldId="369"/>
            <ac:spMk id="7" creationId="{909B755B-F9AD-CE8B-D77F-82F5C8DB5E0B}"/>
          </ac:spMkLst>
        </pc:spChg>
        <pc:spChg chg="add mod">
          <ac:chgData name="Lê Ngọc Lành" userId="8e0c50ca425b090c" providerId="LiveId" clId="{3598AC43-F96F-4B7B-9753-863815C9274C}" dt="2026-04-01T23:13:11.339" v="2125" actId="164"/>
          <ac:spMkLst>
            <pc:docMk/>
            <pc:sldMk cId="69372601" sldId="369"/>
            <ac:spMk id="8" creationId="{9B376EAF-2F44-7CFC-CF57-81A82C45AF4C}"/>
          </ac:spMkLst>
        </pc:spChg>
        <pc:spChg chg="add mod ord">
          <ac:chgData name="Lê Ngọc Lành" userId="8e0c50ca425b090c" providerId="LiveId" clId="{3598AC43-F96F-4B7B-9753-863815C9274C}" dt="2026-04-01T23:15:04.011" v="2137" actId="164"/>
          <ac:spMkLst>
            <pc:docMk/>
            <pc:sldMk cId="69372601" sldId="369"/>
            <ac:spMk id="10" creationId="{EE38E202-875E-1D4C-DBB8-2174F6F910ED}"/>
          </ac:spMkLst>
        </pc:spChg>
        <pc:spChg chg="add mod">
          <ac:chgData name="Lê Ngọc Lành" userId="8e0c50ca425b090c" providerId="LiveId" clId="{3598AC43-F96F-4B7B-9753-863815C9274C}" dt="2026-04-02T00:44:22.814" v="2906" actId="122"/>
          <ac:spMkLst>
            <pc:docMk/>
            <pc:sldMk cId="69372601" sldId="369"/>
            <ac:spMk id="12" creationId="{FE810C49-208D-EE30-5F1A-56E22DC4C3B5}"/>
          </ac:spMkLst>
        </pc:spChg>
        <pc:spChg chg="add mod">
          <ac:chgData name="Lê Ngọc Lành" userId="8e0c50ca425b090c" providerId="LiveId" clId="{3598AC43-F96F-4B7B-9753-863815C9274C}" dt="2026-04-02T00:44:40.477" v="2912" actId="255"/>
          <ac:spMkLst>
            <pc:docMk/>
            <pc:sldMk cId="69372601" sldId="369"/>
            <ac:spMk id="13" creationId="{B77919D2-C7C1-EFCB-A950-DF2DF22648F2}"/>
          </ac:spMkLst>
        </pc:spChg>
        <pc:spChg chg="del mod">
          <ac:chgData name="Lê Ngọc Lành" userId="8e0c50ca425b090c" providerId="LiveId" clId="{3598AC43-F96F-4B7B-9753-863815C9274C}" dt="2026-04-02T00:44:26.675" v="2907" actId="478"/>
          <ac:spMkLst>
            <pc:docMk/>
            <pc:sldMk cId="69372601" sldId="369"/>
            <ac:spMk id="8195" creationId="{F7185257-51B8-5227-E6E5-B65B4BC35DC1}"/>
          </ac:spMkLst>
        </pc:spChg>
        <pc:grpChg chg="add mod">
          <ac:chgData name="Lê Ngọc Lành" userId="8e0c50ca425b090c" providerId="LiveId" clId="{3598AC43-F96F-4B7B-9753-863815C9274C}" dt="2026-04-01T23:15:04.011" v="2137" actId="164"/>
          <ac:grpSpMkLst>
            <pc:docMk/>
            <pc:sldMk cId="69372601" sldId="369"/>
            <ac:grpSpMk id="9" creationId="{5CAF4F9E-5D75-4C0A-B978-46FAB9894804}"/>
          </ac:grpSpMkLst>
        </pc:grpChg>
        <pc:grpChg chg="add mod">
          <ac:chgData name="Lê Ngọc Lành" userId="8e0c50ca425b090c" providerId="LiveId" clId="{3598AC43-F96F-4B7B-9753-863815C9274C}" dt="2026-04-01T23:54:42.674" v="2521" actId="1076"/>
          <ac:grpSpMkLst>
            <pc:docMk/>
            <pc:sldMk cId="69372601" sldId="369"/>
            <ac:grpSpMk id="11" creationId="{FF330C08-15C7-510C-8BFD-2A6CE43ECE8A}"/>
          </ac:grpSpMkLst>
        </pc:grpChg>
        <pc:picChg chg="add mod">
          <ac:chgData name="Lê Ngọc Lành" userId="8e0c50ca425b090c" providerId="LiveId" clId="{3598AC43-F96F-4B7B-9753-863815C9274C}" dt="2026-04-01T23:14:50.961" v="2136" actId="1076"/>
          <ac:picMkLst>
            <pc:docMk/>
            <pc:sldMk cId="69372601" sldId="369"/>
            <ac:picMk id="4" creationId="{89CDA774-71F2-B707-D527-F7DA5CCB1A58}"/>
          </ac:picMkLst>
        </pc:picChg>
        <pc:picChg chg="add mod">
          <ac:chgData name="Lê Ngọc Lành" userId="8e0c50ca425b090c" providerId="LiveId" clId="{3598AC43-F96F-4B7B-9753-863815C9274C}" dt="2026-04-01T23:06:20.835" v="1993" actId="1076"/>
          <ac:picMkLst>
            <pc:docMk/>
            <pc:sldMk cId="69372601" sldId="369"/>
            <ac:picMk id="6" creationId="{DB91CDD4-23E8-44AB-324D-5B0D3124417C}"/>
          </ac:picMkLst>
        </pc:picChg>
        <pc:picChg chg="add del mod">
          <ac:chgData name="Lê Ngọc Lành" userId="8e0c50ca425b090c" providerId="LiveId" clId="{3598AC43-F96F-4B7B-9753-863815C9274C}" dt="2026-04-01T23:05:40.802" v="1986" actId="478"/>
          <ac:picMkLst>
            <pc:docMk/>
            <pc:sldMk cId="69372601" sldId="369"/>
            <ac:picMk id="1026" creationId="{9842492C-7542-2AE6-19AB-212486D9D4C3}"/>
          </ac:picMkLst>
        </pc:picChg>
      </pc:sldChg>
      <pc:sldChg chg="addSp delSp modSp add mod">
        <pc:chgData name="Lê Ngọc Lành" userId="8e0c50ca425b090c" providerId="LiveId" clId="{3598AC43-F96F-4B7B-9753-863815C9274C}" dt="2026-04-02T00:47:04.642" v="2946" actId="1076"/>
        <pc:sldMkLst>
          <pc:docMk/>
          <pc:sldMk cId="2319852134" sldId="370"/>
        </pc:sldMkLst>
        <pc:spChg chg="mod">
          <ac:chgData name="Lê Ngọc Lành" userId="8e0c50ca425b090c" providerId="LiveId" clId="{3598AC43-F96F-4B7B-9753-863815C9274C}" dt="2026-04-01T23:29:35.393" v="2177" actId="404"/>
          <ac:spMkLst>
            <pc:docMk/>
            <pc:sldMk cId="2319852134" sldId="370"/>
            <ac:spMk id="2" creationId="{4951D43D-0EBB-DEDD-978F-0BD470403FAD}"/>
          </ac:spMkLst>
        </pc:spChg>
        <pc:spChg chg="add mod">
          <ac:chgData name="Lê Ngọc Lành" userId="8e0c50ca425b090c" providerId="LiveId" clId="{3598AC43-F96F-4B7B-9753-863815C9274C}" dt="2026-04-01T23:50:34.587" v="2374"/>
          <ac:spMkLst>
            <pc:docMk/>
            <pc:sldMk cId="2319852134" sldId="370"/>
            <ac:spMk id="8" creationId="{DC5B582D-F68A-AA0F-F71B-DBF9E0E2632E}"/>
          </ac:spMkLst>
        </pc:spChg>
        <pc:spChg chg="add mod">
          <ac:chgData name="Lê Ngọc Lành" userId="8e0c50ca425b090c" providerId="LiveId" clId="{3598AC43-F96F-4B7B-9753-863815C9274C}" dt="2026-04-02T00:46:33.182" v="2937" actId="122"/>
          <ac:spMkLst>
            <pc:docMk/>
            <pc:sldMk cId="2319852134" sldId="370"/>
            <ac:spMk id="9" creationId="{7863BC41-7698-D97B-D8AC-3FB0EFDEDB71}"/>
          </ac:spMkLst>
        </pc:spChg>
        <pc:spChg chg="add mod">
          <ac:chgData name="Lê Ngọc Lành" userId="8e0c50ca425b090c" providerId="LiveId" clId="{3598AC43-F96F-4B7B-9753-863815C9274C}" dt="2026-04-01T23:51:02.133" v="2380"/>
          <ac:spMkLst>
            <pc:docMk/>
            <pc:sldMk cId="2319852134" sldId="370"/>
            <ac:spMk id="10" creationId="{A9A83623-35C2-D622-2F6F-3288C42458A1}"/>
          </ac:spMkLst>
        </pc:spChg>
        <pc:spChg chg="add mod">
          <ac:chgData name="Lê Ngọc Lành" userId="8e0c50ca425b090c" providerId="LiveId" clId="{3598AC43-F96F-4B7B-9753-863815C9274C}" dt="2026-04-02T00:47:01.075" v="2945" actId="1076"/>
          <ac:spMkLst>
            <pc:docMk/>
            <pc:sldMk cId="2319852134" sldId="370"/>
            <ac:spMk id="11" creationId="{51BD479E-CE1E-4EC1-677E-0CEBD5CFBF23}"/>
          </ac:spMkLst>
        </pc:spChg>
        <pc:spChg chg="add del mod">
          <ac:chgData name="Lê Ngọc Lành" userId="8e0c50ca425b090c" providerId="LiveId" clId="{3598AC43-F96F-4B7B-9753-863815C9274C}" dt="2026-04-01T23:51:02.133" v="2380"/>
          <ac:spMkLst>
            <pc:docMk/>
            <pc:sldMk cId="2319852134" sldId="370"/>
            <ac:spMk id="8195" creationId="{9925ADB3-1B86-1B81-3E47-EE56F6CC0BFA}"/>
          </ac:spMkLst>
        </pc:spChg>
        <pc:graphicFrameChg chg="add mod">
          <ac:chgData name="Lê Ngọc Lành" userId="8e0c50ca425b090c" providerId="LiveId" clId="{3598AC43-F96F-4B7B-9753-863815C9274C}" dt="2026-04-01T23:29:50.141" v="2179"/>
          <ac:graphicFrameMkLst>
            <pc:docMk/>
            <pc:sldMk cId="2319852134" sldId="370"/>
            <ac:graphicFrameMk id="3" creationId="{98B22D9F-FBDC-118C-1072-24335813B8A3}"/>
          </ac:graphicFrameMkLst>
        </pc:graphicFrameChg>
        <pc:graphicFrameChg chg="add del">
          <ac:chgData name="Lê Ngọc Lành" userId="8e0c50ca425b090c" providerId="LiveId" clId="{3598AC43-F96F-4B7B-9753-863815C9274C}" dt="2026-04-01T23:30:46.589" v="2185" actId="3680"/>
          <ac:graphicFrameMkLst>
            <pc:docMk/>
            <pc:sldMk cId="2319852134" sldId="370"/>
            <ac:graphicFrameMk id="6" creationId="{2FBEC273-ECCC-E783-B3DC-E57A9978DAE3}"/>
          </ac:graphicFrameMkLst>
        </pc:graphicFrameChg>
        <pc:graphicFrameChg chg="add mod modGraphic">
          <ac:chgData name="Lê Ngọc Lành" userId="8e0c50ca425b090c" providerId="LiveId" clId="{3598AC43-F96F-4B7B-9753-863815C9274C}" dt="2026-04-02T00:47:04.642" v="2946" actId="1076"/>
          <ac:graphicFrameMkLst>
            <pc:docMk/>
            <pc:sldMk cId="2319852134" sldId="370"/>
            <ac:graphicFrameMk id="7" creationId="{B56457FE-E1C8-2F26-539D-4EF53B1AE908}"/>
          </ac:graphicFrameMkLst>
        </pc:graphicFrameChg>
        <pc:picChg chg="add mod">
          <ac:chgData name="Lê Ngọc Lành" userId="8e0c50ca425b090c" providerId="LiveId" clId="{3598AC43-F96F-4B7B-9753-863815C9274C}" dt="2026-04-01T23:31:45.383" v="2200" actId="1076"/>
          <ac:picMkLst>
            <pc:docMk/>
            <pc:sldMk cId="2319852134" sldId="370"/>
            <ac:picMk id="5" creationId="{D79EAE92-8D7F-D5B7-E88A-206858774EDA}"/>
          </ac:picMkLst>
        </pc:picChg>
      </pc:sldChg>
      <pc:sldChg chg="addSp delSp modSp add mod">
        <pc:chgData name="Lê Ngọc Lành" userId="8e0c50ca425b090c" providerId="LiveId" clId="{3598AC43-F96F-4B7B-9753-863815C9274C}" dt="2026-04-02T00:48:45.110" v="2971" actId="2711"/>
        <pc:sldMkLst>
          <pc:docMk/>
          <pc:sldMk cId="2162688548" sldId="371"/>
        </pc:sldMkLst>
        <pc:spChg chg="mod">
          <ac:chgData name="Lê Ngọc Lành" userId="8e0c50ca425b090c" providerId="LiveId" clId="{3598AC43-F96F-4B7B-9753-863815C9274C}" dt="2026-04-02T00:48:45.110" v="2971" actId="2711"/>
          <ac:spMkLst>
            <pc:docMk/>
            <pc:sldMk cId="2162688548" sldId="371"/>
            <ac:spMk id="2" creationId="{367EA35C-3543-15F3-31B3-A0B018286CDC}"/>
          </ac:spMkLst>
        </pc:spChg>
        <pc:spChg chg="add mod">
          <ac:chgData name="Lê Ngọc Lành" userId="8e0c50ca425b090c" providerId="LiveId" clId="{3598AC43-F96F-4B7B-9753-863815C9274C}" dt="2026-04-01T23:47:50.885" v="2353"/>
          <ac:spMkLst>
            <pc:docMk/>
            <pc:sldMk cId="2162688548" sldId="371"/>
            <ac:spMk id="9" creationId="{7E085AEF-278E-03A0-9C56-BA3B9C510B03}"/>
          </ac:spMkLst>
        </pc:spChg>
        <pc:spChg chg="add mod">
          <ac:chgData name="Lê Ngọc Lành" userId="8e0c50ca425b090c" providerId="LiveId" clId="{3598AC43-F96F-4B7B-9753-863815C9274C}" dt="2026-04-02T00:47:32.068" v="2952" actId="404"/>
          <ac:spMkLst>
            <pc:docMk/>
            <pc:sldMk cId="2162688548" sldId="371"/>
            <ac:spMk id="10" creationId="{B677D256-37F5-3178-2907-EDB0288562AE}"/>
          </ac:spMkLst>
        </pc:spChg>
        <pc:spChg chg="add mod">
          <ac:chgData name="Lê Ngọc Lành" userId="8e0c50ca425b090c" providerId="LiveId" clId="{3598AC43-F96F-4B7B-9753-863815C9274C}" dt="2026-04-02T00:48:00.321" v="2961" actId="114"/>
          <ac:spMkLst>
            <pc:docMk/>
            <pc:sldMk cId="2162688548" sldId="371"/>
            <ac:spMk id="11" creationId="{DA87CE65-27D3-00B7-262A-2FD7D7F26864}"/>
          </ac:spMkLst>
        </pc:spChg>
        <pc:spChg chg="add del">
          <ac:chgData name="Lê Ngọc Lành" userId="8e0c50ca425b090c" providerId="LiveId" clId="{3598AC43-F96F-4B7B-9753-863815C9274C}" dt="2026-04-01T23:47:50.885" v="2353"/>
          <ac:spMkLst>
            <pc:docMk/>
            <pc:sldMk cId="2162688548" sldId="371"/>
            <ac:spMk id="8195" creationId="{4224544E-0C8D-467D-6CB6-2E4ABEF01234}"/>
          </ac:spMkLst>
        </pc:spChg>
        <pc:graphicFrameChg chg="del">
          <ac:chgData name="Lê Ngọc Lành" userId="8e0c50ca425b090c" providerId="LiveId" clId="{3598AC43-F96F-4B7B-9753-863815C9274C}" dt="2026-04-01T23:33:34.180" v="2213" actId="478"/>
          <ac:graphicFrameMkLst>
            <pc:docMk/>
            <pc:sldMk cId="2162688548" sldId="371"/>
            <ac:graphicFrameMk id="7" creationId="{1531C36C-1783-3AA0-5DF8-70778B3112CF}"/>
          </ac:graphicFrameMkLst>
        </pc:graphicFrameChg>
        <pc:picChg chg="add mod">
          <ac:chgData name="Lê Ngọc Lành" userId="8e0c50ca425b090c" providerId="LiveId" clId="{3598AC43-F96F-4B7B-9753-863815C9274C}" dt="2026-04-01T23:36:07.817" v="2230" actId="1076"/>
          <ac:picMkLst>
            <pc:docMk/>
            <pc:sldMk cId="2162688548" sldId="371"/>
            <ac:picMk id="4" creationId="{00FC0922-4905-7CA3-6D8E-129F5A279685}"/>
          </ac:picMkLst>
        </pc:picChg>
        <pc:picChg chg="mod modCrop">
          <ac:chgData name="Lê Ngọc Lành" userId="8e0c50ca425b090c" providerId="LiveId" clId="{3598AC43-F96F-4B7B-9753-863815C9274C}" dt="2026-04-01T23:36:13.617" v="2231" actId="1076"/>
          <ac:picMkLst>
            <pc:docMk/>
            <pc:sldMk cId="2162688548" sldId="371"/>
            <ac:picMk id="5" creationId="{84D40FAE-B754-1C35-964A-E60CE6A950BD}"/>
          </ac:picMkLst>
        </pc:picChg>
        <pc:picChg chg="add del">
          <ac:chgData name="Lê Ngọc Lành" userId="8e0c50ca425b090c" providerId="LiveId" clId="{3598AC43-F96F-4B7B-9753-863815C9274C}" dt="2026-04-01T23:47:41.823" v="2351" actId="22"/>
          <ac:picMkLst>
            <pc:docMk/>
            <pc:sldMk cId="2162688548" sldId="371"/>
            <ac:picMk id="8" creationId="{40EB114A-3A16-4848-A325-6AA621CC751D}"/>
          </ac:picMkLst>
        </pc:picChg>
      </pc:sldChg>
      <pc:sldChg chg="addSp delSp modSp add mod">
        <pc:chgData name="Lê Ngọc Lành" userId="8e0c50ca425b090c" providerId="LiveId" clId="{3598AC43-F96F-4B7B-9753-863815C9274C}" dt="2026-04-02T00:48:38.573" v="2970" actId="2711"/>
        <pc:sldMkLst>
          <pc:docMk/>
          <pc:sldMk cId="2903158571" sldId="372"/>
        </pc:sldMkLst>
        <pc:spChg chg="mod">
          <ac:chgData name="Lê Ngọc Lành" userId="8e0c50ca425b090c" providerId="LiveId" clId="{3598AC43-F96F-4B7B-9753-863815C9274C}" dt="2026-04-02T00:48:38.573" v="2970" actId="2711"/>
          <ac:spMkLst>
            <pc:docMk/>
            <pc:sldMk cId="2903158571" sldId="372"/>
            <ac:spMk id="2" creationId="{0F28495D-0E27-34C1-1A43-46AC4EC857F8}"/>
          </ac:spMkLst>
        </pc:spChg>
        <pc:spChg chg="add mod">
          <ac:chgData name="Lê Ngọc Lành" userId="8e0c50ca425b090c" providerId="LiveId" clId="{3598AC43-F96F-4B7B-9753-863815C9274C}" dt="2026-04-01T23:46:53.413" v="2346"/>
          <ac:spMkLst>
            <pc:docMk/>
            <pc:sldMk cId="2903158571" sldId="372"/>
            <ac:spMk id="7" creationId="{A4226E1B-E8C2-E2BC-F332-030741AAC5C7}"/>
          </ac:spMkLst>
        </pc:spChg>
        <pc:spChg chg="add mod">
          <ac:chgData name="Lê Ngọc Lành" userId="8e0c50ca425b090c" providerId="LiveId" clId="{3598AC43-F96F-4B7B-9753-863815C9274C}" dt="2026-04-02T00:48:19.092" v="2967" actId="1076"/>
          <ac:spMkLst>
            <pc:docMk/>
            <pc:sldMk cId="2903158571" sldId="372"/>
            <ac:spMk id="8" creationId="{FB2AD922-F564-62E6-571C-4179BC2B23CC}"/>
          </ac:spMkLst>
        </pc:spChg>
        <pc:spChg chg="add del">
          <ac:chgData name="Lê Ngọc Lành" userId="8e0c50ca425b090c" providerId="LiveId" clId="{3598AC43-F96F-4B7B-9753-863815C9274C}" dt="2026-04-02T00:48:11.501" v="2965" actId="478"/>
          <ac:spMkLst>
            <pc:docMk/>
            <pc:sldMk cId="2903158571" sldId="372"/>
            <ac:spMk id="8195" creationId="{9EB3ED54-ED00-2180-AA9F-49750560F904}"/>
          </ac:spMkLst>
        </pc:spChg>
        <pc:graphicFrameChg chg="add del mod modGraphic">
          <ac:chgData name="Lê Ngọc Lành" userId="8e0c50ca425b090c" providerId="LiveId" clId="{3598AC43-F96F-4B7B-9753-863815C9274C}" dt="2026-04-01T23:37:26.615" v="2254" actId="3680"/>
          <ac:graphicFrameMkLst>
            <pc:docMk/>
            <pc:sldMk cId="2903158571" sldId="372"/>
            <ac:graphicFrameMk id="3" creationId="{EFD73858-1C7E-45F7-613A-55EB890F6809}"/>
          </ac:graphicFrameMkLst>
        </pc:graphicFrameChg>
        <pc:graphicFrameChg chg="add mod modGraphic">
          <ac:chgData name="Lê Ngọc Lành" userId="8e0c50ca425b090c" providerId="LiveId" clId="{3598AC43-F96F-4B7B-9753-863815C9274C}" dt="2026-04-01T23:38:48.166" v="2272" actId="1076"/>
          <ac:graphicFrameMkLst>
            <pc:docMk/>
            <pc:sldMk cId="2903158571" sldId="372"/>
            <ac:graphicFrameMk id="6" creationId="{D0D3C078-357C-37C3-9DF9-71689A9387E6}"/>
          </ac:graphicFrameMkLst>
        </pc:graphicFrameChg>
        <pc:picChg chg="del">
          <ac:chgData name="Lê Ngọc Lành" userId="8e0c50ca425b090c" providerId="LiveId" clId="{3598AC43-F96F-4B7B-9753-863815C9274C}" dt="2026-04-01T23:36:30.245" v="2233" actId="478"/>
          <ac:picMkLst>
            <pc:docMk/>
            <pc:sldMk cId="2903158571" sldId="372"/>
            <ac:picMk id="4" creationId="{AACAF93D-6056-848B-5F62-88951C14E825}"/>
          </ac:picMkLst>
        </pc:picChg>
        <pc:picChg chg="del">
          <ac:chgData name="Lê Ngọc Lành" userId="8e0c50ca425b090c" providerId="LiveId" clId="{3598AC43-F96F-4B7B-9753-863815C9274C}" dt="2026-04-01T23:38:27.588" v="2271" actId="478"/>
          <ac:picMkLst>
            <pc:docMk/>
            <pc:sldMk cId="2903158571" sldId="372"/>
            <ac:picMk id="5" creationId="{5F337750-74F9-CE82-94D2-A044C74BF784}"/>
          </ac:picMkLst>
        </pc:picChg>
      </pc:sldChg>
      <pc:sldChg chg="add del">
        <pc:chgData name="Lê Ngọc Lành" userId="8e0c50ca425b090c" providerId="LiveId" clId="{3598AC43-F96F-4B7B-9753-863815C9274C}" dt="2026-04-02T00:53:26.570" v="3053" actId="47"/>
        <pc:sldMkLst>
          <pc:docMk/>
          <pc:sldMk cId="3731618841" sldId="373"/>
        </pc:sldMkLst>
      </pc:sldChg>
      <pc:sldChg chg="modSp add mod ord">
        <pc:chgData name="Lê Ngọc Lành" userId="8e0c50ca425b090c" providerId="LiveId" clId="{3598AC43-F96F-4B7B-9753-863815C9274C}" dt="2026-04-02T00:52:03.456" v="2994" actId="20577"/>
        <pc:sldMkLst>
          <pc:docMk/>
          <pc:sldMk cId="0" sldId="450"/>
        </pc:sldMkLst>
        <pc:spChg chg="mod">
          <ac:chgData name="Lê Ngọc Lành" userId="8e0c50ca425b090c" providerId="LiveId" clId="{3598AC43-F96F-4B7B-9753-863815C9274C}" dt="2026-04-02T00:52:03.456" v="2994" actId="20577"/>
          <ac:spMkLst>
            <pc:docMk/>
            <pc:sldMk cId="0" sldId="450"/>
            <ac:spMk id="8" creationId="{00000000-0000-0000-0000-000000000000}"/>
          </ac:spMkLst>
        </pc:spChg>
      </pc:sldChg>
      <pc:sldChg chg="modSp add mod ord">
        <pc:chgData name="Lê Ngọc Lành" userId="8e0c50ca425b090c" providerId="LiveId" clId="{3598AC43-F96F-4B7B-9753-863815C9274C}" dt="2026-04-02T00:52:26.051" v="3020" actId="20577"/>
        <pc:sldMkLst>
          <pc:docMk/>
          <pc:sldMk cId="3562116458" sldId="451"/>
        </pc:sldMkLst>
        <pc:spChg chg="mod">
          <ac:chgData name="Lê Ngọc Lành" userId="8e0c50ca425b090c" providerId="LiveId" clId="{3598AC43-F96F-4B7B-9753-863815C9274C}" dt="2026-04-02T00:52:26.051" v="3020" actId="20577"/>
          <ac:spMkLst>
            <pc:docMk/>
            <pc:sldMk cId="3562116458" sldId="451"/>
            <ac:spMk id="8" creationId="{F57CF64C-1AAF-66BD-43BF-7C0EEF6E2B18}"/>
          </ac:spMkLst>
        </pc:spChg>
      </pc:sldChg>
      <pc:sldChg chg="modSp add mod ord">
        <pc:chgData name="Lê Ngọc Lành" userId="8e0c50ca425b090c" providerId="LiveId" clId="{3598AC43-F96F-4B7B-9753-863815C9274C}" dt="2026-04-02T00:53:05.845" v="3038" actId="20577"/>
        <pc:sldMkLst>
          <pc:docMk/>
          <pc:sldMk cId="3202216213" sldId="452"/>
        </pc:sldMkLst>
        <pc:spChg chg="mod">
          <ac:chgData name="Lê Ngọc Lành" userId="8e0c50ca425b090c" providerId="LiveId" clId="{3598AC43-F96F-4B7B-9753-863815C9274C}" dt="2026-04-02T00:53:05.845" v="3038" actId="20577"/>
          <ac:spMkLst>
            <pc:docMk/>
            <pc:sldMk cId="3202216213" sldId="452"/>
            <ac:spMk id="8" creationId="{C46DCF48-C997-AF4C-BB40-4A4418CC10B8}"/>
          </ac:spMkLst>
        </pc:spChg>
      </pc:sldChg>
      <pc:sldChg chg="modSp add mod ord">
        <pc:chgData name="Lê Ngọc Lành" userId="8e0c50ca425b090c" providerId="LiveId" clId="{3598AC43-F96F-4B7B-9753-863815C9274C}" dt="2026-04-02T00:53:22.504" v="3052" actId="20577"/>
        <pc:sldMkLst>
          <pc:docMk/>
          <pc:sldMk cId="620897536" sldId="453"/>
        </pc:sldMkLst>
        <pc:spChg chg="mod">
          <ac:chgData name="Lê Ngọc Lành" userId="8e0c50ca425b090c" providerId="LiveId" clId="{3598AC43-F96F-4B7B-9753-863815C9274C}" dt="2026-04-02T00:53:22.504" v="3052" actId="20577"/>
          <ac:spMkLst>
            <pc:docMk/>
            <pc:sldMk cId="620897536" sldId="453"/>
            <ac:spMk id="8" creationId="{02D1A64B-569E-CA3E-B3D3-BCE0B5C454D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4703510E-2DD8-44D2-8140-5CCCAF97B4E9}" type="datetimeFigureOut">
              <a:rPr lang="en-US" smtClean="0"/>
              <a:t>5/12/2026</a:t>
            </a:fld>
            <a:endParaRPr lang="en-US"/>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AA54B8A-DE42-4955-AB74-C41E4CB4D3F6}"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28ED40D3-4564-40BF-B8A4-5D7EEBD71B30}" type="datetimeFigureOut">
              <a:rPr lang="en-US" smtClean="0"/>
              <a:t>5/12/2026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C1936BE8-C6B9-419E-9D56-FD3E701AF1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4</a:t>
            </a:fld>
            <a:endParaRPr lang="en-US"/>
          </a:p>
        </p:txBody>
      </p:sp>
    </p:spTree>
    <p:extLst>
      <p:ext uri="{BB962C8B-B14F-4D97-AF65-F5344CB8AC3E}">
        <p14:creationId xmlns:p14="http://schemas.microsoft.com/office/powerpoint/2010/main" val="613132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F391B-6797-42C7-95CC-5FEF08494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D56B0-8339-86F9-88ED-9750B112D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C43D8-1B70-3643-CBAE-B79A43D705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402CD9-1155-7C54-1B93-61ECC6E8A5B1}"/>
              </a:ext>
            </a:extLst>
          </p:cNvPr>
          <p:cNvSpPr>
            <a:spLocks noGrp="1"/>
          </p:cNvSpPr>
          <p:nvPr>
            <p:ph type="sldNum" sz="quarter" idx="5"/>
          </p:nvPr>
        </p:nvSpPr>
        <p:spPr/>
        <p:txBody>
          <a:bodyPr/>
          <a:lstStyle/>
          <a:p>
            <a:fld id="{C1936BE8-C6B9-419E-9D56-FD3E701AF11E}" type="slidenum">
              <a:rPr lang="en-US" smtClean="0"/>
              <a:t>5</a:t>
            </a:fld>
            <a:endParaRPr lang="en-US"/>
          </a:p>
        </p:txBody>
      </p:sp>
    </p:spTree>
    <p:extLst>
      <p:ext uri="{BB962C8B-B14F-4D97-AF65-F5344CB8AC3E}">
        <p14:creationId xmlns:p14="http://schemas.microsoft.com/office/powerpoint/2010/main" val="3036005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7</a:t>
            </a:fld>
            <a:endParaRPr lang="en-US"/>
          </a:p>
        </p:txBody>
      </p:sp>
    </p:spTree>
    <p:extLst>
      <p:ext uri="{BB962C8B-B14F-4D97-AF65-F5344CB8AC3E}">
        <p14:creationId xmlns:p14="http://schemas.microsoft.com/office/powerpoint/2010/main" val="1764683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32A17-9279-F1A1-ABB7-C75CC8193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E765E-7724-964C-964C-D5BA9F4C6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9CC23-3803-0CAE-4D35-2748FC79BF24}"/>
              </a:ext>
            </a:extLst>
          </p:cNvPr>
          <p:cNvSpPr>
            <a:spLocks noGrp="1"/>
          </p:cNvSpPr>
          <p:nvPr>
            <p:ph type="body" idx="1"/>
          </p:nvPr>
        </p:nvSpPr>
        <p:spPr/>
        <p:txBody>
          <a:bodyPr/>
          <a:lstStyle/>
          <a:p>
            <a:r>
              <a:rPr lang="vi-VN" dirty="0"/>
              <a:t>Hệ thống được thiết kế theo mô hình Hybrid-Driven, tức là kết hợp giữa Keyword-Driven, Data-Driven và Page Object Model để tăng tính linh hoạt và dễ bảo trì.</a:t>
            </a:r>
          </a:p>
          <a:p>
            <a:r>
              <a:rPr lang="vi-VN" dirty="0"/>
              <a:t>Trong đó POM giúp quản lý giao diện theo từng trang, Keyword-Driven giúp mô tả hành động kiểm thử, còn Data-Driven giúp tách dữ liệu khỏi logic kiểm thử.</a:t>
            </a:r>
          </a:p>
          <a:p>
            <a:endParaRPr lang="en-US" dirty="0"/>
          </a:p>
        </p:txBody>
      </p:sp>
      <p:sp>
        <p:nvSpPr>
          <p:cNvPr id="4" name="Slide Number Placeholder 3">
            <a:extLst>
              <a:ext uri="{FF2B5EF4-FFF2-40B4-BE49-F238E27FC236}">
                <a16:creationId xmlns:a16="http://schemas.microsoft.com/office/drawing/2014/main" id="{FF33B282-24B1-0EC5-0398-91854743C0F0}"/>
              </a:ext>
            </a:extLst>
          </p:cNvPr>
          <p:cNvSpPr>
            <a:spLocks noGrp="1"/>
          </p:cNvSpPr>
          <p:nvPr>
            <p:ph type="sldNum" sz="quarter" idx="5"/>
          </p:nvPr>
        </p:nvSpPr>
        <p:spPr/>
        <p:txBody>
          <a:bodyPr/>
          <a:lstStyle/>
          <a:p>
            <a:fld id="{C1936BE8-C6B9-419E-9D56-FD3E701AF11E}" type="slidenum">
              <a:rPr lang="en-US" smtClean="0"/>
              <a:t>8</a:t>
            </a:fld>
            <a:endParaRPr lang="en-US"/>
          </a:p>
        </p:txBody>
      </p:sp>
    </p:spTree>
    <p:extLst>
      <p:ext uri="{BB962C8B-B14F-4D97-AF65-F5344CB8AC3E}">
        <p14:creationId xmlns:p14="http://schemas.microsoft.com/office/powerpoint/2010/main" val="3023372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48810-4CE7-2CC9-79E4-160379209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98ACC-503A-A990-542C-7EB6C3D76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6C10E-60C2-A554-F5D9-FFB7C79C6575}"/>
              </a:ext>
            </a:extLst>
          </p:cNvPr>
          <p:cNvSpPr>
            <a:spLocks noGrp="1"/>
          </p:cNvSpPr>
          <p:nvPr>
            <p:ph type="body" idx="1"/>
          </p:nvPr>
        </p:nvSpPr>
        <p:spPr/>
        <p:txBody>
          <a:bodyPr/>
          <a:lstStyle/>
          <a:p>
            <a:r>
              <a:rPr lang="vi-VN" dirty="0"/>
              <a:t>Hệ thống được thiết kế theo mô hình Hybrid-Driven, tức là kết hợp giữa Keyword-Driven, Data-Driven và Page Object Model để tăng tính linh hoạt và dễ bảo trì.</a:t>
            </a:r>
          </a:p>
          <a:p>
            <a:r>
              <a:rPr lang="vi-VN" dirty="0"/>
              <a:t>Trong đó POM giúp quản lý giao diện theo từng trang, Keyword-Driven giúp mô tả hành động kiểm thử, còn Data-Driven giúp tách dữ liệu khỏi logic kiểm thử.</a:t>
            </a:r>
          </a:p>
          <a:p>
            <a:endParaRPr lang="en-US" dirty="0"/>
          </a:p>
        </p:txBody>
      </p:sp>
      <p:sp>
        <p:nvSpPr>
          <p:cNvPr id="4" name="Slide Number Placeholder 3">
            <a:extLst>
              <a:ext uri="{FF2B5EF4-FFF2-40B4-BE49-F238E27FC236}">
                <a16:creationId xmlns:a16="http://schemas.microsoft.com/office/drawing/2014/main" id="{EC795890-8DF8-046B-0E9A-3162E66B8928}"/>
              </a:ext>
            </a:extLst>
          </p:cNvPr>
          <p:cNvSpPr>
            <a:spLocks noGrp="1"/>
          </p:cNvSpPr>
          <p:nvPr>
            <p:ph type="sldNum" sz="quarter" idx="5"/>
          </p:nvPr>
        </p:nvSpPr>
        <p:spPr/>
        <p:txBody>
          <a:bodyPr/>
          <a:lstStyle/>
          <a:p>
            <a:fld id="{C1936BE8-C6B9-419E-9D56-FD3E701AF11E}" type="slidenum">
              <a:rPr lang="en-US" smtClean="0"/>
              <a:t>9</a:t>
            </a:fld>
            <a:endParaRPr lang="en-US"/>
          </a:p>
        </p:txBody>
      </p:sp>
    </p:spTree>
    <p:extLst>
      <p:ext uri="{BB962C8B-B14F-4D97-AF65-F5344CB8AC3E}">
        <p14:creationId xmlns:p14="http://schemas.microsoft.com/office/powerpoint/2010/main" val="311164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6663E-7919-70E0-7312-A85937A1A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6E4DE-E8F0-B9CA-86EB-0C5DD39E3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2322C-D986-1C41-BE1E-0C0C221558F5}"/>
              </a:ext>
            </a:extLst>
          </p:cNvPr>
          <p:cNvSpPr>
            <a:spLocks noGrp="1"/>
          </p:cNvSpPr>
          <p:nvPr>
            <p:ph type="body" idx="1"/>
          </p:nvPr>
        </p:nvSpPr>
        <p:spPr/>
        <p:txBody>
          <a:bodyPr/>
          <a:lstStyle/>
          <a:p>
            <a:r>
              <a:rPr lang="en-US" b="1" dirty="0" err="1"/>
              <a:t>Trước</a:t>
            </a:r>
            <a:r>
              <a:rPr lang="en-US" b="1" dirty="0"/>
              <a:t>:</a:t>
            </a:r>
          </a:p>
          <a:p>
            <a:r>
              <a:rPr lang="en-US" sz="1200" kern="1200" dirty="0">
                <a:solidFill>
                  <a:schemeClr val="tx1"/>
                </a:solidFill>
                <a:effectLst/>
                <a:latin typeface="+mn-lt"/>
                <a:ea typeface="+mn-ea"/>
                <a:cs typeface="+mn-cs"/>
              </a:rPr>
              <a:t>Phân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Tester </a:t>
            </a:r>
            <a:r>
              <a:rPr lang="en-US" sz="1200" kern="1200" dirty="0" err="1">
                <a:solidFill>
                  <a:schemeClr val="tx1"/>
                </a:solidFill>
                <a:effectLst/>
                <a:latin typeface="+mn-lt"/>
                <a:ea typeface="+mn-ea"/>
                <a:cs typeface="+mn-cs"/>
              </a:rPr>
              <a:t>đọc</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basic flow, alternate flow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tes</a:t>
            </a:r>
            <a:r>
              <a:rPr lang="en-US" sz="1200" kern="1200" dirty="0">
                <a:solidFill>
                  <a:schemeClr val="tx1"/>
                </a:solidFill>
                <a:effectLst/>
                <a:latin typeface="+mn-lt"/>
                <a:ea typeface="+mn-ea"/>
                <a:cs typeface="+mn-cs"/>
              </a:rPr>
              <a:t> case id, scenario, precondition, steps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expected result.</a:t>
            </a:r>
          </a:p>
          <a:p>
            <a:r>
              <a:rPr lang="en-US" sz="1200" kern="1200" dirty="0">
                <a:solidFill>
                  <a:schemeClr val="tx1"/>
                </a:solidFill>
                <a:effectLst/>
                <a:latin typeface="+mn-lt"/>
                <a:ea typeface="+mn-ea"/>
                <a:cs typeface="+mn-cs"/>
              </a:rPr>
              <a:t>Review Test Case: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logic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bao </a:t>
            </a:r>
            <a:r>
              <a:rPr lang="en-US" sz="1200" kern="1200" dirty="0" err="1">
                <a:solidFill>
                  <a:schemeClr val="tx1"/>
                </a:solidFill>
                <a:effectLst/>
                <a:latin typeface="+mn-lt"/>
                <a:ea typeface="+mn-ea"/>
                <a:cs typeface="+mn-cs"/>
              </a:rPr>
              <a:t>phủ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a:t>
            </a:r>
          </a:p>
          <a:p>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sang keyword,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locator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Review Test Script: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logic automation, locator,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script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a:p>
            <a:endParaRPr lang="en-US" dirty="0"/>
          </a:p>
          <a:p>
            <a:r>
              <a:rPr lang="en-US" b="1" dirty="0"/>
              <a:t>Sau:</a:t>
            </a:r>
          </a:p>
          <a:p>
            <a:r>
              <a:rPr lang="en-US" sz="1200" kern="1200" dirty="0">
                <a:solidFill>
                  <a:schemeClr val="tx1"/>
                </a:solidFill>
                <a:effectLst/>
                <a:latin typeface="+mn-lt"/>
                <a:ea typeface="+mn-ea"/>
                <a:cs typeface="+mn-cs"/>
              </a:rPr>
              <a:t>AI Generate Test Case: AI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Excution</a:t>
            </a:r>
            <a:r>
              <a:rPr lang="en-US" sz="1200" kern="1200" dirty="0">
                <a:solidFill>
                  <a:schemeClr val="tx1"/>
                </a:solidFill>
                <a:effectLst/>
                <a:latin typeface="+mn-lt"/>
                <a:ea typeface="+mn-ea"/>
                <a:cs typeface="+mn-cs"/>
              </a:rPr>
              <a:t> Path.</a:t>
            </a:r>
          </a:p>
          <a:p>
            <a:r>
              <a:rPr lang="en-US" sz="1200" kern="1200" dirty="0">
                <a:solidFill>
                  <a:schemeClr val="tx1"/>
                </a:solidFill>
                <a:effectLst/>
                <a:latin typeface="+mn-lt"/>
                <a:ea typeface="+mn-ea"/>
                <a:cs typeface="+mn-cs"/>
              </a:rPr>
              <a:t>AI Generate Test Script: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sang keyword,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locator,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hoàn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Export Result: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JSON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sang Test Script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Excel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Review &amp; Adjust: Tester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do AI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p:txBody>
      </p:sp>
      <p:sp>
        <p:nvSpPr>
          <p:cNvPr id="4" name="Slide Number Placeholder 3">
            <a:extLst>
              <a:ext uri="{FF2B5EF4-FFF2-40B4-BE49-F238E27FC236}">
                <a16:creationId xmlns:a16="http://schemas.microsoft.com/office/drawing/2014/main" id="{F7992179-2C69-9CEF-B4C7-1032D9213171}"/>
              </a:ext>
            </a:extLst>
          </p:cNvPr>
          <p:cNvSpPr>
            <a:spLocks noGrp="1"/>
          </p:cNvSpPr>
          <p:nvPr>
            <p:ph type="sldNum" sz="quarter" idx="5"/>
          </p:nvPr>
        </p:nvSpPr>
        <p:spPr/>
        <p:txBody>
          <a:bodyPr/>
          <a:lstStyle/>
          <a:p>
            <a:fld id="{C1936BE8-C6B9-419E-9D56-FD3E701AF11E}" type="slidenum">
              <a:rPr lang="en-US" smtClean="0"/>
              <a:t>10</a:t>
            </a:fld>
            <a:endParaRPr lang="en-US"/>
          </a:p>
        </p:txBody>
      </p:sp>
    </p:spTree>
    <p:extLst>
      <p:ext uri="{BB962C8B-B14F-4D97-AF65-F5344CB8AC3E}">
        <p14:creationId xmlns:p14="http://schemas.microsoft.com/office/powerpoint/2010/main" val="440614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Hệ thống được thiết kế theo mô hình Hybrid-Driven, tức là kết hợp giữa Keyword-Driven, Data-Driven và Page Object Model để tăng tính linh hoạt và dễ bảo trì.</a:t>
            </a:r>
          </a:p>
          <a:p>
            <a:r>
              <a:rPr lang="vi-VN" dirty="0"/>
              <a:t>Trong đó POM giúp quản lý giao diện theo từng trang, Keyword-Driven giúp mô tả hành động kiểm thử, còn Data-Driven giúp tách dữ liệu khỏi logic kiểm thử.</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11</a:t>
            </a:fld>
            <a:endParaRPr lang="en-US"/>
          </a:p>
        </p:txBody>
      </p:sp>
    </p:spTree>
    <p:extLst>
      <p:ext uri="{BB962C8B-B14F-4D97-AF65-F5344CB8AC3E}">
        <p14:creationId xmlns:p14="http://schemas.microsoft.com/office/powerpoint/2010/main" val="1340084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Kiến</a:t>
            </a:r>
            <a:r>
              <a:rPr lang="en-US" dirty="0"/>
              <a:t> </a:t>
            </a:r>
            <a:r>
              <a:rPr lang="en-US" dirty="0" err="1"/>
              <a:t>trúc</a:t>
            </a:r>
            <a:r>
              <a:rPr lang="en-US" dirty="0"/>
              <a:t> </a:t>
            </a:r>
            <a:r>
              <a:rPr lang="en-US" dirty="0" err="1"/>
              <a:t>gồm</a:t>
            </a:r>
            <a:r>
              <a:rPr lang="en-US" dirty="0"/>
              <a:t> </a:t>
            </a:r>
            <a:r>
              <a:rPr lang="en-US" dirty="0" err="1"/>
              <a:t>các</a:t>
            </a:r>
            <a:r>
              <a:rPr lang="en-US" dirty="0"/>
              <a:t> module:</a:t>
            </a:r>
          </a:p>
          <a:p>
            <a:r>
              <a:rPr lang="en-US" dirty="0"/>
              <a:t>core: </a:t>
            </a:r>
            <a:r>
              <a:rPr lang="en-US" dirty="0" err="1"/>
              <a:t>xử</a:t>
            </a:r>
            <a:r>
              <a:rPr lang="en-US" dirty="0"/>
              <a:t> </a:t>
            </a:r>
            <a:r>
              <a:rPr lang="en-US" dirty="0" err="1"/>
              <a:t>lý</a:t>
            </a:r>
            <a:r>
              <a:rPr lang="en-US" dirty="0"/>
              <a:t> keyword </a:t>
            </a:r>
            <a:r>
              <a:rPr lang="en-US" dirty="0" err="1"/>
              <a:t>và</a:t>
            </a:r>
            <a:r>
              <a:rPr lang="en-US" dirty="0"/>
              <a:t> </a:t>
            </a:r>
            <a:r>
              <a:rPr lang="en-US" dirty="0" err="1"/>
              <a:t>điều</a:t>
            </a:r>
            <a:r>
              <a:rPr lang="en-US" dirty="0"/>
              <a:t> </a:t>
            </a:r>
            <a:r>
              <a:rPr lang="en-US" dirty="0" err="1"/>
              <a:t>phối</a:t>
            </a:r>
            <a:r>
              <a:rPr lang="en-US" dirty="0"/>
              <a:t> </a:t>
            </a:r>
          </a:p>
          <a:p>
            <a:r>
              <a:rPr lang="en-US" dirty="0"/>
              <a:t>pages: POM </a:t>
            </a:r>
            <a:r>
              <a:rPr lang="en-US" dirty="0" err="1"/>
              <a:t>quản</a:t>
            </a:r>
            <a:r>
              <a:rPr lang="en-US" dirty="0"/>
              <a:t> </a:t>
            </a:r>
            <a:r>
              <a:rPr lang="en-US" dirty="0" err="1"/>
              <a:t>lý</a:t>
            </a:r>
            <a:r>
              <a:rPr lang="en-US" dirty="0"/>
              <a:t> </a:t>
            </a:r>
            <a:r>
              <a:rPr lang="en-US" dirty="0" err="1"/>
              <a:t>giao</a:t>
            </a:r>
            <a:r>
              <a:rPr lang="en-US" dirty="0"/>
              <a:t> </a:t>
            </a:r>
            <a:r>
              <a:rPr lang="en-US" dirty="0" err="1"/>
              <a:t>diện</a:t>
            </a:r>
            <a:r>
              <a:rPr lang="en-US" dirty="0"/>
              <a:t> </a:t>
            </a:r>
          </a:p>
          <a:p>
            <a:r>
              <a:rPr lang="en-US" dirty="0"/>
              <a:t>utils: mapping, loader, logger </a:t>
            </a:r>
          </a:p>
          <a:p>
            <a:r>
              <a:rPr lang="en-US" dirty="0"/>
              <a:t>AI: </a:t>
            </a:r>
            <a:r>
              <a:rPr lang="en-US" dirty="0" err="1"/>
              <a:t>sinh</a:t>
            </a:r>
            <a:r>
              <a:rPr lang="en-US" dirty="0"/>
              <a:t> test case </a:t>
            </a:r>
            <a:r>
              <a:rPr lang="en-US" dirty="0" err="1"/>
              <a:t>và</a:t>
            </a:r>
            <a:r>
              <a:rPr lang="en-US" dirty="0"/>
              <a:t> test script </a:t>
            </a:r>
          </a:p>
          <a:p>
            <a:r>
              <a:rPr lang="en-US" dirty="0"/>
              <a:t>resources: </a:t>
            </a:r>
            <a:r>
              <a:rPr lang="en-US" dirty="0" err="1"/>
              <a:t>dữ</a:t>
            </a:r>
            <a:r>
              <a:rPr lang="en-US" dirty="0"/>
              <a:t> </a:t>
            </a:r>
            <a:r>
              <a:rPr lang="en-US" dirty="0" err="1"/>
              <a:t>liệu</a:t>
            </a:r>
            <a:r>
              <a:rPr lang="en-US" dirty="0"/>
              <a:t> </a:t>
            </a:r>
            <a:r>
              <a:rPr lang="en-US" dirty="0" err="1"/>
              <a:t>và</a:t>
            </a:r>
            <a:r>
              <a:rPr lang="en-US" dirty="0"/>
              <a:t> locator </a:t>
            </a:r>
          </a:p>
          <a:p>
            <a:r>
              <a:rPr lang="en-US" dirty="0"/>
              <a:t>test: </a:t>
            </a:r>
            <a:r>
              <a:rPr lang="en-US" dirty="0" err="1"/>
              <a:t>thực</a:t>
            </a:r>
            <a:r>
              <a:rPr lang="en-US" dirty="0"/>
              <a:t> </a:t>
            </a:r>
            <a:r>
              <a:rPr lang="en-US" dirty="0" err="1"/>
              <a:t>thi</a:t>
            </a:r>
            <a:r>
              <a:rPr lang="en-US" dirty="0"/>
              <a:t> test case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 </a:t>
            </a:r>
            <a:r>
              <a:rPr lang="vi-VN" dirty="0"/>
              <a:t>Hệ thống được chia thành nhiều module như core, pages, utils và AI, giúp tách biệt rõ ràng các chức năng. Toàn bộ quy trình hoạt động theo pipeline từ Use Case, qua AI xử lý, sinh test case, test script và thực thi kiểm thử.</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12</a:t>
            </a:fld>
            <a:endParaRPr lang="en-US"/>
          </a:p>
        </p:txBody>
      </p:sp>
    </p:spTree>
    <p:extLst>
      <p:ext uri="{BB962C8B-B14F-4D97-AF65-F5344CB8AC3E}">
        <p14:creationId xmlns:p14="http://schemas.microsoft.com/office/powerpoint/2010/main" val="3233820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1B20-263F-C070-E854-A0E2C171A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B0F91-DFA3-987D-6434-EA7923818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F3BC3-8D96-63EB-58CA-A3A74ABE8ABC}"/>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Use Case: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Test Case Generation: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Excution</a:t>
            </a:r>
            <a:r>
              <a:rPr lang="en-US" sz="1200" kern="1200" dirty="0">
                <a:solidFill>
                  <a:schemeClr val="tx1"/>
                </a:solidFill>
                <a:effectLst/>
                <a:latin typeface="+mn-lt"/>
                <a:ea typeface="+mn-ea"/>
                <a:cs typeface="+mn-cs"/>
              </a:rPr>
              <a:t> path.</a:t>
            </a:r>
          </a:p>
          <a:p>
            <a:r>
              <a:rPr lang="en-US" sz="1200" kern="1200" dirty="0">
                <a:solidFill>
                  <a:schemeClr val="tx1"/>
                </a:solidFill>
                <a:effectLst/>
                <a:latin typeface="+mn-lt"/>
                <a:ea typeface="+mn-ea"/>
                <a:cs typeface="+mn-cs"/>
              </a:rPr>
              <a:t>Test Script Generation: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keyword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locator.</a:t>
            </a:r>
          </a:p>
          <a:p>
            <a:r>
              <a:rPr lang="en-US" sz="1200" kern="1200" dirty="0">
                <a:solidFill>
                  <a:schemeClr val="tx1"/>
                </a:solidFill>
                <a:effectLst/>
                <a:latin typeface="+mn-lt"/>
                <a:ea typeface="+mn-ea"/>
                <a:cs typeface="+mn-cs"/>
              </a:rPr>
              <a:t>Test Execution: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qua framework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Report: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cáo</a:t>
            </a:r>
            <a:r>
              <a:rPr lang="en-US" sz="1200" kern="1200" dirty="0">
                <a:solidFill>
                  <a:schemeClr val="tx1"/>
                </a:solidFill>
                <a:effectLst/>
                <a:latin typeface="+mn-lt"/>
                <a:ea typeface="+mn-ea"/>
                <a:cs typeface="+mn-cs"/>
              </a:rPr>
              <a:t> HTML.</a:t>
            </a:r>
          </a:p>
          <a:p>
            <a:endParaRPr lang="en-US" dirty="0"/>
          </a:p>
        </p:txBody>
      </p:sp>
      <p:sp>
        <p:nvSpPr>
          <p:cNvPr id="4" name="Slide Number Placeholder 3">
            <a:extLst>
              <a:ext uri="{FF2B5EF4-FFF2-40B4-BE49-F238E27FC236}">
                <a16:creationId xmlns:a16="http://schemas.microsoft.com/office/drawing/2014/main" id="{B54AD261-F5D4-F2ED-EA69-E7C1B3BB62C0}"/>
              </a:ext>
            </a:extLst>
          </p:cNvPr>
          <p:cNvSpPr>
            <a:spLocks noGrp="1"/>
          </p:cNvSpPr>
          <p:nvPr>
            <p:ph type="sldNum" sz="quarter" idx="5"/>
          </p:nvPr>
        </p:nvSpPr>
        <p:spPr/>
        <p:txBody>
          <a:bodyPr/>
          <a:lstStyle/>
          <a:p>
            <a:fld id="{C1936BE8-C6B9-419E-9D56-FD3E701AF11E}" type="slidenum">
              <a:rPr lang="en-US" smtClean="0"/>
              <a:t>14</a:t>
            </a:fld>
            <a:endParaRPr lang="en-US"/>
          </a:p>
        </p:txBody>
      </p:sp>
    </p:spTree>
    <p:extLst>
      <p:ext uri="{BB962C8B-B14F-4D97-AF65-F5344CB8AC3E}">
        <p14:creationId xmlns:p14="http://schemas.microsoft.com/office/powerpoint/2010/main" val="37383788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GiaBa-UTEHY">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RUONG">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KHOA CƠ KHÍ">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7"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KHOA CKDL">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2" y="329805"/>
            <a:ext cx="6048826" cy="831026"/>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CN May &amp;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5" y="329805"/>
            <a:ext cx="6048819" cy="831026"/>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N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KHCB">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29805"/>
            <a:ext cx="6048812" cy="831025"/>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Đ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29805"/>
            <a:ext cx="6048812" cy="831024"/>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CNHH &amp;M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34428"/>
            <a:ext cx="6048812"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NN">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3289" y="334428"/>
            <a:ext cx="5988589"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6831" y="334428"/>
            <a:ext cx="5981505"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P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6831" y="334833"/>
            <a:ext cx="5981505" cy="820967"/>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LC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9782" y="334833"/>
            <a:ext cx="5975602" cy="820967"/>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GDTC&amp;QP">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9782" y="338765"/>
            <a:ext cx="5975602" cy="81310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9" name="Picture 8" descr="A person holding a card with a bouquet of flowers&#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7" y="707671"/>
            <a:ext cx="12189541" cy="615005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602975-B289-4314-8493-37304AB31C48}"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602975-B289-4314-8493-37304AB31C48}"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602975-B289-4314-8493-37304AB31C48}"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602975-B289-4314-8493-37304AB31C48}"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47C95-3AE6-4FC3-BEF5-3AF60B1E4490}" type="slidenum">
              <a:rPr lang="en-US" smtClean="0"/>
              <a:t>‹#›</a:t>
            </a:fld>
            <a:endParaRPr lang="en-US"/>
          </a:p>
        </p:txBody>
      </p:sp>
      <p:grpSp>
        <p:nvGrpSpPr>
          <p:cNvPr id="11" name="Group 10"/>
          <p:cNvGrpSpPr/>
          <p:nvPr userDrawn="1"/>
        </p:nvGrpSpPr>
        <p:grpSpPr>
          <a:xfrm>
            <a:off x="5562600" y="-212634"/>
            <a:ext cx="9723120" cy="6568984"/>
            <a:chOff x="5765711" y="766150"/>
            <a:chExt cx="6803076" cy="4596189"/>
          </a:xfrm>
        </p:grpSpPr>
        <p:sp>
          <p:nvSpPr>
            <p:cNvPr id="6" name="Rectangle 5"/>
            <p:cNvSpPr/>
            <p:nvPr userDrawn="1"/>
          </p:nvSpPr>
          <p:spPr>
            <a:xfrm rot="2700000">
              <a:off x="5765711" y="1908218"/>
              <a:ext cx="384721" cy="384721"/>
            </a:xfrm>
            <a:prstGeom prst="rect">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7" name="Rectangle 6"/>
            <p:cNvSpPr/>
            <p:nvPr userDrawn="1"/>
          </p:nvSpPr>
          <p:spPr>
            <a:xfrm rot="2700000">
              <a:off x="6152172" y="2195720"/>
              <a:ext cx="1737049" cy="1737049"/>
            </a:xfrm>
            <a:prstGeom prst="rect">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9" name="Rectangle 8"/>
            <p:cNvSpPr/>
            <p:nvPr userDrawn="1"/>
          </p:nvSpPr>
          <p:spPr>
            <a:xfrm rot="2700000">
              <a:off x="7310581" y="3251267"/>
              <a:ext cx="1487359" cy="1487359"/>
            </a:xfrm>
            <a:prstGeom prst="rect">
              <a:avLst/>
            </a:prstGeom>
            <a:solidFill>
              <a:srgbClr val="00B0F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5" name="Rectangle 4"/>
            <p:cNvSpPr/>
            <p:nvPr userDrawn="1"/>
          </p:nvSpPr>
          <p:spPr>
            <a:xfrm rot="2700000">
              <a:off x="7972598" y="766150"/>
              <a:ext cx="4596189" cy="459618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userDrawn="1"/>
          </p:nvSpPr>
          <p:spPr>
            <a:xfrm rot="2700000">
              <a:off x="6728295" y="2190471"/>
              <a:ext cx="1747549" cy="1747549"/>
            </a:xfrm>
            <a:prstGeom prst="rect">
              <a:avLst/>
            </a:prstGeom>
            <a:solidFill>
              <a:schemeClr val="bg1"/>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10" name="Rectangle 9"/>
            <p:cNvSpPr/>
            <p:nvPr userDrawn="1"/>
          </p:nvSpPr>
          <p:spPr>
            <a:xfrm rot="2700000">
              <a:off x="6248428" y="4310369"/>
              <a:ext cx="544142" cy="544142"/>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1803" y="1"/>
            <a:ext cx="9028253" cy="681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775504"/>
            <a:ext cx="10515600" cy="5401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47C95-3AE6-4FC3-BEF5-3AF60B1E449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665" y="1782445"/>
            <a:ext cx="8312785" cy="1936750"/>
          </a:xfrm>
        </p:spPr>
        <p:txBody>
          <a:bodyPr/>
          <a:lstStyle/>
          <a:p>
            <a:pPr algn="l">
              <a:lnSpc>
                <a:spcPct val="150000"/>
              </a:lnSpc>
            </a:pPr>
            <a:r>
              <a:rPr lang="en-US" sz="2800" b="1" cap="all" dirty="0">
                <a:latin typeface="Arial" panose="020B0604020202020204" pitchFamily="34" charset="0"/>
                <a:cs typeface="Arial" panose="020B0604020202020204" pitchFamily="34" charset="0"/>
              </a:rPr>
              <a:t>ỨNG DỤNG AI SINH TESTCASE CHO FRAMEWORK KIỂM THỬ TỰ ĐỘNG WEB</a:t>
            </a:r>
            <a:endParaRPr lang="en-US" sz="28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217087" y="4248114"/>
            <a:ext cx="6620386" cy="1655762"/>
          </a:xfrm>
        </p:spPr>
        <p:txBody>
          <a:bodyPr/>
          <a:lstStyle/>
          <a:p>
            <a:pPr algn="l"/>
            <a:r>
              <a:rPr lang="en-US" dirty="0">
                <a:latin typeface="Arial" panose="020B0604020202020204" pitchFamily="34" charset="0"/>
                <a:cs typeface="Arial" panose="020B0604020202020204" pitchFamily="34" charset="0"/>
              </a:rPr>
              <a:t>GVHD: </a:t>
            </a:r>
            <a:r>
              <a:rPr lang="en-US" dirty="0" err="1">
                <a:latin typeface="Arial" panose="020B0604020202020204" pitchFamily="34" charset="0"/>
                <a:cs typeface="Arial" panose="020B0604020202020204" pitchFamily="34" charset="0"/>
              </a:rPr>
              <a:t>ThS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Đỗ</a:t>
            </a:r>
            <a:r>
              <a:rPr lang="en-US" dirty="0">
                <a:latin typeface="Arial" panose="020B0604020202020204" pitchFamily="34" charset="0"/>
                <a:cs typeface="Arial" panose="020B0604020202020204" pitchFamily="34" charset="0"/>
              </a:rPr>
              <a:t> Thị Thu Trang</a:t>
            </a:r>
          </a:p>
          <a:p>
            <a:pPr algn="l"/>
            <a:r>
              <a:rPr lang="en-US" dirty="0">
                <a:latin typeface="Arial" panose="020B0604020202020204" pitchFamily="34" charset="0"/>
                <a:cs typeface="Arial" panose="020B0604020202020204" pitchFamily="34" charset="0"/>
              </a:rPr>
              <a:t>Sinh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Lê Thị Ánh</a:t>
            </a:r>
          </a:p>
          <a:p>
            <a:pPr algn="l"/>
            <a:r>
              <a:rPr lang="en-US" dirty="0" err="1">
                <a:latin typeface="Arial" panose="020B0604020202020204" pitchFamily="34" charset="0"/>
                <a:cs typeface="Arial" panose="020B0604020202020204" pitchFamily="34" charset="0"/>
              </a:rPr>
              <a:t>Mã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12522012</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1B1BB-53BB-4068-400D-64C892031067}"/>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E61ECEB-747E-A51A-CC5D-DC35FF51277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2</a:t>
            </a:fld>
            <a:endParaRPr lang="en-US" altLang="en-US" sz="1400"/>
          </a:p>
        </p:txBody>
      </p:sp>
      <p:sp>
        <p:nvSpPr>
          <p:cNvPr id="2" name="Rectangle 2">
            <a:extLst>
              <a:ext uri="{FF2B5EF4-FFF2-40B4-BE49-F238E27FC236}">
                <a16:creationId xmlns:a16="http://schemas.microsoft.com/office/drawing/2014/main" id="{5A81B7D0-87DC-5B1F-1FC4-7C334FA7327B}"/>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901879EA-B960-27A2-BC75-953EE9E74CC8}"/>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dk1"/>
                </a:solidFill>
              </a:rPr>
              <a:t>Phân </a:t>
            </a:r>
            <a:r>
              <a:rPr lang="en-US" sz="1800" b="1" dirty="0" err="1">
                <a:solidFill>
                  <a:schemeClr val="dk1"/>
                </a:solidFill>
              </a:rPr>
              <a:t>tích</a:t>
            </a:r>
            <a:r>
              <a:rPr lang="en-US" sz="1800" b="1" dirty="0">
                <a:solidFill>
                  <a:schemeClr val="dk1"/>
                </a:solidFill>
              </a:rPr>
              <a:t> </a:t>
            </a:r>
            <a:r>
              <a:rPr lang="en-US" b="1" dirty="0" err="1">
                <a:solidFill>
                  <a:schemeClr val="dk1"/>
                </a:solidFill>
              </a:rPr>
              <a:t>và</a:t>
            </a:r>
            <a:r>
              <a:rPr lang="en-US" b="1" dirty="0">
                <a:solidFill>
                  <a:schemeClr val="dk1"/>
                </a:solidFill>
              </a:rPr>
              <a:t> </a:t>
            </a:r>
            <a:r>
              <a:rPr lang="en-US" b="1" dirty="0" err="1">
                <a:solidFill>
                  <a:schemeClr val="dk1"/>
                </a:solidFill>
              </a:rPr>
              <a:t>thiết</a:t>
            </a:r>
            <a:r>
              <a:rPr lang="en-US" b="1" dirty="0">
                <a:solidFill>
                  <a:schemeClr val="dk1"/>
                </a:solidFill>
              </a:rPr>
              <a:t> </a:t>
            </a:r>
            <a:r>
              <a:rPr lang="en-US" b="1" dirty="0" err="1">
                <a:solidFill>
                  <a:schemeClr val="dk1"/>
                </a:solidFill>
              </a:rPr>
              <a:t>kế</a:t>
            </a:r>
            <a:r>
              <a:rPr lang="en-US" b="1" dirty="0">
                <a:solidFill>
                  <a:schemeClr val="dk1"/>
                </a:solidFill>
              </a:rPr>
              <a:t> </a:t>
            </a:r>
            <a:r>
              <a:rPr lang="en-US" b="1" dirty="0" err="1">
                <a:solidFill>
                  <a:schemeClr val="dk1"/>
                </a:solidFill>
              </a:rPr>
              <a:t>hệ</a:t>
            </a:r>
            <a:r>
              <a:rPr lang="en-US" b="1" dirty="0">
                <a:solidFill>
                  <a:schemeClr val="dk1"/>
                </a:solidFill>
              </a:rPr>
              <a:t> </a:t>
            </a:r>
            <a:r>
              <a:rPr lang="en-US" b="1" dirty="0" err="1">
                <a:solidFill>
                  <a:schemeClr val="dk1"/>
                </a:solidFill>
              </a:rPr>
              <a:t>thống</a:t>
            </a:r>
            <a:endParaRPr lang="vi-VN" dirty="0"/>
          </a:p>
        </p:txBody>
      </p:sp>
      <p:sp>
        <p:nvSpPr>
          <p:cNvPr id="8199" name="Google Shape;99;p2">
            <a:extLst>
              <a:ext uri="{FF2B5EF4-FFF2-40B4-BE49-F238E27FC236}">
                <a16:creationId xmlns:a16="http://schemas.microsoft.com/office/drawing/2014/main" id="{8C1B226A-6060-32EF-30AB-D7CD0D670AD9}"/>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rPr>
              <a:t>Giới</a:t>
            </a:r>
            <a:r>
              <a:rPr lang="en-US" b="1" dirty="0">
                <a:solidFill>
                  <a:schemeClr val="dk1"/>
                </a:solidFill>
              </a:rPr>
              <a:t> </a:t>
            </a:r>
            <a:r>
              <a:rPr lang="en-US" b="1" dirty="0" err="1">
                <a:solidFill>
                  <a:schemeClr val="dk1"/>
                </a:solidFill>
              </a:rPr>
              <a:t>thiệu</a:t>
            </a:r>
            <a:r>
              <a:rPr lang="en-US" b="1" dirty="0">
                <a:solidFill>
                  <a:schemeClr val="dk1"/>
                </a:solidFill>
              </a:rPr>
              <a:t> </a:t>
            </a:r>
            <a:r>
              <a:rPr lang="en-US" b="1" dirty="0" err="1">
                <a:solidFill>
                  <a:schemeClr val="dk1"/>
                </a:solidFill>
              </a:rPr>
              <a:t>đề</a:t>
            </a:r>
            <a:r>
              <a:rPr lang="en-US" b="1" dirty="0">
                <a:solidFill>
                  <a:schemeClr val="dk1"/>
                </a:solidFill>
              </a:rPr>
              <a:t> </a:t>
            </a:r>
            <a:r>
              <a:rPr lang="en-US" b="1" dirty="0" err="1">
                <a:solidFill>
                  <a:schemeClr val="dk1"/>
                </a:solidFill>
              </a:rPr>
              <a:t>tài</a:t>
            </a:r>
            <a:endParaRPr dirty="0"/>
          </a:p>
        </p:txBody>
      </p:sp>
      <p:grpSp>
        <p:nvGrpSpPr>
          <p:cNvPr id="8200" name="Google Shape;100;p2">
            <a:extLst>
              <a:ext uri="{FF2B5EF4-FFF2-40B4-BE49-F238E27FC236}">
                <a16:creationId xmlns:a16="http://schemas.microsoft.com/office/drawing/2014/main" id="{2DC8872A-6334-0CC7-E5DE-7D07586F5143}"/>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63AFFF18-8226-5824-8FC7-2B9245CB7303}"/>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0011D3E0-D58E-783F-DBB4-ECBB1672FEF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617054B1-B539-09A0-E1F1-F3AF69A5628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D0A17ADD-9B89-5013-9868-A3CDECFA1ACD}"/>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1FA3D793-E0FA-89FB-0D36-5D46A1625A7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56E3AF41-1210-122B-677D-ABC5486AC62D}"/>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368F859D-F768-0DF9-FED4-7799E4F89B80}"/>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113776E7-6CEC-9C66-7392-7EFDFFD03019}"/>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0FC37094-1C2E-204D-4A9E-3B4508A5009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E786FD2A-7968-9483-A452-AF62060B439C}"/>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8457939D-136E-CAD3-43B2-EDCCD02A665D}"/>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46C5EBC0-0BF7-7CFA-39C8-1B88251B18E3}"/>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EEBD57AA-162C-28F6-741D-5BA8687DF70F}"/>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FA3DE995-A49F-40A4-7AF1-1CD8BB4922A8}"/>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Triển</a:t>
            </a:r>
            <a:r>
              <a:rPr lang="en-US" sz="1800" b="1" dirty="0">
                <a:solidFill>
                  <a:schemeClr val="dk1"/>
                </a:solidFill>
              </a:rPr>
              <a:t> </a:t>
            </a:r>
            <a:r>
              <a:rPr lang="en-US" sz="1800" b="1" dirty="0" err="1">
                <a:solidFill>
                  <a:schemeClr val="dk1"/>
                </a:solidFill>
              </a:rPr>
              <a:t>khai</a:t>
            </a:r>
            <a:r>
              <a:rPr lang="en-US" sz="1800" b="1" dirty="0">
                <a:solidFill>
                  <a:schemeClr val="dk1"/>
                </a:solidFill>
              </a:rPr>
              <a:t> </a:t>
            </a:r>
            <a:r>
              <a:rPr lang="en-US" sz="1800" b="1" dirty="0" err="1">
                <a:solidFill>
                  <a:schemeClr val="dk1"/>
                </a:solidFill>
              </a:rPr>
              <a:t>và</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nghiệm</a:t>
            </a:r>
            <a:endParaRPr lang="en-US" dirty="0"/>
          </a:p>
        </p:txBody>
      </p:sp>
      <p:grpSp>
        <p:nvGrpSpPr>
          <p:cNvPr id="8215" name="Google Shape;129;p2">
            <a:extLst>
              <a:ext uri="{FF2B5EF4-FFF2-40B4-BE49-F238E27FC236}">
                <a16:creationId xmlns:a16="http://schemas.microsoft.com/office/drawing/2014/main" id="{A8F66889-ACDF-C4B9-E705-D1C07B31D8AD}"/>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F9445364-8C81-7770-979D-7B6E242F063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62B19454-EA13-094C-E461-359D0975AF07}"/>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9A55866C-9D90-ED12-F163-EABA7C64AF57}"/>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982EC400-737B-FBA4-5FF5-766644520DFA}"/>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B10CC68C-8972-F3BF-FDCD-A8A9BAA64BB7}"/>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31561E10-944C-DE42-554A-B1CA68904748}"/>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61AB8805-6171-1EBE-77E2-866A678EDFE9}"/>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3FC6AC60-854B-C029-2FD9-973189AB1415}"/>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563B2398-3B63-800A-715F-C8E6425BC7AF}"/>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latin typeface="Arial"/>
                <a:ea typeface="Arial"/>
                <a:cs typeface="Arial"/>
                <a:sym typeface="Arial"/>
              </a:rPr>
              <a:t>Kết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luận</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và</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hướng</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phát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triển</a:t>
            </a:r>
            <a:endParaRPr sz="1800" b="1" dirty="0">
              <a:solidFill>
                <a:schemeClr val="dk1"/>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9119E3E3-4C89-AF14-3E25-F8D506F23C2D}"/>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D5D38F2C-4246-B6AD-21B2-4D75B2486C76}"/>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84D4F7D2-A6B4-6F5A-3661-9907897D7DC6}"/>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09214939-1B5F-8C35-FF51-0D3E4268939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49627124-7F82-2161-36A8-2D94B2BB5FF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C0B9EA01-1D65-5B65-F6A3-9D661E94274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F1F3F445-8C65-F3C5-79D5-0EE8A5B8683B}"/>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4575438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anim calcmode="lin" valueType="num">
                                      <p:cBhvr additive="base">
                                        <p:cTn id="7" dur="500" fill="hold"/>
                                        <p:tgtEl>
                                          <p:spTgt spid="8199"/>
                                        </p:tgtEl>
                                        <p:attrNameLst>
                                          <p:attrName>ppt_x</p:attrName>
                                        </p:attrNameLst>
                                      </p:cBhvr>
                                      <p:tavLst>
                                        <p:tav tm="0">
                                          <p:val>
                                            <p:strVal val="#ppt_x"/>
                                          </p:val>
                                        </p:tav>
                                        <p:tav tm="100000">
                                          <p:val>
                                            <p:strVal val="#ppt_x"/>
                                          </p:val>
                                        </p:tav>
                                      </p:tavLst>
                                    </p:anim>
                                    <p:anim calcmode="lin" valueType="num">
                                      <p:cBhvr additive="base">
                                        <p:cTn id="8" dur="500" fill="hold"/>
                                        <p:tgtEl>
                                          <p:spTgt spid="819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200"/>
                                        </p:tgtEl>
                                        <p:attrNameLst>
                                          <p:attrName>style.visibility</p:attrName>
                                        </p:attrNameLst>
                                      </p:cBhvr>
                                      <p:to>
                                        <p:strVal val="visible"/>
                                      </p:to>
                                    </p:set>
                                    <p:anim calcmode="lin" valueType="num">
                                      <p:cBhvr additive="base">
                                        <p:cTn id="11" dur="500" fill="hold"/>
                                        <p:tgtEl>
                                          <p:spTgt spid="8200"/>
                                        </p:tgtEl>
                                        <p:attrNameLst>
                                          <p:attrName>ppt_x</p:attrName>
                                        </p:attrNameLst>
                                      </p:cBhvr>
                                      <p:tavLst>
                                        <p:tav tm="0">
                                          <p:val>
                                            <p:strVal val="#ppt_x"/>
                                          </p:val>
                                        </p:tav>
                                        <p:tav tm="100000">
                                          <p:val>
                                            <p:strVal val="#ppt_x"/>
                                          </p:val>
                                        </p:tav>
                                      </p:tavLst>
                                    </p:anim>
                                    <p:anim calcmode="lin" valueType="num">
                                      <p:cBhvr additive="base">
                                        <p:cTn id="12" dur="500" fill="hold"/>
                                        <p:tgtEl>
                                          <p:spTgt spid="820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198"/>
                                        </p:tgtEl>
                                        <p:attrNameLst>
                                          <p:attrName>style.visibility</p:attrName>
                                        </p:attrNameLst>
                                      </p:cBhvr>
                                      <p:to>
                                        <p:strVal val="visible"/>
                                      </p:to>
                                    </p:set>
                                    <p:anim calcmode="lin" valueType="num">
                                      <p:cBhvr additive="base">
                                        <p:cTn id="17" dur="500" fill="hold"/>
                                        <p:tgtEl>
                                          <p:spTgt spid="8198"/>
                                        </p:tgtEl>
                                        <p:attrNameLst>
                                          <p:attrName>ppt_x</p:attrName>
                                        </p:attrNameLst>
                                      </p:cBhvr>
                                      <p:tavLst>
                                        <p:tav tm="0">
                                          <p:val>
                                            <p:strVal val="#ppt_x"/>
                                          </p:val>
                                        </p:tav>
                                        <p:tav tm="100000">
                                          <p:val>
                                            <p:strVal val="#ppt_x"/>
                                          </p:val>
                                        </p:tav>
                                      </p:tavLst>
                                    </p:anim>
                                    <p:anim calcmode="lin" valueType="num">
                                      <p:cBhvr additive="base">
                                        <p:cTn id="18" dur="500" fill="hold"/>
                                        <p:tgtEl>
                                          <p:spTgt spid="819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207"/>
                                        </p:tgtEl>
                                        <p:attrNameLst>
                                          <p:attrName>style.visibility</p:attrName>
                                        </p:attrNameLst>
                                      </p:cBhvr>
                                      <p:to>
                                        <p:strVal val="visible"/>
                                      </p:to>
                                    </p:set>
                                    <p:anim calcmode="lin" valueType="num">
                                      <p:cBhvr additive="base">
                                        <p:cTn id="21" dur="500" fill="hold"/>
                                        <p:tgtEl>
                                          <p:spTgt spid="8207"/>
                                        </p:tgtEl>
                                        <p:attrNameLst>
                                          <p:attrName>ppt_x</p:attrName>
                                        </p:attrNameLst>
                                      </p:cBhvr>
                                      <p:tavLst>
                                        <p:tav tm="0">
                                          <p:val>
                                            <p:strVal val="#ppt_x"/>
                                          </p:val>
                                        </p:tav>
                                        <p:tav tm="100000">
                                          <p:val>
                                            <p:strVal val="#ppt_x"/>
                                          </p:val>
                                        </p:tav>
                                      </p:tavLst>
                                    </p:anim>
                                    <p:anim calcmode="lin" valueType="num">
                                      <p:cBhvr additive="base">
                                        <p:cTn id="22" dur="500" fill="hold"/>
                                        <p:tgtEl>
                                          <p:spTgt spid="820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214"/>
                                        </p:tgtEl>
                                        <p:attrNameLst>
                                          <p:attrName>style.visibility</p:attrName>
                                        </p:attrNameLst>
                                      </p:cBhvr>
                                      <p:to>
                                        <p:strVal val="visible"/>
                                      </p:to>
                                    </p:set>
                                    <p:anim calcmode="lin" valueType="num">
                                      <p:cBhvr additive="base">
                                        <p:cTn id="27" dur="500" fill="hold"/>
                                        <p:tgtEl>
                                          <p:spTgt spid="8214"/>
                                        </p:tgtEl>
                                        <p:attrNameLst>
                                          <p:attrName>ppt_x</p:attrName>
                                        </p:attrNameLst>
                                      </p:cBhvr>
                                      <p:tavLst>
                                        <p:tav tm="0">
                                          <p:val>
                                            <p:strVal val="#ppt_x"/>
                                          </p:val>
                                        </p:tav>
                                        <p:tav tm="100000">
                                          <p:val>
                                            <p:strVal val="#ppt_x"/>
                                          </p:val>
                                        </p:tav>
                                      </p:tavLst>
                                    </p:anim>
                                    <p:anim calcmode="lin" valueType="num">
                                      <p:cBhvr additive="base">
                                        <p:cTn id="28" dur="500" fill="hold"/>
                                        <p:tgtEl>
                                          <p:spTgt spid="821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215"/>
                                        </p:tgtEl>
                                        <p:attrNameLst>
                                          <p:attrName>style.visibility</p:attrName>
                                        </p:attrNameLst>
                                      </p:cBhvr>
                                      <p:to>
                                        <p:strVal val="visible"/>
                                      </p:to>
                                    </p:set>
                                    <p:anim calcmode="lin" valueType="num">
                                      <p:cBhvr additive="base">
                                        <p:cTn id="31" dur="500" fill="hold"/>
                                        <p:tgtEl>
                                          <p:spTgt spid="8215"/>
                                        </p:tgtEl>
                                        <p:attrNameLst>
                                          <p:attrName>ppt_x</p:attrName>
                                        </p:attrNameLst>
                                      </p:cBhvr>
                                      <p:tavLst>
                                        <p:tav tm="0">
                                          <p:val>
                                            <p:strVal val="#ppt_x"/>
                                          </p:val>
                                        </p:tav>
                                        <p:tav tm="100000">
                                          <p:val>
                                            <p:strVal val="#ppt_x"/>
                                          </p:val>
                                        </p:tav>
                                      </p:tavLst>
                                    </p:anim>
                                    <p:anim calcmode="lin" valueType="num">
                                      <p:cBhvr additive="base">
                                        <p:cTn id="32" dur="500" fill="hold"/>
                                        <p:tgtEl>
                                          <p:spTgt spid="82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6"/>
                                        </p:tgtEl>
                                        <p:attrNameLst>
                                          <p:attrName>style.visibility</p:attrName>
                                        </p:attrNameLst>
                                      </p:cBhvr>
                                      <p:to>
                                        <p:strVal val="visible"/>
                                      </p:to>
                                    </p:set>
                                    <p:anim calcmode="lin" valueType="num">
                                      <p:cBhvr additive="base">
                                        <p:cTn id="37" dur="500" fill="hold"/>
                                        <p:tgtEl>
                                          <p:spTgt spid="19456"/>
                                        </p:tgtEl>
                                        <p:attrNameLst>
                                          <p:attrName>ppt_x</p:attrName>
                                        </p:attrNameLst>
                                      </p:cBhvr>
                                      <p:tavLst>
                                        <p:tav tm="0">
                                          <p:val>
                                            <p:strVal val="#ppt_x"/>
                                          </p:val>
                                        </p:tav>
                                        <p:tav tm="100000">
                                          <p:val>
                                            <p:strVal val="#ppt_x"/>
                                          </p:val>
                                        </p:tav>
                                      </p:tavLst>
                                    </p:anim>
                                    <p:anim calcmode="lin" valueType="num">
                                      <p:cBhvr additive="base">
                                        <p:cTn id="38" dur="500" fill="hold"/>
                                        <p:tgtEl>
                                          <p:spTgt spid="1945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9457"/>
                                        </p:tgtEl>
                                        <p:attrNameLst>
                                          <p:attrName>style.visibility</p:attrName>
                                        </p:attrNameLst>
                                      </p:cBhvr>
                                      <p:to>
                                        <p:strVal val="visible"/>
                                      </p:to>
                                    </p:set>
                                    <p:anim calcmode="lin" valueType="num">
                                      <p:cBhvr additive="base">
                                        <p:cTn id="41" dur="500" fill="hold"/>
                                        <p:tgtEl>
                                          <p:spTgt spid="19457"/>
                                        </p:tgtEl>
                                        <p:attrNameLst>
                                          <p:attrName>ppt_x</p:attrName>
                                        </p:attrNameLst>
                                      </p:cBhvr>
                                      <p:tavLst>
                                        <p:tav tm="0">
                                          <p:val>
                                            <p:strVal val="#ppt_x"/>
                                          </p:val>
                                        </p:tav>
                                        <p:tav tm="100000">
                                          <p:val>
                                            <p:strVal val="#ppt_x"/>
                                          </p:val>
                                        </p:tav>
                                      </p:tavLst>
                                    </p:anim>
                                    <p:anim calcmode="lin" valueType="num">
                                      <p:cBhvr additive="base">
                                        <p:cTn id="42" dur="500" fill="hold"/>
                                        <p:tgtEl>
                                          <p:spTgt spid="194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nimBg="1"/>
      <p:bldP spid="8199" grpId="0" animBg="1"/>
      <p:bldP spid="8214" grpId="0" animBg="1"/>
      <p:bldP spid="1945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8F9F9-CF5F-182D-9FBC-4C16D1DDD315}"/>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0D87269B-F84B-209B-AF86-18A9BE019ED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3</a:t>
            </a:fld>
            <a:endParaRPr lang="en-US" altLang="en-US" sz="1400"/>
          </a:p>
        </p:txBody>
      </p:sp>
      <p:sp>
        <p:nvSpPr>
          <p:cNvPr id="2" name="Rectangle 2">
            <a:extLst>
              <a:ext uri="{FF2B5EF4-FFF2-40B4-BE49-F238E27FC236}">
                <a16:creationId xmlns:a16="http://schemas.microsoft.com/office/drawing/2014/main" id="{EE4D0724-31CF-975A-A3C3-A4D7A5A7917E}"/>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CE47ACCE-5AB9-49DB-6C2E-FDA56A3E446D}"/>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6FD83EB2-BE2B-3836-BA4D-281BA5708E9E}"/>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rPr>
              <a:t>Giới</a:t>
            </a:r>
            <a:r>
              <a:rPr lang="en-US" b="1" dirty="0">
                <a:solidFill>
                  <a:schemeClr val="dk1"/>
                </a:solidFill>
              </a:rPr>
              <a:t> </a:t>
            </a:r>
            <a:r>
              <a:rPr lang="en-US" b="1" dirty="0" err="1">
                <a:solidFill>
                  <a:schemeClr val="dk1"/>
                </a:solidFill>
              </a:rPr>
              <a:t>thiệu</a:t>
            </a:r>
            <a:r>
              <a:rPr lang="en-US" b="1" dirty="0">
                <a:solidFill>
                  <a:schemeClr val="dk1"/>
                </a:solidFill>
              </a:rPr>
              <a:t> </a:t>
            </a:r>
            <a:r>
              <a:rPr lang="en-US" b="1" dirty="0" err="1">
                <a:solidFill>
                  <a:schemeClr val="dk1"/>
                </a:solidFill>
              </a:rPr>
              <a:t>đề</a:t>
            </a:r>
            <a:r>
              <a:rPr lang="en-US" b="1" dirty="0">
                <a:solidFill>
                  <a:schemeClr val="dk1"/>
                </a:solidFill>
              </a:rPr>
              <a:t> </a:t>
            </a:r>
            <a:r>
              <a:rPr lang="en-US" b="1" dirty="0" err="1">
                <a:solidFill>
                  <a:schemeClr val="dk1"/>
                </a:solidFill>
              </a:rPr>
              <a:t>tài</a:t>
            </a:r>
            <a:endParaRPr dirty="0"/>
          </a:p>
        </p:txBody>
      </p:sp>
      <p:grpSp>
        <p:nvGrpSpPr>
          <p:cNvPr id="8200" name="Google Shape;100;p2">
            <a:extLst>
              <a:ext uri="{FF2B5EF4-FFF2-40B4-BE49-F238E27FC236}">
                <a16:creationId xmlns:a16="http://schemas.microsoft.com/office/drawing/2014/main" id="{22F00F54-7BEF-27EE-E55C-B0087A6FB9E1}"/>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5E8A8F6E-5BEF-5563-2D89-B52842FF306C}"/>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339146AF-44DE-061C-5295-1F89AB2402BD}"/>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3A3413E2-3D3E-4AF9-827C-3BF6B58C1695}"/>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BC4D22F1-18A3-BD6F-6DE5-C3BFBC2F776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74BAD549-CF81-0A28-CF07-097B5FCFA10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5FE7BDC1-29A8-AAAE-285F-EDB05183CB65}"/>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7EB771B1-AE67-A9F0-3170-8CDC7C30C88A}"/>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E88CE62C-4886-EE41-54D0-EAA7897CCCC4}"/>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960804BE-9732-D952-5C85-2B365A9105DC}"/>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64C23058-F4E1-C7CC-8927-B248CDE6E3C6}"/>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0A01D03C-DB12-0E22-1679-14452E1A04D4}"/>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2A11DCC4-B5F7-3C1F-98C8-7DFD547B3D4A}"/>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9F5C9E00-AD7E-4952-6CEA-2083855B867E}"/>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E823EA31-325A-051F-519E-5F1FDEECD287}"/>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06C81B6E-FCE6-B282-0182-473143E2C40B}"/>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2218AF1E-5F6C-92E7-6290-1F33AAFB4123}"/>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D4919841-2046-DD08-90AA-9CAE3187AC5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3081C414-14C6-906B-1151-49F8F5CC9BD8}"/>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28907A37-FC57-A22A-2C9F-C29AB2DED14E}"/>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68874E0F-107E-B057-4620-E38D57475AD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4566C53B-8E7D-AB11-5DDE-74F958F0600D}"/>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27C13AAA-BBA1-8F6A-67BE-B64388C60348}"/>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EAF191C5-6464-3966-6CEA-2B27C4A20DA0}"/>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0F742F2A-0267-EC5E-DFFB-7E4F7736EC63}"/>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4469CA45-482F-AA59-239C-021E28A23D14}"/>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1AC90260-8959-51A0-5582-1004CE7EFF0B}"/>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71814F59-CAE5-2BEA-3351-1FDDD383B1B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5D4CE909-6DCB-4B9D-11B4-E41E26533B8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7110160F-C5F0-9DD1-9BEE-F953E4CA8491}"/>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57EC159E-0685-C577-BAEA-D0A3299CCFC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02C262CE-FD15-2902-C152-A1E8ADC0247B}"/>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999770797"/>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9E23C-7107-E615-95B2-8E804B139F55}"/>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8418C296-93A7-5205-00D0-46D536CBD4D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4</a:t>
            </a:fld>
            <a:endParaRPr lang="en-US" altLang="en-US" sz="1400"/>
          </a:p>
        </p:txBody>
      </p:sp>
      <p:sp>
        <p:nvSpPr>
          <p:cNvPr id="2" name="Rectangle 2">
            <a:extLst>
              <a:ext uri="{FF2B5EF4-FFF2-40B4-BE49-F238E27FC236}">
                <a16:creationId xmlns:a16="http://schemas.microsoft.com/office/drawing/2014/main" id="{7DF6CBD4-A523-9E6A-AAF1-6A4468296AB4}"/>
              </a:ext>
            </a:extLst>
          </p:cNvPr>
          <p:cNvSpPr>
            <a:spLocks noGrp="1" noChangeArrowheads="1"/>
          </p:cNvSpPr>
          <p:nvPr>
            <p:ph type="title"/>
          </p:nvPr>
        </p:nvSpPr>
        <p:spPr>
          <a:xfrm>
            <a:off x="906236" y="144624"/>
            <a:ext cx="8077200" cy="609600"/>
          </a:xfrm>
        </p:spPr>
        <p:txBody>
          <a:bodyPr>
            <a:normAutofit/>
          </a:bodyPr>
          <a:lstStyle/>
          <a:p>
            <a:pPr>
              <a:defRPr/>
            </a:pPr>
            <a:r>
              <a:rPr lang="en-US" altLang="en-US" sz="3600" b="1" dirty="0" err="1">
                <a:latin typeface="Arial" panose="020B0604020202020204" pitchFamily="34" charset="0"/>
                <a:cs typeface="Arial" panose="020B0604020202020204" pitchFamily="34" charset="0"/>
              </a:rPr>
              <a:t>Giới</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thiệu</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đề</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tài</a:t>
            </a:r>
            <a:endParaRPr lang="en-US" altLang="en-US" sz="3600"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D5F858B9-983B-952F-0296-8F0CC1B3B5C1}"/>
              </a:ext>
            </a:extLst>
          </p:cNvPr>
          <p:cNvSpPr>
            <a:spLocks noGrp="1" noChangeArrowheads="1"/>
          </p:cNvSpPr>
          <p:nvPr>
            <p:ph type="body" idx="1"/>
          </p:nvPr>
        </p:nvSpPr>
        <p:spPr>
          <a:xfrm>
            <a:off x="906236" y="1184989"/>
            <a:ext cx="10474778" cy="5328526"/>
          </a:xfrm>
        </p:spPr>
        <p:txBody>
          <a:bodyPr>
            <a:normAutofit fontScale="85000" lnSpcReduction="10000"/>
          </a:bodyPr>
          <a:lstStyle/>
          <a:p>
            <a:pPr marL="0" indent="0" algn="just">
              <a:lnSpc>
                <a:spcPct val="150000"/>
              </a:lnSpc>
              <a:spcBef>
                <a:spcPts val="0"/>
              </a:spcBef>
              <a:buNone/>
              <a:defRPr/>
            </a:pPr>
            <a:r>
              <a:rPr lang="en-US" altLang="en-US" sz="2400" b="1" dirty="0" err="1">
                <a:latin typeface="Arial" panose="020B0604020202020204" pitchFamily="34" charset="0"/>
                <a:cs typeface="Arial" panose="020B0604020202020204" pitchFamily="34" charset="0"/>
              </a:rPr>
              <a:t>Bối</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cảnh</a:t>
            </a:r>
            <a:r>
              <a:rPr lang="en-US" altLang="en-US" sz="2400" b="1" dirty="0">
                <a:latin typeface="Arial" panose="020B0604020202020204" pitchFamily="34" charset="0"/>
                <a:cs typeface="Arial" panose="020B0604020202020204" pitchFamily="34" charset="0"/>
              </a:rPr>
              <a:t> &amp; </a:t>
            </a:r>
            <a:r>
              <a:rPr lang="en-US" altLang="en-US" sz="2400" b="1" dirty="0" err="1">
                <a:latin typeface="Arial" panose="020B0604020202020204" pitchFamily="34" charset="0"/>
                <a:cs typeface="Arial" panose="020B0604020202020204" pitchFamily="34" charset="0"/>
              </a:rPr>
              <a:t>vấn</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đề</a:t>
            </a:r>
            <a:r>
              <a:rPr lang="en-US" altLang="en-US" sz="2400" b="1" dirty="0">
                <a:latin typeface="Arial" panose="020B0604020202020204" pitchFamily="34" charset="0"/>
                <a:cs typeface="Arial" panose="020B0604020202020204" pitchFamily="34" charset="0"/>
              </a:rPr>
              <a: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Các hệ thống web hiện nay ngày càng lớn và thường xuyên thay đổi, làm cho nhu cầu kiểm thử phần mềm ngày càng tăng nhằm đảm bảo chất lượng trước khi triển khai thực tế.</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Việc xây dựng test case và test script theo phương pháp thủ công thường tốn nhiều thời gian, phụ thuộc vào kinh nghiệm của kiểm thử viên và khó đảm bảo độ bao phủ đầy đủ cho các luồng nghiệp vụ.</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Sự phát triển của AI, đặc biệt trong xử lý ngôn ngữ tự nhiên, mở ra khả năng hỗ trợ phân tích Use Case và sinh test case tự động, góp phần giảm khối lượng công việc thủ công và nâng cao hiệu quả kiểm thử.</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Tuy nhiên, để các test case do AI sinh ra có thể thực thi thực tế, cần có một framework kiểm thử tự động hỗ trợ quản lý keyword, locator, dữ liệu kiểm thử và thực thi test script.</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241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Effect transition="in" filter="fade">
                                      <p:cBhvr>
                                        <p:cTn id="14" dur="1000"/>
                                        <p:tgtEl>
                                          <p:spTgt spid="8195">
                                            <p:txEl>
                                              <p:pRg st="1" end="1"/>
                                            </p:txEl>
                                          </p:spTgt>
                                        </p:tgtEl>
                                      </p:cBhvr>
                                    </p:animEffect>
                                    <p:anim calcmode="lin" valueType="num">
                                      <p:cBhvr>
                                        <p:cTn id="15"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195">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Effect transition="in" filter="fade">
                                      <p:cBhvr>
                                        <p:cTn id="19" dur="1000"/>
                                        <p:tgtEl>
                                          <p:spTgt spid="8195">
                                            <p:txEl>
                                              <p:pRg st="2" end="2"/>
                                            </p:txEl>
                                          </p:spTgt>
                                        </p:tgtEl>
                                      </p:cBhvr>
                                    </p:animEffect>
                                    <p:anim calcmode="lin" valueType="num">
                                      <p:cBhvr>
                                        <p:cTn id="20"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195">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195">
                                            <p:txEl>
                                              <p:pRg st="3" end="3"/>
                                            </p:txEl>
                                          </p:spTgt>
                                        </p:tgtEl>
                                        <p:attrNameLst>
                                          <p:attrName>style.visibility</p:attrName>
                                        </p:attrNameLst>
                                      </p:cBhvr>
                                      <p:to>
                                        <p:strVal val="visible"/>
                                      </p:to>
                                    </p:set>
                                    <p:animEffect transition="in" filter="fade">
                                      <p:cBhvr>
                                        <p:cTn id="24" dur="1000"/>
                                        <p:tgtEl>
                                          <p:spTgt spid="8195">
                                            <p:txEl>
                                              <p:pRg st="3" end="3"/>
                                            </p:txEl>
                                          </p:spTgt>
                                        </p:tgtEl>
                                      </p:cBhvr>
                                    </p:animEffect>
                                    <p:anim calcmode="lin" valueType="num">
                                      <p:cBhvr>
                                        <p:cTn id="25"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8195">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195">
                                            <p:txEl>
                                              <p:pRg st="4" end="4"/>
                                            </p:txEl>
                                          </p:spTgt>
                                        </p:tgtEl>
                                        <p:attrNameLst>
                                          <p:attrName>style.visibility</p:attrName>
                                        </p:attrNameLst>
                                      </p:cBhvr>
                                      <p:to>
                                        <p:strVal val="visible"/>
                                      </p:to>
                                    </p:set>
                                    <p:animEffect transition="in" filter="fade">
                                      <p:cBhvr>
                                        <p:cTn id="29" dur="1000"/>
                                        <p:tgtEl>
                                          <p:spTgt spid="8195">
                                            <p:txEl>
                                              <p:pRg st="4" end="4"/>
                                            </p:txEl>
                                          </p:spTgt>
                                        </p:tgtEl>
                                      </p:cBhvr>
                                    </p:animEffect>
                                    <p:anim calcmode="lin" valueType="num">
                                      <p:cBhvr>
                                        <p:cTn id="30"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19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CCAEB-CC4C-8D77-3ECA-A411F53E496C}"/>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FEB73D35-9EC9-CE40-920C-2B087DC01DD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5</a:t>
            </a:fld>
            <a:endParaRPr lang="en-US" altLang="en-US" sz="1400"/>
          </a:p>
        </p:txBody>
      </p:sp>
      <p:sp>
        <p:nvSpPr>
          <p:cNvPr id="2" name="Rectangle 2">
            <a:extLst>
              <a:ext uri="{FF2B5EF4-FFF2-40B4-BE49-F238E27FC236}">
                <a16:creationId xmlns:a16="http://schemas.microsoft.com/office/drawing/2014/main" id="{1BF9DEA2-2EDF-6F8F-09C4-E9A858F5ABBC}"/>
              </a:ext>
            </a:extLst>
          </p:cNvPr>
          <p:cNvSpPr>
            <a:spLocks noGrp="1" noChangeArrowheads="1"/>
          </p:cNvSpPr>
          <p:nvPr>
            <p:ph type="title"/>
          </p:nvPr>
        </p:nvSpPr>
        <p:spPr>
          <a:xfrm>
            <a:off x="906236" y="144624"/>
            <a:ext cx="8077200" cy="609600"/>
          </a:xfrm>
        </p:spPr>
        <p:txBody>
          <a:bodyPr>
            <a:normAutofit/>
          </a:bodyPr>
          <a:lstStyle/>
          <a:p>
            <a:pPr>
              <a:defRPr/>
            </a:pPr>
            <a:r>
              <a:rPr lang="en-US" altLang="en-US" sz="3600" b="1" dirty="0" err="1">
                <a:latin typeface="Arial" panose="020B0604020202020204" pitchFamily="34" charset="0"/>
                <a:cs typeface="Arial" panose="020B0604020202020204" pitchFamily="34" charset="0"/>
              </a:rPr>
              <a:t>Giới</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thiệu</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đề</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tài</a:t>
            </a:r>
            <a:endParaRPr lang="en-US" altLang="en-US" sz="3600"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659AED8D-304A-1C53-738E-D97D9BF35AFB}"/>
              </a:ext>
            </a:extLst>
          </p:cNvPr>
          <p:cNvSpPr>
            <a:spLocks noGrp="1" noChangeArrowheads="1"/>
          </p:cNvSpPr>
          <p:nvPr>
            <p:ph type="body" idx="1"/>
          </p:nvPr>
        </p:nvSpPr>
        <p:spPr>
          <a:xfrm>
            <a:off x="906236" y="1184989"/>
            <a:ext cx="10474778" cy="5328526"/>
          </a:xfrm>
        </p:spPr>
        <p:txBody>
          <a:bodyPr>
            <a:normAutofit fontScale="92500" lnSpcReduction="10000"/>
          </a:bodyPr>
          <a:lstStyle/>
          <a:p>
            <a:pPr marL="0" indent="0" algn="just">
              <a:lnSpc>
                <a:spcPct val="150000"/>
              </a:lnSpc>
              <a:spcBef>
                <a:spcPts val="0"/>
              </a:spcBef>
              <a:buNone/>
              <a:defRPr/>
            </a:pPr>
            <a:r>
              <a:rPr lang="en-US" altLang="en-US" sz="2400" b="1" dirty="0" err="1">
                <a:latin typeface="Arial" panose="020B0604020202020204" pitchFamily="34" charset="0"/>
                <a:cs typeface="Arial" panose="020B0604020202020204" pitchFamily="34" charset="0"/>
              </a:rPr>
              <a:t>Mục</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tiêu</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đề</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tài</a:t>
            </a:r>
            <a:r>
              <a:rPr lang="en-US" altLang="en-US" sz="2400" b="1" dirty="0">
                <a:latin typeface="Arial" panose="020B0604020202020204" pitchFamily="34" charset="0"/>
                <a:cs typeface="Arial" panose="020B0604020202020204" pitchFamily="34" charset="0"/>
              </a:rPr>
              <a: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Ứng dụng AI để sinh test case và test script tự động từ đặc tả Use Case.</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Xây dựng cơ chế chuyển đổi test case sang test script theo mô hình Keyword-Driven.</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Xây dựng framework kiểm thử tự động Web theo mô hình Hybrid-Driven Testing</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kết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hợp</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giữa</a:t>
            </a:r>
            <a:r>
              <a:rPr lang="en-US" altLang="en-US" sz="2400" dirty="0">
                <a:latin typeface="Arial" panose="020B0604020202020204" pitchFamily="34" charset="0"/>
                <a:cs typeface="Arial" panose="020B0604020202020204" pitchFamily="34" charset="0"/>
              </a:rPr>
              <a:t>: Page Object Model (POM), Data-Driven Testing (DDT) </a:t>
            </a:r>
            <a:r>
              <a:rPr lang="en-US" altLang="en-US" sz="2400" dirty="0" err="1">
                <a:latin typeface="Arial" panose="020B0604020202020204" pitchFamily="34" charset="0"/>
                <a:cs typeface="Arial" panose="020B0604020202020204" pitchFamily="34" charset="0"/>
              </a:rPr>
              <a:t>và</a:t>
            </a:r>
            <a:r>
              <a:rPr lang="en-US" altLang="en-US" sz="2400" dirty="0">
                <a:latin typeface="Arial" panose="020B0604020202020204" pitchFamily="34" charset="0"/>
                <a:cs typeface="Arial" panose="020B0604020202020204" pitchFamily="34" charset="0"/>
              </a:rPr>
              <a:t>  Keyword-Driven Testing (KDT)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Xây dựng cơ chế ánh xạ keyword, locator và dữ liệu kiểm thử phục vụ quá trình sinh test script tự động.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400" dirty="0" err="1">
                <a:latin typeface="Arial" panose="020B0604020202020204" pitchFamily="34" charset="0"/>
                <a:cs typeface="Arial" panose="020B0604020202020204" pitchFamily="34" charset="0"/>
              </a:rPr>
              <a:t>Áp</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dụng</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hệ</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thống</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vào</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thực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tế</a:t>
            </a:r>
            <a:r>
              <a:rPr lang="en-US" altLang="en-US" sz="2400" dirty="0">
                <a:latin typeface="Arial" panose="020B0604020202020204" pitchFamily="34" charset="0"/>
                <a:cs typeface="Arial" panose="020B0604020202020204" pitchFamily="34" charset="0"/>
              </a:rPr>
              <a:t> website </a:t>
            </a:r>
            <a:r>
              <a:rPr lang="en-US" altLang="en-US" sz="2400" dirty="0" err="1">
                <a:latin typeface="Arial" panose="020B0604020202020204" pitchFamily="34" charset="0"/>
                <a:cs typeface="Arial" panose="020B0604020202020204" pitchFamily="34" charset="0"/>
              </a:rPr>
              <a:t>Bemori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để</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đánh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giá</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hiệu</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quả</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của</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mô</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hình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đề</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xuất</a:t>
            </a:r>
            <a:r>
              <a:rPr lang="en-US" alt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8953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500"/>
                                        <p:tgtEl>
                                          <p:spTgt spid="819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fade">
                                      <p:cBhvr>
                                        <p:cTn id="15" dur="500"/>
                                        <p:tgtEl>
                                          <p:spTgt spid="819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195">
                                            <p:txEl>
                                              <p:pRg st="3" end="3"/>
                                            </p:txEl>
                                          </p:spTgt>
                                        </p:tgtEl>
                                        <p:attrNameLst>
                                          <p:attrName>style.visibility</p:attrName>
                                        </p:attrNameLst>
                                      </p:cBhvr>
                                      <p:to>
                                        <p:strVal val="visible"/>
                                      </p:to>
                                    </p:set>
                                    <p:animEffect transition="in" filter="fade">
                                      <p:cBhvr>
                                        <p:cTn id="18" dur="500"/>
                                        <p:tgtEl>
                                          <p:spTgt spid="819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195">
                                            <p:txEl>
                                              <p:pRg st="4" end="4"/>
                                            </p:txEl>
                                          </p:spTgt>
                                        </p:tgtEl>
                                        <p:attrNameLst>
                                          <p:attrName>style.visibility</p:attrName>
                                        </p:attrNameLst>
                                      </p:cBhvr>
                                      <p:to>
                                        <p:strVal val="visible"/>
                                      </p:to>
                                    </p:set>
                                    <p:animEffect transition="in" filter="fade">
                                      <p:cBhvr>
                                        <p:cTn id="21" dur="500"/>
                                        <p:tgtEl>
                                          <p:spTgt spid="819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195">
                                            <p:txEl>
                                              <p:pRg st="5" end="5"/>
                                            </p:txEl>
                                          </p:spTgt>
                                        </p:tgtEl>
                                        <p:attrNameLst>
                                          <p:attrName>style.visibility</p:attrName>
                                        </p:attrNameLst>
                                      </p:cBhvr>
                                      <p:to>
                                        <p:strVal val="visible"/>
                                      </p:to>
                                    </p:set>
                                    <p:animEffect transition="in" filter="fade">
                                      <p:cBhvr>
                                        <p:cTn id="24"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978F-6DEF-13F7-68AB-7781B24694E3}"/>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1DA9158B-E23B-AF33-B912-5F2FFD24C90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6</a:t>
            </a:fld>
            <a:endParaRPr lang="en-US" altLang="en-US" sz="1400"/>
          </a:p>
        </p:txBody>
      </p:sp>
      <p:sp>
        <p:nvSpPr>
          <p:cNvPr id="2" name="Rectangle 2">
            <a:extLst>
              <a:ext uri="{FF2B5EF4-FFF2-40B4-BE49-F238E27FC236}">
                <a16:creationId xmlns:a16="http://schemas.microsoft.com/office/drawing/2014/main" id="{FCD044C8-9B59-A6FF-81F2-8B1502F8E036}"/>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FF401F8C-D871-8313-FD55-C42355BB0727}"/>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dk1"/>
                </a:solidFill>
              </a:rPr>
              <a:t>Phân </a:t>
            </a:r>
            <a:r>
              <a:rPr lang="en-US" sz="1800" b="1" dirty="0" err="1">
                <a:solidFill>
                  <a:schemeClr val="dk1"/>
                </a:solidFill>
              </a:rPr>
              <a:t>tích</a:t>
            </a:r>
            <a:r>
              <a:rPr lang="en-US" sz="1800" b="1" dirty="0">
                <a:solidFill>
                  <a:schemeClr val="dk1"/>
                </a:solidFill>
              </a:rPr>
              <a:t> </a:t>
            </a:r>
            <a:r>
              <a:rPr lang="en-US" b="1" dirty="0" err="1">
                <a:solidFill>
                  <a:schemeClr val="dk1"/>
                </a:solidFill>
              </a:rPr>
              <a:t>và</a:t>
            </a:r>
            <a:r>
              <a:rPr lang="en-US" b="1" dirty="0">
                <a:solidFill>
                  <a:schemeClr val="dk1"/>
                </a:solidFill>
              </a:rPr>
              <a:t> </a:t>
            </a:r>
            <a:r>
              <a:rPr lang="en-US" b="1" dirty="0" err="1">
                <a:solidFill>
                  <a:schemeClr val="dk1"/>
                </a:solidFill>
              </a:rPr>
              <a:t>thiết</a:t>
            </a:r>
            <a:r>
              <a:rPr lang="en-US" b="1" dirty="0">
                <a:solidFill>
                  <a:schemeClr val="dk1"/>
                </a:solidFill>
              </a:rPr>
              <a:t> </a:t>
            </a:r>
            <a:r>
              <a:rPr lang="en-US" b="1" dirty="0" err="1">
                <a:solidFill>
                  <a:schemeClr val="dk1"/>
                </a:solidFill>
              </a:rPr>
              <a:t>kế</a:t>
            </a:r>
            <a:r>
              <a:rPr lang="en-US" b="1" dirty="0">
                <a:solidFill>
                  <a:schemeClr val="dk1"/>
                </a:solidFill>
              </a:rPr>
              <a:t> </a:t>
            </a:r>
            <a:r>
              <a:rPr lang="en-US" b="1" dirty="0" err="1">
                <a:solidFill>
                  <a:schemeClr val="dk1"/>
                </a:solidFill>
              </a:rPr>
              <a:t>hệ</a:t>
            </a:r>
            <a:r>
              <a:rPr lang="en-US" b="1" dirty="0">
                <a:solidFill>
                  <a:schemeClr val="dk1"/>
                </a:solidFill>
              </a:rPr>
              <a:t> </a:t>
            </a:r>
            <a:r>
              <a:rPr lang="en-US" b="1" dirty="0" err="1">
                <a:solidFill>
                  <a:schemeClr val="dk1"/>
                </a:solidFill>
              </a:rPr>
              <a:t>thống</a:t>
            </a:r>
            <a:endParaRPr lang="vi-VN" dirty="0"/>
          </a:p>
        </p:txBody>
      </p:sp>
      <p:sp>
        <p:nvSpPr>
          <p:cNvPr id="8199" name="Google Shape;99;p2">
            <a:extLst>
              <a:ext uri="{FF2B5EF4-FFF2-40B4-BE49-F238E27FC236}">
                <a16:creationId xmlns:a16="http://schemas.microsoft.com/office/drawing/2014/main" id="{BC016EE2-65F8-78F0-51E3-EA4F89FE98C2}"/>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9CDE687D-1CDA-54C4-6931-F6505A7D1016}"/>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852AFF29-C63A-D93C-F441-6C712B34C2DD}"/>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1820422F-D757-917D-3E37-5D209663E3CE}"/>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D32215D9-20F5-BED4-369C-E2B1E5FDD1DE}"/>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A6C05B03-31D3-C789-ACFE-97EACB04183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C89F9AC0-94E5-9824-AC52-0A071388969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00F97772-F195-83C4-4C54-54B277334708}"/>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645FB762-CB8A-2523-0F2F-42E15D36F324}"/>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F8FB3DFC-423F-A723-AF0A-1ED1285E8F3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93AFB3A1-5ADD-8A54-688E-9170770B5A3A}"/>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7F592AEF-AD8D-1520-FE96-09D1C65D0C88}"/>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01E7DFEA-02B7-2015-A0E2-0A9C75797315}"/>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0219A3C5-0E4A-22FD-DFE0-D660BE75A40D}"/>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DD9B9C1C-0E8B-DE9D-BFC9-21FACC6941C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9613F38C-B9F0-37DD-60B9-3DFD45745525}"/>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D533B246-CE98-49E3-9F2C-2C5E42030DB2}"/>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27EE66EC-C764-C91B-1CB2-173C5B7FCAC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FD3930E3-36A3-BDFC-411B-97368A642F3F}"/>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241E9621-3686-7CF9-4A13-F7EE50BF3DB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66B6C701-7903-EB2C-AC6B-5B9EDC66C1FF}"/>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4D46E428-A8F0-97D1-2FA3-A9F291683C5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C9F71FC9-3803-B422-3C3A-18F2DD027A03}"/>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9BB75C5D-02BF-130A-6715-1436AFA9863C}"/>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C59C0FED-0568-FFF5-36C0-45ADBD3BD604}"/>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4B28B476-02B6-86C6-DB0C-5091A303D8B1}"/>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4752686D-9623-9394-D09D-598FA21B8C19}"/>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3DFFCD2A-4E70-044E-98F8-36E86AE142E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1D683BF0-FCDB-3C6D-B2E7-3AED347DEFF1}"/>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30C1002C-9540-C1A8-34F0-BABDE51B747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1AF1E0CB-DF89-3B27-B6E4-CC293E752DFE}"/>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CA33577C-3A80-9E3C-F3AE-CD211868B112}"/>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8E7FBADA-3266-F3C8-3B64-01E12FB22152}"/>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35561770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803F6-ECCB-4BDE-CC06-C00937C036A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EB78894-7E10-D062-B434-54AADFE8B3E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7</a:t>
            </a:fld>
            <a:endParaRPr lang="en-US" altLang="en-US" sz="1400"/>
          </a:p>
        </p:txBody>
      </p:sp>
      <p:sp>
        <p:nvSpPr>
          <p:cNvPr id="2" name="Rectangle 2">
            <a:extLst>
              <a:ext uri="{FF2B5EF4-FFF2-40B4-BE49-F238E27FC236}">
                <a16:creationId xmlns:a16="http://schemas.microsoft.com/office/drawing/2014/main" id="{6B6457A0-A5D2-2135-C7CA-BE71E54D625F}"/>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6C129EA-9DDF-7CBC-D14E-814EFFD5AF2B}"/>
              </a:ext>
            </a:extLst>
          </p:cNvPr>
          <p:cNvSpPr txBox="1"/>
          <p:nvPr/>
        </p:nvSpPr>
        <p:spPr>
          <a:xfrm>
            <a:off x="6912898" y="5656467"/>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5. </a:t>
            </a:r>
            <a:r>
              <a:rPr lang="en-GB" sz="1600" dirty="0" err="1">
                <a:latin typeface="Arial" panose="020B0604020202020204" pitchFamily="34" charset="0"/>
                <a:cs typeface="Arial" panose="020B0604020202020204" pitchFamily="34" charset="0"/>
              </a:rPr>
              <a:t>Mô</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tổng</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thể</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sinh</a:t>
            </a:r>
            <a:r>
              <a:rPr lang="en-GB" sz="1600" dirty="0">
                <a:latin typeface="Arial" panose="020B0604020202020204" pitchFamily="34" charset="0"/>
                <a:cs typeface="Arial" panose="020B0604020202020204" pitchFamily="34" charset="0"/>
              </a:rPr>
              <a:t> Test Case </a:t>
            </a:r>
            <a:r>
              <a:rPr lang="en-GB" sz="1600" dirty="0" err="1">
                <a:latin typeface="Arial" panose="020B0604020202020204" pitchFamily="34" charset="0"/>
                <a:cs typeface="Arial" panose="020B0604020202020204" pitchFamily="34" charset="0"/>
              </a:rPr>
              <a:t>từ</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F4DBC5A-B54A-703F-6E3F-A41B9776F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6173" y="1085496"/>
            <a:ext cx="1914525" cy="4391025"/>
          </a:xfrm>
          <a:prstGeom prst="rect">
            <a:avLst/>
          </a:prstGeom>
        </p:spPr>
      </p:pic>
      <p:graphicFrame>
        <p:nvGraphicFramePr>
          <p:cNvPr id="7" name="Content Placeholder 6">
            <a:extLst>
              <a:ext uri="{FF2B5EF4-FFF2-40B4-BE49-F238E27FC236}">
                <a16:creationId xmlns:a16="http://schemas.microsoft.com/office/drawing/2014/main" id="{40B1ED69-45FE-9938-378D-D7742BF3E46B}"/>
              </a:ext>
            </a:extLst>
          </p:cNvPr>
          <p:cNvGraphicFramePr>
            <a:graphicFrameLocks noGrp="1"/>
          </p:cNvGraphicFramePr>
          <p:nvPr>
            <p:ph idx="1"/>
            <p:extLst>
              <p:ext uri="{D42A27DB-BD31-4B8C-83A1-F6EECF244321}">
                <p14:modId xmlns:p14="http://schemas.microsoft.com/office/powerpoint/2010/main" val="1801249650"/>
              </p:ext>
            </p:extLst>
          </p:nvPr>
        </p:nvGraphicFramePr>
        <p:xfrm>
          <a:off x="906236" y="1754897"/>
          <a:ext cx="5309755" cy="4240122"/>
        </p:xfrm>
        <a:graphic>
          <a:graphicData uri="http://schemas.openxmlformats.org/drawingml/2006/table">
            <a:tbl>
              <a:tblPr firstRow="1" firstCol="1" bandRow="1">
                <a:tableStyleId>{5C22544A-7EE6-4342-B048-85BDC9FD1C3A}</a:tableStyleId>
              </a:tblPr>
              <a:tblGrid>
                <a:gridCol w="1568631">
                  <a:extLst>
                    <a:ext uri="{9D8B030D-6E8A-4147-A177-3AD203B41FA5}">
                      <a16:colId xmlns:a16="http://schemas.microsoft.com/office/drawing/2014/main" val="129409007"/>
                    </a:ext>
                  </a:extLst>
                </a:gridCol>
                <a:gridCol w="3741124">
                  <a:extLst>
                    <a:ext uri="{9D8B030D-6E8A-4147-A177-3AD203B41FA5}">
                      <a16:colId xmlns:a16="http://schemas.microsoft.com/office/drawing/2014/main" val="1856558529"/>
                    </a:ext>
                  </a:extLst>
                </a:gridCol>
              </a:tblGrid>
              <a:tr h="433069">
                <a:tc>
                  <a:txBody>
                    <a:bodyPr/>
                    <a:lstStyle/>
                    <a:p>
                      <a:pPr algn="ctr">
                        <a:lnSpc>
                          <a:spcPct val="150000"/>
                        </a:lnSpc>
                        <a:spcBef>
                          <a:spcPts val="600"/>
                        </a:spcBef>
                        <a:buNone/>
                      </a:pPr>
                      <a:r>
                        <a:rPr lang="en-US" sz="1300">
                          <a:effectLst/>
                        </a:rPr>
                        <a:t>Bước</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Mô tả</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1133318"/>
                  </a:ext>
                </a:extLst>
              </a:tr>
              <a:tr h="619819">
                <a:tc>
                  <a:txBody>
                    <a:bodyPr/>
                    <a:lstStyle/>
                    <a:p>
                      <a:pPr algn="just">
                        <a:lnSpc>
                          <a:spcPct val="150000"/>
                        </a:lnSpc>
                        <a:spcBef>
                          <a:spcPts val="600"/>
                        </a:spcBef>
                        <a:buNone/>
                      </a:pPr>
                      <a:r>
                        <a:rPr lang="en-US" sz="1300">
                          <a:effectLst/>
                        </a:rPr>
                        <a:t>Use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Đây là đầu vào mô tả yêu cầu nghiệp vụ của hệ thống.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5288925"/>
                  </a:ext>
                </a:extLst>
              </a:tr>
              <a:tr h="918055">
                <a:tc>
                  <a:txBody>
                    <a:bodyPr/>
                    <a:lstStyle/>
                    <a:p>
                      <a:pPr algn="just">
                        <a:lnSpc>
                          <a:spcPct val="150000"/>
                        </a:lnSpc>
                        <a:spcBef>
                          <a:spcPts val="600"/>
                        </a:spcBef>
                        <a:buNone/>
                      </a:pPr>
                      <a:r>
                        <a:rPr lang="en-US" sz="1300">
                          <a:effectLst/>
                        </a:rPr>
                        <a:t>Test Case Generation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Sử dụng AI để phân tích Use Case và sinh các test case tương ứng theo Excution path.</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2967014"/>
                  </a:ext>
                </a:extLst>
              </a:tr>
              <a:tr h="918055">
                <a:tc>
                  <a:txBody>
                    <a:bodyPr/>
                    <a:lstStyle/>
                    <a:p>
                      <a:pPr algn="just">
                        <a:lnSpc>
                          <a:spcPct val="150000"/>
                        </a:lnSpc>
                        <a:spcBef>
                          <a:spcPts val="600"/>
                        </a:spcBef>
                        <a:buNone/>
                      </a:pPr>
                      <a:r>
                        <a:rPr lang="en-US" sz="1300">
                          <a:effectLst/>
                        </a:rPr>
                        <a:t>Test Script Generation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Chuyển đổi test case thành test script dựa trên việc ánh xạ keyword và locator.</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6264077"/>
                  </a:ext>
                </a:extLst>
              </a:tr>
              <a:tr h="918055">
                <a:tc>
                  <a:txBody>
                    <a:bodyPr/>
                    <a:lstStyle/>
                    <a:p>
                      <a:pPr algn="just">
                        <a:lnSpc>
                          <a:spcPct val="150000"/>
                        </a:lnSpc>
                        <a:spcBef>
                          <a:spcPts val="600"/>
                        </a:spcBef>
                        <a:buNone/>
                      </a:pPr>
                      <a:r>
                        <a:rPr lang="en-US" sz="1300">
                          <a:effectLst/>
                        </a:rPr>
                        <a:t>Test Execution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Thực thi test script thông qua framework kiểm thử 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4155886"/>
                  </a:ext>
                </a:extLst>
              </a:tr>
              <a:tr h="433069">
                <a:tc>
                  <a:txBody>
                    <a:bodyPr/>
                    <a:lstStyle/>
                    <a:p>
                      <a:pPr algn="just">
                        <a:lnSpc>
                          <a:spcPct val="150000"/>
                        </a:lnSpc>
                        <a:spcBef>
                          <a:spcPts val="600"/>
                        </a:spcBef>
                        <a:buNone/>
                      </a:pPr>
                      <a:r>
                        <a:rPr lang="en-US" sz="1300">
                          <a:effectLst/>
                        </a:rPr>
                        <a:t>Report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dirty="0" err="1">
                          <a:effectLst/>
                        </a:rPr>
                        <a:t>xuất</a:t>
                      </a:r>
                      <a:r>
                        <a:rPr lang="en-US" sz="1300" dirty="0">
                          <a:effectLst/>
                        </a:rPr>
                        <a:t> </a:t>
                      </a:r>
                      <a:r>
                        <a:rPr lang="en-US" sz="1300" dirty="0" err="1">
                          <a:effectLst/>
                        </a:rPr>
                        <a:t>kết</a:t>
                      </a:r>
                      <a:r>
                        <a:rPr lang="en-US" sz="1300" dirty="0">
                          <a:effectLst/>
                        </a:rPr>
                        <a:t> </a:t>
                      </a:r>
                      <a:r>
                        <a:rPr lang="en-US" sz="1300" dirty="0" err="1">
                          <a:effectLst/>
                        </a:rPr>
                        <a:t>quả</a:t>
                      </a:r>
                      <a:r>
                        <a:rPr lang="en-US" sz="1300" dirty="0">
                          <a:effectLst/>
                        </a:rPr>
                        <a:t> </a:t>
                      </a:r>
                      <a:r>
                        <a:rPr lang="en-US" sz="1300" dirty="0" err="1">
                          <a:effectLst/>
                        </a:rPr>
                        <a:t>kiểm</a:t>
                      </a:r>
                      <a:r>
                        <a:rPr lang="en-US" sz="1300" dirty="0">
                          <a:effectLst/>
                        </a:rPr>
                        <a:t> </a:t>
                      </a:r>
                      <a:r>
                        <a:rPr lang="en-US" sz="1300" dirty="0" err="1">
                          <a:effectLst/>
                        </a:rPr>
                        <a:t>thử</a:t>
                      </a:r>
                      <a:r>
                        <a:rPr lang="en-US" sz="1300" dirty="0">
                          <a:effectLst/>
                        </a:rPr>
                        <a:t> </a:t>
                      </a:r>
                      <a:r>
                        <a:rPr lang="en-US" sz="1300" dirty="0" err="1">
                          <a:effectLst/>
                        </a:rPr>
                        <a:t>dưới</a:t>
                      </a:r>
                      <a:r>
                        <a:rPr lang="en-US" sz="1300" dirty="0">
                          <a:effectLst/>
                        </a:rPr>
                        <a:t> </a:t>
                      </a:r>
                      <a:r>
                        <a:rPr lang="en-US" sz="1300" dirty="0" err="1">
                          <a:effectLst/>
                        </a:rPr>
                        <a:t>dạng</a:t>
                      </a:r>
                      <a:r>
                        <a:rPr lang="en-US" sz="1300" dirty="0">
                          <a:effectLst/>
                        </a:rPr>
                        <a:t> </a:t>
                      </a:r>
                      <a:r>
                        <a:rPr lang="en-US" sz="1300" dirty="0" err="1">
                          <a:effectLst/>
                        </a:rPr>
                        <a:t>báo</a:t>
                      </a:r>
                      <a:r>
                        <a:rPr lang="en-US" sz="1300" dirty="0">
                          <a:effectLst/>
                        </a:rPr>
                        <a:t> </a:t>
                      </a:r>
                      <a:r>
                        <a:rPr lang="en-US" sz="1300" dirty="0" err="1">
                          <a:effectLst/>
                        </a:rPr>
                        <a:t>cáo</a:t>
                      </a:r>
                      <a:r>
                        <a:rPr lang="en-US" sz="1300" dirty="0">
                          <a:effectLst/>
                        </a:rPr>
                        <a:t> HTML.</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6767423"/>
                  </a:ext>
                </a:extLst>
              </a:tr>
            </a:tbl>
          </a:graphicData>
        </a:graphic>
      </p:graphicFrame>
      <p:sp>
        <p:nvSpPr>
          <p:cNvPr id="8" name="TextBox 7">
            <a:extLst>
              <a:ext uri="{FF2B5EF4-FFF2-40B4-BE49-F238E27FC236}">
                <a16:creationId xmlns:a16="http://schemas.microsoft.com/office/drawing/2014/main" id="{8F007C76-AB26-CF8A-FC44-7B625EBE01C1}"/>
              </a:ext>
            </a:extLst>
          </p:cNvPr>
          <p:cNvSpPr txBox="1"/>
          <p:nvPr/>
        </p:nvSpPr>
        <p:spPr>
          <a:xfrm>
            <a:off x="786245" y="1085496"/>
            <a:ext cx="5309755" cy="400110"/>
          </a:xfrm>
          <a:prstGeom prst="rect">
            <a:avLst/>
          </a:prstGeom>
          <a:noFill/>
        </p:spPr>
        <p:txBody>
          <a:bodyPr wrap="square" rtlCol="0">
            <a:spAutoFit/>
          </a:bodyPr>
          <a:lstStyle/>
          <a:p>
            <a:r>
              <a:rPr lang="en-GB" sz="2000" b="1" dirty="0" err="1">
                <a:latin typeface="Arial" panose="020B0604020202020204" pitchFamily="34" charset="0"/>
                <a:cs typeface="Arial" panose="020B0604020202020204" pitchFamily="34" charset="0"/>
              </a:rPr>
              <a:t>Mô</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tả</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các</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bước</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trong</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mô</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hình</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tổng</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thể</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725677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par>
                                <p:cTn id="16" presetID="22" presetClass="entr" presetSubtype="4"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58FCD-5273-A5D7-37FE-B1C7E5DA5FCF}"/>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3949C158-3276-0BCB-CFCA-1EE3C864972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8</a:t>
            </a:fld>
            <a:endParaRPr lang="en-US" altLang="en-US" sz="1400"/>
          </a:p>
        </p:txBody>
      </p:sp>
      <p:sp>
        <p:nvSpPr>
          <p:cNvPr id="2" name="Rectangle 2">
            <a:extLst>
              <a:ext uri="{FF2B5EF4-FFF2-40B4-BE49-F238E27FC236}">
                <a16:creationId xmlns:a16="http://schemas.microsoft.com/office/drawing/2014/main" id="{D3BEF559-2965-1638-131F-655CF18AD153}"/>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7E7CB287-B252-DE70-0171-24C6119BC04C}"/>
              </a:ext>
            </a:extLst>
          </p:cNvPr>
          <p:cNvSpPr>
            <a:spLocks noGrp="1" noChangeArrowheads="1"/>
          </p:cNvSpPr>
          <p:nvPr>
            <p:ph type="body" idx="1"/>
          </p:nvPr>
        </p:nvSpPr>
        <p:spPr>
          <a:xfrm>
            <a:off x="906236" y="1502392"/>
            <a:ext cx="10324207" cy="4567632"/>
          </a:xfrm>
        </p:spPr>
        <p:txBody>
          <a:bodyPr>
            <a:normAutofit/>
          </a:bodyPr>
          <a:lstStyle/>
          <a:p>
            <a:pPr marL="0" indent="0" algn="just">
              <a:lnSpc>
                <a:spcPct val="150000"/>
              </a:lnSpc>
              <a:spcBef>
                <a:spcPts val="0"/>
              </a:spcBef>
              <a:buNone/>
              <a:defRPr/>
            </a:pPr>
            <a:r>
              <a:rPr lang="vi-VN" sz="2000" dirty="0">
                <a:latin typeface="Arial" panose="020B0604020202020204" pitchFamily="34" charset="0"/>
                <a:cs typeface="Arial" panose="020B0604020202020204" pitchFamily="34" charset="0"/>
              </a:rPr>
              <a:t>Ở bước này, AI được sử dụng để chuyển đổi đặc tả Use Case thành danh sách các test case.</a:t>
            </a:r>
          </a:p>
          <a:p>
            <a:pPr algn="just">
              <a:lnSpc>
                <a:spcPct val="150000"/>
              </a:lnSpc>
              <a:spcBef>
                <a:spcPts val="0"/>
              </a:spcBef>
              <a:defRPr/>
            </a:pPr>
            <a:r>
              <a:rPr lang="vi-VN" sz="2000" dirty="0">
                <a:latin typeface="Arial" panose="020B0604020202020204" pitchFamily="34" charset="0"/>
                <a:cs typeface="Arial" panose="020B0604020202020204" pitchFamily="34" charset="0"/>
              </a:rPr>
              <a:t>Input: Use Case mô tả bằng ngôn ngữ tự nhiên.</a:t>
            </a:r>
          </a:p>
          <a:p>
            <a:pPr algn="just">
              <a:lnSpc>
                <a:spcPct val="150000"/>
              </a:lnSpc>
              <a:spcBef>
                <a:spcPts val="0"/>
              </a:spcBef>
              <a:defRPr/>
            </a:pPr>
            <a:r>
              <a:rPr lang="vi-VN" sz="2000" dirty="0">
                <a:latin typeface="Arial" panose="020B0604020202020204" pitchFamily="34" charset="0"/>
                <a:cs typeface="Arial" panose="020B0604020202020204" pitchFamily="34" charset="0"/>
              </a:rPr>
              <a:t>Xử lý:</a:t>
            </a:r>
            <a:endParaRPr lang="en-US" sz="20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2000" dirty="0">
                <a:latin typeface="Arial" panose="020B0604020202020204" pitchFamily="34" charset="0"/>
                <a:cs typeface="Arial" panose="020B0604020202020204" pitchFamily="34" charset="0"/>
              </a:rPr>
              <a:t>     + </a:t>
            </a:r>
            <a:r>
              <a:rPr lang="vi-VN" sz="2000" dirty="0">
                <a:latin typeface="Arial" panose="020B0604020202020204" pitchFamily="34" charset="0"/>
                <a:cs typeface="Arial" panose="020B0604020202020204" pitchFamily="34" charset="0"/>
              </a:rPr>
              <a:t>Áp dụng kỹ thuật prompt engineering để định hướng mô hình AI.</a:t>
            </a:r>
            <a:endParaRPr lang="en-US" sz="20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2000" dirty="0">
                <a:latin typeface="Arial" panose="020B0604020202020204" pitchFamily="34" charset="0"/>
                <a:cs typeface="Arial" panose="020B0604020202020204" pitchFamily="34" charset="0"/>
              </a:rPr>
              <a:t>     + </a:t>
            </a:r>
            <a:r>
              <a:rPr lang="vi-VN" sz="2000" dirty="0">
                <a:latin typeface="Arial" panose="020B0604020202020204" pitchFamily="34" charset="0"/>
                <a:cs typeface="Arial" panose="020B0604020202020204" pitchFamily="34" charset="0"/>
              </a:rPr>
              <a:t>AI phân tích các luồng nghiệp vụ (basic flow, alternate flow).</a:t>
            </a:r>
          </a:p>
          <a:p>
            <a:pPr marL="0" indent="0" algn="just">
              <a:lnSpc>
                <a:spcPct val="150000"/>
              </a:lnSpc>
              <a:spcBef>
                <a:spcPts val="0"/>
              </a:spcBef>
              <a:buNone/>
              <a:defRPr/>
            </a:pPr>
            <a:r>
              <a:rPr lang="en-US" sz="2000" dirty="0">
                <a:latin typeface="Arial" panose="020B0604020202020204" pitchFamily="34" charset="0"/>
                <a:cs typeface="Arial" panose="020B0604020202020204" pitchFamily="34" charset="0"/>
              </a:rPr>
              <a:t>     + </a:t>
            </a:r>
            <a:r>
              <a:rPr lang="vi-VN" sz="2000" dirty="0">
                <a:latin typeface="Arial" panose="020B0604020202020204" pitchFamily="34" charset="0"/>
                <a:cs typeface="Arial" panose="020B0604020202020204" pitchFamily="34" charset="0"/>
              </a:rPr>
              <a:t>Sinh ra các test case bao gồm: test_case_id, scenario, precondition, steps và expected result.</a:t>
            </a:r>
          </a:p>
          <a:p>
            <a:pPr algn="just">
              <a:lnSpc>
                <a:spcPct val="150000"/>
              </a:lnSpc>
              <a:spcBef>
                <a:spcPts val="0"/>
              </a:spcBef>
              <a:defRPr/>
            </a:pPr>
            <a:r>
              <a:rPr lang="vi-VN" sz="2000" dirty="0">
                <a:latin typeface="Arial" panose="020B0604020202020204" pitchFamily="34" charset="0"/>
                <a:cs typeface="Arial" panose="020B0604020202020204" pitchFamily="34" charset="0"/>
              </a:rPr>
              <a:t>Output: danh sách test case được lưu trữ dưới dạng JSO</a:t>
            </a:r>
            <a:r>
              <a:rPr lang="en-US" sz="2000" dirty="0">
                <a:latin typeface="Arial" panose="020B0604020202020204" pitchFamily="34" charset="0"/>
                <a:cs typeface="Arial" panose="020B0604020202020204" pitchFamily="34" charset="0"/>
              </a:rPr>
              <a:t>N.</a:t>
            </a:r>
            <a:endParaRPr lang="vi-VN"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58EE1D5-0770-7F60-BDB6-FF48E15A6D31}"/>
              </a:ext>
            </a:extLst>
          </p:cNvPr>
          <p:cNvSpPr txBox="1"/>
          <p:nvPr/>
        </p:nvSpPr>
        <p:spPr>
          <a:xfrm>
            <a:off x="906236" y="958339"/>
            <a:ext cx="4287088" cy="461665"/>
          </a:xfrm>
          <a:prstGeom prst="rect">
            <a:avLst/>
          </a:prstGeom>
          <a:noFill/>
        </p:spPr>
        <p:txBody>
          <a:bodyPr wrap="square" rtlCol="0">
            <a:spAutoFit/>
          </a:bodyPr>
          <a:lstStyle/>
          <a:p>
            <a:r>
              <a:rPr lang="en-GB" sz="2400" b="1" dirty="0">
                <a:latin typeface="Arial" panose="020B0604020202020204" pitchFamily="34" charset="0"/>
                <a:cs typeface="Arial" panose="020B0604020202020204" pitchFamily="34" charset="0"/>
              </a:rPr>
              <a:t>Sinh test case </a:t>
            </a:r>
            <a:r>
              <a:rPr lang="en-GB" sz="2400" b="1" dirty="0" err="1">
                <a:latin typeface="Arial" panose="020B0604020202020204" pitchFamily="34" charset="0"/>
                <a:cs typeface="Arial" panose="020B0604020202020204" pitchFamily="34" charset="0"/>
              </a:rPr>
              <a:t>từ</a:t>
            </a:r>
            <a:r>
              <a:rPr lang="en-GB" sz="2400" b="1" dirty="0">
                <a:latin typeface="Arial" panose="020B0604020202020204" pitchFamily="34" charset="0"/>
                <a:cs typeface="Arial" panose="020B0604020202020204" pitchFamily="34" charset="0"/>
              </a:rPr>
              <a:t> use case</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7792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circle(in)">
                                      <p:cBhvr>
                                        <p:cTn id="7" dur="2000"/>
                                        <p:tgtEl>
                                          <p:spTgt spid="8195">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circle(in)">
                                      <p:cBhvr>
                                        <p:cTn id="10" dur="2000"/>
                                        <p:tgtEl>
                                          <p:spTgt spid="8195">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circle(in)">
                                      <p:cBhvr>
                                        <p:cTn id="13" dur="2000"/>
                                        <p:tgtEl>
                                          <p:spTgt spid="8195">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circle(in)">
                                      <p:cBhvr>
                                        <p:cTn id="16" dur="2000"/>
                                        <p:tgtEl>
                                          <p:spTgt spid="8195">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Effect transition="in" filter="circle(in)">
                                      <p:cBhvr>
                                        <p:cTn id="19" dur="2000"/>
                                        <p:tgtEl>
                                          <p:spTgt spid="8195">
                                            <p:txEl>
                                              <p:pRg st="4" end="4"/>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circle(in)">
                                      <p:cBhvr>
                                        <p:cTn id="22" dur="2000"/>
                                        <p:tgtEl>
                                          <p:spTgt spid="8195">
                                            <p:txEl>
                                              <p:pRg st="5" end="5"/>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8195">
                                            <p:txEl>
                                              <p:pRg st="6" end="6"/>
                                            </p:txEl>
                                          </p:spTgt>
                                        </p:tgtEl>
                                        <p:attrNameLst>
                                          <p:attrName>style.visibility</p:attrName>
                                        </p:attrNameLst>
                                      </p:cBhvr>
                                      <p:to>
                                        <p:strVal val="visible"/>
                                      </p:to>
                                    </p:set>
                                    <p:animEffect transition="in" filter="circle(in)">
                                      <p:cBhvr>
                                        <p:cTn id="25"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5890C-1465-7205-C309-FAC51B12FA4A}"/>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BF4E1C0A-AFAD-2259-3AF4-547BE2769178}"/>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9</a:t>
            </a:fld>
            <a:endParaRPr lang="en-US" altLang="en-US" sz="1400"/>
          </a:p>
        </p:txBody>
      </p:sp>
      <p:sp>
        <p:nvSpPr>
          <p:cNvPr id="2" name="Rectangle 2">
            <a:extLst>
              <a:ext uri="{FF2B5EF4-FFF2-40B4-BE49-F238E27FC236}">
                <a16:creationId xmlns:a16="http://schemas.microsoft.com/office/drawing/2014/main" id="{7FE3018F-71A5-D105-7BA2-1E5D8043E46D}"/>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AFD5221E-D69E-C4F9-B462-A520C9B044E7}"/>
              </a:ext>
            </a:extLst>
          </p:cNvPr>
          <p:cNvSpPr>
            <a:spLocks noGrp="1" noChangeArrowheads="1"/>
          </p:cNvSpPr>
          <p:nvPr>
            <p:ph type="body" idx="1"/>
          </p:nvPr>
        </p:nvSpPr>
        <p:spPr>
          <a:xfrm>
            <a:off x="906236" y="1502392"/>
            <a:ext cx="10324207" cy="4567632"/>
          </a:xfrm>
        </p:spPr>
        <p:txBody>
          <a:bodyPr>
            <a:normAutofit/>
          </a:bodyPr>
          <a:lstStyle/>
          <a:p>
            <a:pPr algn="just">
              <a:lnSpc>
                <a:spcPct val="150000"/>
              </a:lnSpc>
              <a:spcBef>
                <a:spcPts val="0"/>
              </a:spcBef>
              <a:defRPr/>
            </a:pPr>
            <a:r>
              <a:rPr lang="vi-VN" sz="1800" dirty="0">
                <a:latin typeface="Arial" panose="020B0604020202020204" pitchFamily="34" charset="0"/>
                <a:cs typeface="Arial" panose="020B0604020202020204" pitchFamily="34" charset="0"/>
              </a:rPr>
              <a:t>Sau khi sinh test case, hệ thống tiếp tục sử dụng kỹ thuật Prompt Engineering kết hợp với cơ chế ánh xạ trong framework để sinh test script tự động.</a:t>
            </a:r>
            <a:endParaRPr lang="en-US" sz="1800" dirty="0">
              <a:latin typeface="Arial" panose="020B0604020202020204" pitchFamily="34" charset="0"/>
              <a:cs typeface="Arial" panose="020B0604020202020204" pitchFamily="34" charset="0"/>
            </a:endParaRPr>
          </a:p>
          <a:p>
            <a:pPr algn="just">
              <a:lnSpc>
                <a:spcPct val="150000"/>
              </a:lnSpc>
              <a:spcBef>
                <a:spcPts val="0"/>
              </a:spcBef>
              <a:defRPr/>
            </a:pPr>
            <a:r>
              <a:rPr lang="vi-VN" sz="1800" dirty="0">
                <a:latin typeface="Arial" panose="020B0604020202020204" pitchFamily="34" charset="0"/>
                <a:cs typeface="Arial" panose="020B0604020202020204" pitchFamily="34" charset="0"/>
              </a:rPr>
              <a:t>Quá trình thực hiện gồm:</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     + </a:t>
            </a:r>
            <a:r>
              <a:rPr lang="vi-VN" sz="1800" dirty="0">
                <a:latin typeface="Arial" panose="020B0604020202020204" pitchFamily="34" charset="0"/>
                <a:cs typeface="Arial" panose="020B0604020202020204" pitchFamily="34" charset="0"/>
              </a:rPr>
              <a:t>Ánh xạ hành động:</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Nhận diện các hành động trong từng bước kiểm thử và chuyển thành keyword</a:t>
            </a:r>
            <a:r>
              <a:rPr lang="en-US" sz="1800"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     + </a:t>
            </a:r>
            <a:r>
              <a:rPr lang="vi-VN" sz="1800" dirty="0">
                <a:latin typeface="Arial" panose="020B0604020202020204" pitchFamily="34" charset="0"/>
                <a:cs typeface="Arial" panose="020B0604020202020204" pitchFamily="34" charset="0"/>
              </a:rPr>
              <a:t>Ánh xạ giao diện:</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Xác định các phần tử giao diện tương ứng thông qua </a:t>
            </a:r>
            <a:r>
              <a:rPr lang="en-US" sz="1800" dirty="0" err="1">
                <a:latin typeface="Arial" panose="020B0604020202020204" pitchFamily="34" charset="0"/>
                <a:cs typeface="Arial" panose="020B0604020202020204" pitchFamily="34" charset="0"/>
              </a:rPr>
              <a:t>bộ</a:t>
            </a:r>
            <a:r>
              <a:rPr lang="vi-VN" sz="1800" dirty="0">
                <a:latin typeface="Arial" panose="020B0604020202020204" pitchFamily="34" charset="0"/>
                <a:cs typeface="Arial" panose="020B0604020202020204" pitchFamily="34" charset="0"/>
              </a:rPr>
              <a:t> locator </a:t>
            </a:r>
            <a:r>
              <a:rPr lang="en-US" sz="1800" dirty="0" err="1">
                <a:latin typeface="Arial" panose="020B0604020202020204" pitchFamily="34" charset="0"/>
                <a:cs typeface="Arial" panose="020B0604020202020204" pitchFamily="34" charset="0"/>
              </a:rPr>
              <a:t>được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xây</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dựng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sẵn</a:t>
            </a:r>
            <a:r>
              <a:rPr lang="vi-VN" sz="1800" dirty="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     + </a:t>
            </a:r>
            <a:r>
              <a:rPr lang="vi-VN" sz="1800" dirty="0">
                <a:latin typeface="Arial" panose="020B0604020202020204" pitchFamily="34" charset="0"/>
                <a:cs typeface="Arial" panose="020B0604020202020204" pitchFamily="34" charset="0"/>
              </a:rPr>
              <a:t>Sinh dữ liệu kiểm thử:</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AI sinh dữ liệu kiểm thử dựa trên prompt và ngữ cảnh hệ thống</a:t>
            </a:r>
            <a:r>
              <a:rPr lang="en-US" sz="1800"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     + </a:t>
            </a:r>
            <a:r>
              <a:rPr lang="vi-VN" sz="1800" dirty="0">
                <a:latin typeface="Arial" panose="020B0604020202020204" pitchFamily="34" charset="0"/>
                <a:cs typeface="Arial" panose="020B0604020202020204" pitchFamily="34" charset="0"/>
              </a:rPr>
              <a:t>Sinh test script hoàn chỉnh:</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Kết hợp keyword, locator và dữ liệu kiểm thử để tạo thành test script dạng Excel phục vụ thực thi kiểm thử tự động.</a:t>
            </a:r>
            <a:endParaRPr lang="en-US" sz="1800" dirty="0">
              <a:latin typeface="Arial" panose="020B0604020202020204" pitchFamily="34" charset="0"/>
              <a:cs typeface="Arial" panose="020B0604020202020204" pitchFamily="34" charset="0"/>
            </a:endParaRPr>
          </a:p>
          <a:p>
            <a:pPr algn="just">
              <a:lnSpc>
                <a:spcPct val="150000"/>
              </a:lnSpc>
              <a:spcBef>
                <a:spcPts val="0"/>
              </a:spcBef>
              <a:defRPr/>
            </a:pPr>
            <a:r>
              <a:rPr lang="vi-VN" sz="1800" dirty="0">
                <a:latin typeface="Arial" panose="020B0604020202020204" pitchFamily="34" charset="0"/>
                <a:cs typeface="Arial" panose="020B0604020202020204" pitchFamily="34" charset="0"/>
              </a:rPr>
              <a:t>Kết quả:Sinh ra các keyword steps có thể sử dụng trực tiếp trong framework kiểm thử tự động.</a:t>
            </a:r>
          </a:p>
        </p:txBody>
      </p:sp>
      <p:sp>
        <p:nvSpPr>
          <p:cNvPr id="3" name="TextBox 2">
            <a:extLst>
              <a:ext uri="{FF2B5EF4-FFF2-40B4-BE49-F238E27FC236}">
                <a16:creationId xmlns:a16="http://schemas.microsoft.com/office/drawing/2014/main" id="{E2714F33-3615-FB1C-3ADF-C2C7AE9AB02F}"/>
              </a:ext>
            </a:extLst>
          </p:cNvPr>
          <p:cNvSpPr txBox="1"/>
          <p:nvPr/>
        </p:nvSpPr>
        <p:spPr>
          <a:xfrm>
            <a:off x="906236" y="958339"/>
            <a:ext cx="4287088" cy="461665"/>
          </a:xfrm>
          <a:prstGeom prst="rect">
            <a:avLst/>
          </a:prstGeom>
          <a:noFill/>
        </p:spPr>
        <p:txBody>
          <a:bodyPr wrap="square" rtlCol="0">
            <a:spAutoFit/>
          </a:bodyPr>
          <a:lstStyle/>
          <a:p>
            <a:r>
              <a:rPr lang="en-GB" sz="2400" b="1" dirty="0">
                <a:latin typeface="Arial" panose="020B0604020202020204" pitchFamily="34" charset="0"/>
                <a:cs typeface="Arial" panose="020B0604020202020204" pitchFamily="34" charset="0"/>
              </a:rPr>
              <a:t>Sinh test script </a:t>
            </a:r>
            <a:r>
              <a:rPr lang="en-GB" sz="2400" b="1" dirty="0" err="1">
                <a:latin typeface="Arial" panose="020B0604020202020204" pitchFamily="34" charset="0"/>
                <a:cs typeface="Arial" panose="020B0604020202020204" pitchFamily="34" charset="0"/>
              </a:rPr>
              <a:t>từ</a:t>
            </a:r>
            <a:r>
              <a:rPr lang="en-GB" sz="2400" b="1" dirty="0">
                <a:latin typeface="Arial" panose="020B0604020202020204" pitchFamily="34" charset="0"/>
                <a:cs typeface="Arial" panose="020B0604020202020204" pitchFamily="34" charset="0"/>
              </a:rPr>
              <a:t> test case</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5219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circle(in)">
                                      <p:cBhvr>
                                        <p:cTn id="7" dur="2000"/>
                                        <p:tgtEl>
                                          <p:spTgt spid="8195">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circle(in)">
                                      <p:cBhvr>
                                        <p:cTn id="10" dur="2000"/>
                                        <p:tgtEl>
                                          <p:spTgt spid="8195">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circle(in)">
                                      <p:cBhvr>
                                        <p:cTn id="13" dur="2000"/>
                                        <p:tgtEl>
                                          <p:spTgt spid="8195">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circle(in)">
                                      <p:cBhvr>
                                        <p:cTn id="16" dur="2000"/>
                                        <p:tgtEl>
                                          <p:spTgt spid="8195">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Effect transition="in" filter="circle(in)">
                                      <p:cBhvr>
                                        <p:cTn id="19" dur="2000"/>
                                        <p:tgtEl>
                                          <p:spTgt spid="8195">
                                            <p:txEl>
                                              <p:pRg st="4" end="4"/>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circle(in)">
                                      <p:cBhvr>
                                        <p:cTn id="22" dur="2000"/>
                                        <p:tgtEl>
                                          <p:spTgt spid="8195">
                                            <p:txEl>
                                              <p:pRg st="5" end="5"/>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8195">
                                            <p:txEl>
                                              <p:pRg st="6" end="6"/>
                                            </p:txEl>
                                          </p:spTgt>
                                        </p:tgtEl>
                                        <p:attrNameLst>
                                          <p:attrName>style.visibility</p:attrName>
                                        </p:attrNameLst>
                                      </p:cBhvr>
                                      <p:to>
                                        <p:strVal val="visible"/>
                                      </p:to>
                                    </p:set>
                                    <p:animEffect transition="in" filter="circle(in)">
                                      <p:cBhvr>
                                        <p:cTn id="25"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06407-3585-CD48-D3AA-EA217D3797B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9FC8319-98AC-18D3-9374-44AAA562254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10</a:t>
            </a:fld>
            <a:endParaRPr lang="en-US" altLang="en-US" sz="1400"/>
          </a:p>
        </p:txBody>
      </p:sp>
      <p:sp>
        <p:nvSpPr>
          <p:cNvPr id="2" name="Rectangle 2">
            <a:extLst>
              <a:ext uri="{FF2B5EF4-FFF2-40B4-BE49-F238E27FC236}">
                <a16:creationId xmlns:a16="http://schemas.microsoft.com/office/drawing/2014/main" id="{48F439E2-0499-4083-DAAF-228BAF26B65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D2649E49-D3AF-B062-47AA-967F265585C4}"/>
              </a:ext>
            </a:extLst>
          </p:cNvPr>
          <p:cNvSpPr>
            <a:spLocks noGrp="1" noChangeArrowheads="1"/>
          </p:cNvSpPr>
          <p:nvPr>
            <p:ph type="body" idx="1"/>
          </p:nvPr>
        </p:nvSpPr>
        <p:spPr>
          <a:xfrm>
            <a:off x="783771" y="758217"/>
            <a:ext cx="5510183" cy="711773"/>
          </a:xfrm>
        </p:spPr>
        <p:txBody>
          <a:bodyPr>
            <a:normAutofit fontScale="92500"/>
          </a:bodyPr>
          <a:lstStyle/>
          <a:p>
            <a:pPr marL="0" indent="0" algn="just">
              <a:lnSpc>
                <a:spcPct val="150000"/>
              </a:lnSpc>
              <a:spcBef>
                <a:spcPts val="0"/>
              </a:spcBef>
              <a:buNone/>
              <a:defRPr/>
            </a:pPr>
            <a:r>
              <a:rPr lang="en-US" altLang="en-US" sz="2000" b="1" dirty="0">
                <a:latin typeface="Arial" panose="020B0604020202020204" pitchFamily="34" charset="0"/>
                <a:cs typeface="Arial" panose="020B0604020202020204" pitchFamily="34" charset="0"/>
              </a:rPr>
              <a:t>So </a:t>
            </a:r>
            <a:r>
              <a:rPr lang="en-US" altLang="en-US" sz="2000" b="1" dirty="0" err="1">
                <a:latin typeface="Arial" panose="020B0604020202020204" pitchFamily="34" charset="0"/>
                <a:cs typeface="Arial" panose="020B0604020202020204" pitchFamily="34" charset="0"/>
              </a:rPr>
              <a:t>sánh</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quy</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trình</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trước</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và</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sau</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khi</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áp</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dụng</a:t>
            </a:r>
            <a:r>
              <a:rPr lang="en-US" altLang="en-US" sz="2000" b="1" dirty="0">
                <a:latin typeface="Arial" panose="020B0604020202020204" pitchFamily="34" charset="0"/>
                <a:cs typeface="Arial" panose="020B0604020202020204" pitchFamily="34" charset="0"/>
              </a:rPr>
              <a:t> AI</a:t>
            </a:r>
          </a:p>
        </p:txBody>
      </p:sp>
      <p:sp>
        <p:nvSpPr>
          <p:cNvPr id="3" name="TextBox 2">
            <a:extLst>
              <a:ext uri="{FF2B5EF4-FFF2-40B4-BE49-F238E27FC236}">
                <a16:creationId xmlns:a16="http://schemas.microsoft.com/office/drawing/2014/main" id="{F58D4BDE-DB4D-9C14-DC53-AAD08F636EC3}"/>
              </a:ext>
            </a:extLst>
          </p:cNvPr>
          <p:cNvSpPr txBox="1"/>
          <p:nvPr/>
        </p:nvSpPr>
        <p:spPr>
          <a:xfrm>
            <a:off x="5885792" y="5825744"/>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7. Quy </a:t>
            </a:r>
            <a:r>
              <a:rPr lang="en-GB" sz="1600" dirty="0" err="1">
                <a:latin typeface="Arial" panose="020B0604020202020204" pitchFamily="34" charset="0"/>
                <a:cs typeface="Arial" panose="020B0604020202020204" pitchFamily="34" charset="0"/>
              </a:rPr>
              <a:t>trình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sau</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khi</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áp</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dụng</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A4D4751-3C76-B207-C550-99E1900E7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9815" y="1363824"/>
            <a:ext cx="1641769" cy="4295749"/>
          </a:xfrm>
          <a:prstGeom prst="rect">
            <a:avLst/>
          </a:prstGeom>
        </p:spPr>
      </p:pic>
      <p:sp>
        <p:nvSpPr>
          <p:cNvPr id="5" name="TextBox 4">
            <a:extLst>
              <a:ext uri="{FF2B5EF4-FFF2-40B4-BE49-F238E27FC236}">
                <a16:creationId xmlns:a16="http://schemas.microsoft.com/office/drawing/2014/main" id="{5DDB538D-F7D5-2665-F51B-30C79899A79A}"/>
              </a:ext>
            </a:extLst>
          </p:cNvPr>
          <p:cNvSpPr txBox="1"/>
          <p:nvPr/>
        </p:nvSpPr>
        <p:spPr>
          <a:xfrm>
            <a:off x="1190016" y="5825744"/>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6. Quy </a:t>
            </a:r>
            <a:r>
              <a:rPr lang="en-GB" sz="1600" dirty="0" err="1">
                <a:latin typeface="Arial" panose="020B0604020202020204" pitchFamily="34" charset="0"/>
                <a:cs typeface="Arial" panose="020B0604020202020204" pitchFamily="34" charset="0"/>
              </a:rPr>
              <a:t>trình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trước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khi</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áp</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dụng</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A63DDA4-C675-9F44-CDB4-A949A28DF5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1897" y="1363823"/>
            <a:ext cx="1877042" cy="4137089"/>
          </a:xfrm>
          <a:prstGeom prst="rect">
            <a:avLst/>
          </a:prstGeom>
        </p:spPr>
      </p:pic>
      <p:graphicFrame>
        <p:nvGraphicFramePr>
          <p:cNvPr id="8" name="Table 7">
            <a:extLst>
              <a:ext uri="{FF2B5EF4-FFF2-40B4-BE49-F238E27FC236}">
                <a16:creationId xmlns:a16="http://schemas.microsoft.com/office/drawing/2014/main" id="{C77A7618-5207-4687-DC59-63A3105CF926}"/>
              </a:ext>
            </a:extLst>
          </p:cNvPr>
          <p:cNvGraphicFramePr>
            <a:graphicFrameLocks noGrp="1"/>
          </p:cNvGraphicFramePr>
          <p:nvPr>
            <p:extLst>
              <p:ext uri="{D42A27DB-BD31-4B8C-83A1-F6EECF244321}">
                <p14:modId xmlns:p14="http://schemas.microsoft.com/office/powerpoint/2010/main" val="3273611073"/>
              </p:ext>
            </p:extLst>
          </p:nvPr>
        </p:nvGraphicFramePr>
        <p:xfrm>
          <a:off x="1190015" y="1363824"/>
          <a:ext cx="9811969" cy="4746689"/>
        </p:xfrm>
        <a:graphic>
          <a:graphicData uri="http://schemas.openxmlformats.org/drawingml/2006/table">
            <a:tbl>
              <a:tblPr firstRow="1" firstCol="1" bandRow="1">
                <a:tableStyleId>{5C22544A-7EE6-4342-B048-85BDC9FD1C3A}</a:tableStyleId>
              </a:tblPr>
              <a:tblGrid>
                <a:gridCol w="3270293">
                  <a:extLst>
                    <a:ext uri="{9D8B030D-6E8A-4147-A177-3AD203B41FA5}">
                      <a16:colId xmlns:a16="http://schemas.microsoft.com/office/drawing/2014/main" val="1373035767"/>
                    </a:ext>
                  </a:extLst>
                </a:gridCol>
                <a:gridCol w="3270293">
                  <a:extLst>
                    <a:ext uri="{9D8B030D-6E8A-4147-A177-3AD203B41FA5}">
                      <a16:colId xmlns:a16="http://schemas.microsoft.com/office/drawing/2014/main" val="1357692099"/>
                    </a:ext>
                  </a:extLst>
                </a:gridCol>
                <a:gridCol w="3271383">
                  <a:extLst>
                    <a:ext uri="{9D8B030D-6E8A-4147-A177-3AD203B41FA5}">
                      <a16:colId xmlns:a16="http://schemas.microsoft.com/office/drawing/2014/main" val="2242903219"/>
                    </a:ext>
                  </a:extLst>
                </a:gridCol>
              </a:tblGrid>
              <a:tr h="421379">
                <a:tc>
                  <a:txBody>
                    <a:bodyPr/>
                    <a:lstStyle/>
                    <a:p>
                      <a:pPr algn="ctr">
                        <a:lnSpc>
                          <a:spcPct val="150000"/>
                        </a:lnSpc>
                        <a:spcBef>
                          <a:spcPts val="600"/>
                        </a:spcBef>
                        <a:buNone/>
                      </a:pPr>
                      <a:r>
                        <a:rPr lang="en-US" sz="1300">
                          <a:effectLst/>
                        </a:rPr>
                        <a:t>Bước</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Trước khi áp dụng AI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Sau khi áp dụng AI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02473419"/>
                  </a:ext>
                </a:extLst>
              </a:tr>
              <a:tr h="421379">
                <a:tc>
                  <a:txBody>
                    <a:bodyPr/>
                    <a:lstStyle/>
                    <a:p>
                      <a:pPr algn="just">
                        <a:lnSpc>
                          <a:spcPct val="150000"/>
                        </a:lnSpc>
                        <a:spcBef>
                          <a:spcPts val="600"/>
                        </a:spcBef>
                        <a:buNone/>
                      </a:pPr>
                      <a:r>
                        <a:rPr lang="en-US" sz="1300">
                          <a:effectLst/>
                        </a:rPr>
                        <a:t>Phân tích Use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AI hỗ trợ</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1381874"/>
                  </a:ext>
                </a:extLst>
              </a:tr>
              <a:tr h="421379">
                <a:tc>
                  <a:txBody>
                    <a:bodyPr/>
                    <a:lstStyle/>
                    <a:p>
                      <a:pPr algn="just">
                        <a:lnSpc>
                          <a:spcPct val="150000"/>
                        </a:lnSpc>
                        <a:spcBef>
                          <a:spcPts val="600"/>
                        </a:spcBef>
                        <a:buNone/>
                      </a:pPr>
                      <a:r>
                        <a:rPr lang="en-US" sz="1300">
                          <a:effectLst/>
                        </a:rPr>
                        <a:t>Thiết kế Test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66322516"/>
                  </a:ext>
                </a:extLst>
              </a:tr>
              <a:tr h="421379">
                <a:tc>
                  <a:txBody>
                    <a:bodyPr/>
                    <a:lstStyle/>
                    <a:p>
                      <a:pPr algn="just">
                        <a:lnSpc>
                          <a:spcPct val="150000"/>
                        </a:lnSpc>
                        <a:spcBef>
                          <a:spcPts val="600"/>
                        </a:spcBef>
                        <a:buNone/>
                      </a:pPr>
                      <a:r>
                        <a:rPr lang="en-US" sz="1300" dirty="0">
                          <a:effectLst/>
                        </a:rPr>
                        <a:t>Review Test Case</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Giảm khối lượng review</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1500443"/>
                  </a:ext>
                </a:extLst>
              </a:tr>
              <a:tr h="421379">
                <a:tc>
                  <a:txBody>
                    <a:bodyPr/>
                    <a:lstStyle/>
                    <a:p>
                      <a:pPr algn="just">
                        <a:lnSpc>
                          <a:spcPct val="150000"/>
                        </a:lnSpc>
                        <a:spcBef>
                          <a:spcPts val="600"/>
                        </a:spcBef>
                        <a:buNone/>
                      </a:pPr>
                      <a:r>
                        <a:rPr lang="en-US" sz="1300">
                          <a:effectLst/>
                        </a:rPr>
                        <a:t>Mapping Keyword</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6047345"/>
                  </a:ext>
                </a:extLst>
              </a:tr>
              <a:tr h="421379">
                <a:tc>
                  <a:txBody>
                    <a:bodyPr/>
                    <a:lstStyle/>
                    <a:p>
                      <a:pPr algn="just">
                        <a:lnSpc>
                          <a:spcPct val="150000"/>
                        </a:lnSpc>
                        <a:spcBef>
                          <a:spcPts val="600"/>
                        </a:spcBef>
                        <a:buNone/>
                      </a:pPr>
                      <a:r>
                        <a:rPr lang="en-US" sz="1300">
                          <a:effectLst/>
                        </a:rPr>
                        <a:t>Mapping Locator</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0843104"/>
                  </a:ext>
                </a:extLst>
              </a:tr>
              <a:tr h="421379">
                <a:tc>
                  <a:txBody>
                    <a:bodyPr/>
                    <a:lstStyle/>
                    <a:p>
                      <a:pPr algn="just">
                        <a:lnSpc>
                          <a:spcPct val="150000"/>
                        </a:lnSpc>
                        <a:spcBef>
                          <a:spcPts val="600"/>
                        </a:spcBef>
                        <a:buNone/>
                      </a:pPr>
                      <a:r>
                        <a:rPr lang="en-US" sz="1300">
                          <a:effectLst/>
                        </a:rPr>
                        <a:t>Sinh dữ liệu kiểm thử</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4111444"/>
                  </a:ext>
                </a:extLst>
              </a:tr>
              <a:tr h="532899">
                <a:tc>
                  <a:txBody>
                    <a:bodyPr/>
                    <a:lstStyle/>
                    <a:p>
                      <a:pPr algn="just">
                        <a:lnSpc>
                          <a:spcPct val="150000"/>
                        </a:lnSpc>
                        <a:spcBef>
                          <a:spcPts val="600"/>
                        </a:spcBef>
                        <a:buNone/>
                      </a:pPr>
                      <a:r>
                        <a:rPr lang="en-US" sz="1300">
                          <a:effectLst/>
                        </a:rPr>
                        <a:t>Viết Test Script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 nhưng cần kiểm tra lại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9056677"/>
                  </a:ext>
                </a:extLst>
              </a:tr>
              <a:tr h="421379">
                <a:tc>
                  <a:txBody>
                    <a:bodyPr/>
                    <a:lstStyle/>
                    <a:p>
                      <a:pPr algn="just">
                        <a:lnSpc>
                          <a:spcPct val="150000"/>
                        </a:lnSpc>
                        <a:spcBef>
                          <a:spcPts val="600"/>
                        </a:spcBef>
                        <a:buNone/>
                      </a:pPr>
                      <a:r>
                        <a:rPr lang="en-US" sz="1300">
                          <a:effectLst/>
                        </a:rPr>
                        <a:t>Review Test Script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1242292"/>
                  </a:ext>
                </a:extLst>
              </a:tr>
              <a:tr h="421379">
                <a:tc>
                  <a:txBody>
                    <a:bodyPr/>
                    <a:lstStyle/>
                    <a:p>
                      <a:pPr algn="just">
                        <a:lnSpc>
                          <a:spcPct val="150000"/>
                        </a:lnSpc>
                        <a:spcBef>
                          <a:spcPts val="600"/>
                        </a:spcBef>
                        <a:buNone/>
                      </a:pPr>
                      <a:r>
                        <a:rPr lang="en-US" sz="1300">
                          <a:effectLst/>
                        </a:rPr>
                        <a:t>Xuất kết quả</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8292284"/>
                  </a:ext>
                </a:extLst>
              </a:tr>
              <a:tr h="421379">
                <a:tc>
                  <a:txBody>
                    <a:bodyPr/>
                    <a:lstStyle/>
                    <a:p>
                      <a:pPr algn="just">
                        <a:lnSpc>
                          <a:spcPct val="150000"/>
                        </a:lnSpc>
                        <a:spcBef>
                          <a:spcPts val="600"/>
                        </a:spcBef>
                        <a:buNone/>
                      </a:pPr>
                      <a:r>
                        <a:rPr lang="en-US" sz="1300">
                          <a:effectLst/>
                        </a:rPr>
                        <a:t>Thực thi kiểm thử</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Không thay đổi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dirty="0" err="1">
                          <a:effectLst/>
                        </a:rPr>
                        <a:t>Không</a:t>
                      </a:r>
                      <a:r>
                        <a:rPr lang="en-US" sz="1300" dirty="0">
                          <a:effectLst/>
                        </a:rPr>
                        <a:t> </a:t>
                      </a:r>
                      <a:r>
                        <a:rPr lang="en-US" sz="1300" dirty="0" err="1">
                          <a:effectLst/>
                        </a:rPr>
                        <a:t>thay</a:t>
                      </a:r>
                      <a:r>
                        <a:rPr lang="en-US" sz="1300" dirty="0">
                          <a:effectLst/>
                        </a:rPr>
                        <a:t> </a:t>
                      </a:r>
                      <a:r>
                        <a:rPr lang="en-US" sz="1300" dirty="0" err="1">
                          <a:effectLst/>
                        </a:rPr>
                        <a:t>đổi</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3637876"/>
                  </a:ext>
                </a:extLst>
              </a:tr>
            </a:tbl>
          </a:graphicData>
        </a:graphic>
      </p:graphicFrame>
    </p:spTree>
    <p:extLst>
      <p:ext uri="{BB962C8B-B14F-4D97-AF65-F5344CB8AC3E}">
        <p14:creationId xmlns:p14="http://schemas.microsoft.com/office/powerpoint/2010/main" val="173622214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ircle(in)">
                                      <p:cBhvr>
                                        <p:cTn id="2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DFB4A-C710-0FF5-2091-E79B433B5B53}"/>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BBB442C-666A-BFDA-A793-75DA3BBAB9C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11</a:t>
            </a:fld>
            <a:endParaRPr lang="en-US" altLang="en-US" sz="1400"/>
          </a:p>
        </p:txBody>
      </p:sp>
      <p:sp>
        <p:nvSpPr>
          <p:cNvPr id="2" name="Rectangle 2">
            <a:extLst>
              <a:ext uri="{FF2B5EF4-FFF2-40B4-BE49-F238E27FC236}">
                <a16:creationId xmlns:a16="http://schemas.microsoft.com/office/drawing/2014/main" id="{76E8327F-0F75-EC8C-3A4D-C6437B00A304}"/>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2416CE11-0063-0E8D-3F74-4C41664B5998}"/>
              </a:ext>
            </a:extLst>
          </p:cNvPr>
          <p:cNvSpPr>
            <a:spLocks noGrp="1" noChangeArrowheads="1"/>
          </p:cNvSpPr>
          <p:nvPr>
            <p:ph type="body" idx="1"/>
          </p:nvPr>
        </p:nvSpPr>
        <p:spPr>
          <a:xfrm>
            <a:off x="571940" y="1180275"/>
            <a:ext cx="5435570" cy="5328526"/>
          </a:xfrm>
        </p:spPr>
        <p:txBody>
          <a:bodyPr>
            <a:normAutofit/>
          </a:bodyPr>
          <a:lstStyle/>
          <a:p>
            <a:pPr marL="0" indent="0" algn="just">
              <a:lnSpc>
                <a:spcPct val="150000"/>
              </a:lnSpc>
              <a:spcBef>
                <a:spcPts val="0"/>
              </a:spcBef>
              <a:buNone/>
              <a:defRPr/>
            </a:pPr>
            <a:r>
              <a:rPr lang="en-US" sz="2000" dirty="0">
                <a:latin typeface="Arial" panose="020B0604020202020204" pitchFamily="34" charset="0"/>
                <a:cs typeface="Arial" panose="020B0604020202020204" pitchFamily="34" charset="0"/>
              </a:rPr>
              <a:t>Test script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AI </a:t>
            </a:r>
            <a:r>
              <a:rPr lang="en-US" sz="2000" dirty="0" err="1">
                <a:latin typeface="Arial" panose="020B0604020202020204" pitchFamily="34" charset="0"/>
                <a:cs typeface="Arial" panose="020B0604020202020204" pitchFamily="34" charset="0"/>
              </a:rPr>
              <a:t>sinh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cần</a:t>
            </a:r>
            <a:r>
              <a:rPr lang="en-US" sz="2000" dirty="0">
                <a:latin typeface="Arial" panose="020B0604020202020204" pitchFamily="34" charset="0"/>
                <a:cs typeface="Arial" panose="020B0604020202020204" pitchFamily="34" charset="0"/>
              </a:rPr>
              <a:t> 1 framework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cáo</a:t>
            </a:r>
            <a:r>
              <a:rPr lang="en-US" sz="2000" dirty="0">
                <a:latin typeface="Arial" panose="020B0604020202020204" pitchFamily="34" charset="0"/>
                <a:cs typeface="Arial" panose="020B0604020202020204" pitchFamily="34" charset="0"/>
              </a:rPr>
              <a:t>. Framework </a:t>
            </a:r>
            <a:r>
              <a:rPr lang="en-US" sz="2000" dirty="0" err="1">
                <a:latin typeface="Arial" panose="020B0604020202020204" pitchFamily="34" charset="0"/>
                <a:cs typeface="Arial" panose="020B0604020202020204" pitchFamily="34" charset="0"/>
              </a:rPr>
              <a:t>này</a:t>
            </a:r>
            <a:r>
              <a:rPr lang="vi-VN" sz="2000" dirty="0">
                <a:latin typeface="Arial" panose="020B0604020202020204" pitchFamily="34" charset="0"/>
                <a:cs typeface="Arial" panose="020B0604020202020204" pitchFamily="34" charset="0"/>
              </a:rPr>
              <a:t> được xây dựng theo mô hình Hybrid Framework, kết hợp:</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Keyword-Driven Testing (KDT)</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Data-Driven Testing (DDT)</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Page Object Model (POM)</a:t>
            </a:r>
            <a:endParaRPr lang="en-US"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2527E7-D920-1779-96D7-DA2CB8B50086}"/>
              </a:ext>
            </a:extLst>
          </p:cNvPr>
          <p:cNvSpPr txBox="1"/>
          <p:nvPr/>
        </p:nvSpPr>
        <p:spPr>
          <a:xfrm>
            <a:off x="6189298" y="5306707"/>
            <a:ext cx="5624052"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1. Hybrid Framework</a:t>
            </a:r>
            <a:endParaRPr lang="en-US" sz="16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DF66DD1-7A0A-A2A3-35FF-4B59C45487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037" y="1180275"/>
            <a:ext cx="5196798" cy="3869658"/>
          </a:xfrm>
          <a:prstGeom prst="rect">
            <a:avLst/>
          </a:prstGeom>
        </p:spPr>
      </p:pic>
    </p:spTree>
    <p:extLst>
      <p:ext uri="{BB962C8B-B14F-4D97-AF65-F5344CB8AC3E}">
        <p14:creationId xmlns:p14="http://schemas.microsoft.com/office/powerpoint/2010/main" val="810675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8195">
                                            <p:txEl>
                                              <p:pRg st="0" end="0"/>
                                            </p:txEl>
                                          </p:spTgt>
                                        </p:tgtEl>
                                        <p:attrNameLst>
                                          <p:attrName>style.visibility</p:attrName>
                                        </p:attrNameLst>
                                      </p:cBhvr>
                                      <p:to>
                                        <p:strVal val="visible"/>
                                      </p:to>
                                    </p:set>
                                    <p:animEffect transition="in" filter="wipe(down)">
                                      <p:cBhvr>
                                        <p:cTn id="15" dur="500"/>
                                        <p:tgtEl>
                                          <p:spTgt spid="8195">
                                            <p:txEl>
                                              <p:pRg st="0" end="0"/>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8195">
                                            <p:txEl>
                                              <p:pRg st="1" end="1"/>
                                            </p:txEl>
                                          </p:spTgt>
                                        </p:tgtEl>
                                        <p:attrNameLst>
                                          <p:attrName>style.visibility</p:attrName>
                                        </p:attrNameLst>
                                      </p:cBhvr>
                                      <p:to>
                                        <p:strVal val="visible"/>
                                      </p:to>
                                    </p:set>
                                    <p:animEffect transition="in" filter="wipe(down)">
                                      <p:cBhvr>
                                        <p:cTn id="18" dur="500"/>
                                        <p:tgtEl>
                                          <p:spTgt spid="8195">
                                            <p:txEl>
                                              <p:pRg st="1" end="1"/>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8195">
                                            <p:txEl>
                                              <p:pRg st="2" end="2"/>
                                            </p:txEl>
                                          </p:spTgt>
                                        </p:tgtEl>
                                        <p:attrNameLst>
                                          <p:attrName>style.visibility</p:attrName>
                                        </p:attrNameLst>
                                      </p:cBhvr>
                                      <p:to>
                                        <p:strVal val="visible"/>
                                      </p:to>
                                    </p:set>
                                    <p:animEffect transition="in" filter="wipe(down)">
                                      <p:cBhvr>
                                        <p:cTn id="21" dur="500"/>
                                        <p:tgtEl>
                                          <p:spTgt spid="8195">
                                            <p:txEl>
                                              <p:pRg st="2" end="2"/>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8195">
                                            <p:txEl>
                                              <p:pRg st="3" end="3"/>
                                            </p:txEl>
                                          </p:spTgt>
                                        </p:tgtEl>
                                        <p:attrNameLst>
                                          <p:attrName>style.visibility</p:attrName>
                                        </p:attrNameLst>
                                      </p:cBhvr>
                                      <p:to>
                                        <p:strVal val="visible"/>
                                      </p:to>
                                    </p:set>
                                    <p:animEffect transition="in" filter="wipe(down)">
                                      <p:cBhvr>
                                        <p:cTn id="24"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D590-8C97-2ACA-0434-C9CE7FB4E8A0}"/>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A1AC0909-5FBB-4D78-0764-3519C792857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12</a:t>
            </a:fld>
            <a:endParaRPr lang="en-US" altLang="en-US" sz="1400"/>
          </a:p>
        </p:txBody>
      </p:sp>
      <p:sp>
        <p:nvSpPr>
          <p:cNvPr id="2" name="Rectangle 2">
            <a:extLst>
              <a:ext uri="{FF2B5EF4-FFF2-40B4-BE49-F238E27FC236}">
                <a16:creationId xmlns:a16="http://schemas.microsoft.com/office/drawing/2014/main" id="{19A8ECCF-EEB5-5F57-9F40-F31E5CACD989}"/>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2001508-C6DE-1AA0-1FF7-B6C27B5C61B0}"/>
              </a:ext>
            </a:extLst>
          </p:cNvPr>
          <p:cNvSpPr txBox="1"/>
          <p:nvPr/>
        </p:nvSpPr>
        <p:spPr>
          <a:xfrm>
            <a:off x="6698607" y="5380623"/>
            <a:ext cx="5279923"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3. </a:t>
            </a:r>
            <a:r>
              <a:rPr lang="en-GB" sz="1600" dirty="0" err="1">
                <a:latin typeface="Arial" panose="020B0604020202020204" pitchFamily="34" charset="0"/>
                <a:cs typeface="Arial" panose="020B0604020202020204" pitchFamily="34" charset="0"/>
              </a:rPr>
              <a:t>Cấu</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trúc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thư</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mục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trong</a:t>
            </a:r>
            <a:r>
              <a:rPr lang="en-GB" sz="1600" dirty="0">
                <a:latin typeface="Arial" panose="020B0604020202020204" pitchFamily="34" charset="0"/>
                <a:cs typeface="Arial" panose="020B0604020202020204" pitchFamily="34" charset="0"/>
              </a:rPr>
              <a:t> framework</a:t>
            </a:r>
            <a:endParaRPr lang="en-US"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DE90603-0A1E-8771-C391-6603E00FF94C}"/>
              </a:ext>
            </a:extLst>
          </p:cNvPr>
          <p:cNvSpPr txBox="1"/>
          <p:nvPr/>
        </p:nvSpPr>
        <p:spPr>
          <a:xfrm>
            <a:off x="996745" y="5380623"/>
            <a:ext cx="5279923"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2. Use case </a:t>
            </a:r>
            <a:r>
              <a:rPr lang="en-GB" sz="1600" dirty="0" err="1">
                <a:latin typeface="Arial" panose="020B0604020202020204" pitchFamily="34" charset="0"/>
                <a:cs typeface="Arial" panose="020B0604020202020204" pitchFamily="34" charset="0"/>
              </a:rPr>
              <a:t>tổng</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quát</a:t>
            </a:r>
            <a:endParaRPr lang="en-US"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E5B383D-2011-47BB-843B-B25572655283}"/>
              </a:ext>
            </a:extLst>
          </p:cNvPr>
          <p:cNvPicPr>
            <a:picLocks noChangeAspect="1"/>
          </p:cNvPicPr>
          <p:nvPr/>
        </p:nvPicPr>
        <p:blipFill>
          <a:blip r:embed="rId3"/>
          <a:stretch>
            <a:fillRect/>
          </a:stretch>
        </p:blipFill>
        <p:spPr>
          <a:xfrm>
            <a:off x="598759" y="1184989"/>
            <a:ext cx="5581650" cy="4000500"/>
          </a:xfrm>
          <a:prstGeom prst="rect">
            <a:avLst/>
          </a:prstGeom>
        </p:spPr>
      </p:pic>
      <p:pic>
        <p:nvPicPr>
          <p:cNvPr id="13" name="Picture 12">
            <a:extLst>
              <a:ext uri="{FF2B5EF4-FFF2-40B4-BE49-F238E27FC236}">
                <a16:creationId xmlns:a16="http://schemas.microsoft.com/office/drawing/2014/main" id="{5D3893DE-4877-3D45-9167-649419591BBE}"/>
              </a:ext>
            </a:extLst>
          </p:cNvPr>
          <p:cNvPicPr>
            <a:picLocks noChangeAspect="1"/>
          </p:cNvPicPr>
          <p:nvPr/>
        </p:nvPicPr>
        <p:blipFill>
          <a:blip r:embed="rId4"/>
          <a:stretch>
            <a:fillRect/>
          </a:stretch>
        </p:blipFill>
        <p:spPr>
          <a:xfrm>
            <a:off x="7813316" y="1202848"/>
            <a:ext cx="3050506" cy="4042494"/>
          </a:xfrm>
          <a:prstGeom prst="rect">
            <a:avLst/>
          </a:prstGeom>
        </p:spPr>
      </p:pic>
    </p:spTree>
    <p:extLst>
      <p:ext uri="{BB962C8B-B14F-4D97-AF65-F5344CB8AC3E}">
        <p14:creationId xmlns:p14="http://schemas.microsoft.com/office/powerpoint/2010/main" val="344183015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A7943-2C5F-4316-E6F3-A0AAF17C9709}"/>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5CD407F-44A9-DFD7-E506-A20453AEB428}"/>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13</a:t>
            </a:fld>
            <a:endParaRPr lang="en-US" altLang="en-US" sz="1400"/>
          </a:p>
        </p:txBody>
      </p:sp>
      <p:sp>
        <p:nvSpPr>
          <p:cNvPr id="2" name="Rectangle 2">
            <a:extLst>
              <a:ext uri="{FF2B5EF4-FFF2-40B4-BE49-F238E27FC236}">
                <a16:creationId xmlns:a16="http://schemas.microsoft.com/office/drawing/2014/main" id="{C4ADBB7E-4499-615A-01F8-590ECBAFD5C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B52BAADE-BEF7-3D46-F8A2-5427352103D1}"/>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87694698-1CBC-67BC-6F91-2967B50EBBC3}"/>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DE1DD0A0-52D5-3EA6-F9DD-D5F54E81162B}"/>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1CBF8022-39AF-DC1B-FD2E-D4051054618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CF6BDBF3-F7BF-4865-0BEB-40961C58963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0CAC69F0-9093-CDD9-FE39-2A08988AFA52}"/>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B0B8048F-2B50-D93B-3533-2C0B3FC9B722}"/>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2676925D-E99B-CB5E-87C1-4BEF9942EEF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DF82822D-E334-75C8-602D-900B3A0182D4}"/>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98E01AB8-E076-5C0F-9B2C-4BD3558EE1C3}"/>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E98FD743-9214-2B0D-6012-9762578EE85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BFEC8C63-1F93-A248-4433-D52DDE1F2043}"/>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E7394FC5-86BA-42BD-F598-244157023215}"/>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63641237-2961-D179-2C08-1E792BE6C108}"/>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D57B08D2-53AD-59EC-4663-B9D457DAD56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0281297B-4617-9BA1-E34F-7DB24F182D8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24341D5E-ACF0-D0AC-BA90-DBEEF37F6C04}"/>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Triển</a:t>
            </a:r>
            <a:r>
              <a:rPr lang="en-US" sz="1800" b="1" dirty="0">
                <a:solidFill>
                  <a:schemeClr val="dk1"/>
                </a:solidFill>
              </a:rPr>
              <a:t> </a:t>
            </a:r>
            <a:r>
              <a:rPr lang="en-US" sz="1800" b="1" dirty="0" err="1">
                <a:solidFill>
                  <a:schemeClr val="dk1"/>
                </a:solidFill>
              </a:rPr>
              <a:t>khai</a:t>
            </a:r>
            <a:r>
              <a:rPr lang="en-US" sz="1800" b="1" dirty="0">
                <a:solidFill>
                  <a:schemeClr val="dk1"/>
                </a:solidFill>
              </a:rPr>
              <a:t> </a:t>
            </a:r>
            <a:r>
              <a:rPr lang="en-US" sz="1800" b="1" dirty="0" err="1">
                <a:solidFill>
                  <a:schemeClr val="dk1"/>
                </a:solidFill>
              </a:rPr>
              <a:t>và</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nghiệm</a:t>
            </a:r>
            <a:endParaRPr lang="en-US" dirty="0"/>
          </a:p>
        </p:txBody>
      </p:sp>
      <p:grpSp>
        <p:nvGrpSpPr>
          <p:cNvPr id="8215" name="Google Shape;129;p2">
            <a:extLst>
              <a:ext uri="{FF2B5EF4-FFF2-40B4-BE49-F238E27FC236}">
                <a16:creationId xmlns:a16="http://schemas.microsoft.com/office/drawing/2014/main" id="{1021A23A-22DA-185D-71E4-DC722F1055E9}"/>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D9D152A0-9F34-1ABF-55AB-7D3E46FE1AF7}"/>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63B4329E-E892-A312-1EEC-DBDCF4636996}"/>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6F87C0E9-256A-0E63-70C2-94A5F667A0D7}"/>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E6A424F8-1FB2-A22A-5319-270A8D9213B2}"/>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42DDB7A6-99F9-F2A7-78A6-A7A2AC17C95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203D30FF-AA59-3AF2-5F14-CE68354FB76C}"/>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3103D6A8-185C-ADDB-B5CD-9B34FDCBD889}"/>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4A857069-F530-942B-2F2A-AEDD2C42DA6F}"/>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525E3BDC-5876-AEEE-3890-E645A3D7EC2D}"/>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916B9477-942A-4DB1-B8B9-E65ADA4E82CF}"/>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64C76410-C259-58AA-EAE4-BEA7853E3204}"/>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DD7BB28C-B6CC-7F70-E91E-A6D03577823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D1A04E47-2AD1-3119-EE2E-399A398B5D30}"/>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83B306C1-0B69-FB6F-DE12-B2A338FB799F}"/>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A2630A5B-B60D-185F-8547-76166F56832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37ED86A4-BA4D-2A48-09E7-F1A5F513922D}"/>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87263705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85A8E-DD7C-94BC-7B19-28BAC4D0D8D8}"/>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6D08B43-E0FA-76C5-2B59-AEEDB808193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14</a:t>
            </a:fld>
            <a:endParaRPr lang="en-US" altLang="en-US" sz="1400"/>
          </a:p>
        </p:txBody>
      </p:sp>
      <p:sp>
        <p:nvSpPr>
          <p:cNvPr id="2" name="Rectangle 2">
            <a:extLst>
              <a:ext uri="{FF2B5EF4-FFF2-40B4-BE49-F238E27FC236}">
                <a16:creationId xmlns:a16="http://schemas.microsoft.com/office/drawing/2014/main" id="{002079E8-FA6B-8E4E-E7F5-DA4BE180C93D}"/>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83D07576-5862-9D9B-B706-1F9506391E20}"/>
              </a:ext>
            </a:extLst>
          </p:cNvPr>
          <p:cNvSpPr>
            <a:spLocks noGrp="1" noChangeArrowheads="1"/>
          </p:cNvSpPr>
          <p:nvPr>
            <p:ph type="body" idx="1"/>
          </p:nvPr>
        </p:nvSpPr>
        <p:spPr>
          <a:xfrm>
            <a:off x="585817" y="1085496"/>
            <a:ext cx="4693286" cy="4863359"/>
          </a:xfrm>
        </p:spPr>
        <p:txBody>
          <a:bodyPr>
            <a:normAutofit/>
          </a:bodyPr>
          <a:lstStyle/>
          <a:p>
            <a:pPr marL="0" indent="0" algn="just">
              <a:lnSpc>
                <a:spcPct val="150000"/>
              </a:lnSpc>
              <a:spcBef>
                <a:spcPts val="0"/>
              </a:spcBef>
              <a:buNone/>
              <a:defRPr/>
            </a:pPr>
            <a:r>
              <a:rPr lang="en-US" altLang="en-US" sz="2000" dirty="0" err="1">
                <a:latin typeface="Arial" panose="020B0604020202020204" pitchFamily="34" charset="0"/>
                <a:cs typeface="Arial" panose="020B0604020202020204" pitchFamily="34" charset="0"/>
              </a:rPr>
              <a:t>Sử</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dụng</a:t>
            </a:r>
            <a:r>
              <a:rPr lang="en-US" altLang="en-US" sz="2000" dirty="0">
                <a:latin typeface="Arial" panose="020B0604020202020204" pitchFamily="34" charset="0"/>
                <a:cs typeface="Arial" panose="020B0604020202020204" pitchFamily="34" charset="0"/>
              </a:rPr>
              <a:t> framework </a:t>
            </a:r>
            <a:r>
              <a:rPr lang="en-US" altLang="en-US" sz="2000" dirty="0" err="1">
                <a:latin typeface="Arial" panose="020B0604020202020204" pitchFamily="34" charset="0"/>
                <a:cs typeface="Arial" panose="020B0604020202020204" pitchFamily="34" charset="0"/>
              </a:rPr>
              <a:t>đã</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được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xây</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dựng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để</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kiểm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thử</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tự</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động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trên</a:t>
            </a:r>
            <a:r>
              <a:rPr lang="en-US" altLang="en-US" sz="2000" dirty="0">
                <a:latin typeface="Arial" panose="020B0604020202020204" pitchFamily="34" charset="0"/>
                <a:cs typeface="Arial" panose="020B0604020202020204" pitchFamily="34" charset="0"/>
              </a:rPr>
              <a:t> website </a:t>
            </a:r>
            <a:r>
              <a:rPr lang="en-US" altLang="en-US" sz="2000" dirty="0" err="1">
                <a:latin typeface="Arial" panose="020B0604020202020204" pitchFamily="34" charset="0"/>
                <a:cs typeface="Arial" panose="020B0604020202020204" pitchFamily="34" charset="0"/>
              </a:rPr>
              <a:t>Bemori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với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các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chức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năng</a:t>
            </a:r>
            <a:r>
              <a:rPr lang="en-US" altLang="en-US" sz="2000" dirty="0">
                <a:latin typeface="Arial" panose="020B0604020202020204" pitchFamily="34" charset="0"/>
                <a:cs typeface="Arial" panose="020B0604020202020204" pitchFamily="34" charset="0"/>
              </a:rPr>
              <a:t>:</a:t>
            </a:r>
          </a:p>
          <a:p>
            <a:pPr algn="just">
              <a:lnSpc>
                <a:spcPct val="150000"/>
              </a:lnSpc>
              <a:spcBef>
                <a:spcPts val="0"/>
              </a:spcBef>
              <a:defRPr/>
            </a:pPr>
            <a:r>
              <a:rPr lang="en-US" altLang="en-US" sz="2000" dirty="0" err="1">
                <a:latin typeface="Arial" panose="020B0604020202020204" pitchFamily="34" charset="0"/>
                <a:cs typeface="Arial" panose="020B0604020202020204" pitchFamily="34" charset="0"/>
              </a:rPr>
              <a:t>Tìm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kiếm</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Bình </a:t>
            </a:r>
            <a:r>
              <a:rPr lang="en-US" altLang="en-US" sz="2000" dirty="0" err="1">
                <a:latin typeface="Arial" panose="020B0604020202020204" pitchFamily="34" charset="0"/>
                <a:cs typeface="Arial" panose="020B0604020202020204" pitchFamily="34" charset="0"/>
              </a:rPr>
              <a:t>luận</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Đặt </a:t>
            </a:r>
            <a:r>
              <a:rPr lang="en-US" altLang="en-US" sz="2000" dirty="0" err="1">
                <a:latin typeface="Arial" panose="020B0604020202020204" pitchFamily="34" charset="0"/>
                <a:cs typeface="Arial" panose="020B0604020202020204" pitchFamily="34" charset="0"/>
              </a:rPr>
              <a:t>hàng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nhanh</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Mua </a:t>
            </a:r>
            <a:r>
              <a:rPr lang="en-US" altLang="en-US" sz="2000" dirty="0" err="1">
                <a:latin typeface="Arial" panose="020B0604020202020204" pitchFamily="34" charset="0"/>
                <a:cs typeface="Arial" panose="020B0604020202020204" pitchFamily="34" charset="0"/>
              </a:rPr>
              <a:t>hàng</a:t>
            </a:r>
            <a:endParaRPr lang="en-US" altLang="en-US"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C48E84A-107D-92A1-F1EC-7A9E5FE724A6}"/>
              </a:ext>
            </a:extLst>
          </p:cNvPr>
          <p:cNvSpPr txBox="1"/>
          <p:nvPr/>
        </p:nvSpPr>
        <p:spPr>
          <a:xfrm>
            <a:off x="6390362" y="5516755"/>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4. Giao </a:t>
            </a:r>
            <a:r>
              <a:rPr lang="en-GB" sz="1600" dirty="0" err="1">
                <a:latin typeface="Arial" panose="020B0604020202020204" pitchFamily="34" charset="0"/>
                <a:cs typeface="Arial" panose="020B0604020202020204" pitchFamily="34" charset="0"/>
              </a:rPr>
              <a:t>diện</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các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chức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năng</a:t>
            </a:r>
            <a:endParaRPr lang="en-US"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3B99CC7-DF7C-3A55-4549-AEA80B378C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6958" y="2124176"/>
            <a:ext cx="5569225" cy="2609648"/>
          </a:xfrm>
          <a:prstGeom prst="rect">
            <a:avLst/>
          </a:prstGeom>
        </p:spPr>
      </p:pic>
      <p:pic>
        <p:nvPicPr>
          <p:cNvPr id="8" name="Picture 7">
            <a:extLst>
              <a:ext uri="{FF2B5EF4-FFF2-40B4-BE49-F238E27FC236}">
                <a16:creationId xmlns:a16="http://schemas.microsoft.com/office/drawing/2014/main" id="{7687AC3A-B959-CF2B-67E5-7F79EC5946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6957" y="2124176"/>
            <a:ext cx="5569225" cy="2609648"/>
          </a:xfrm>
          <a:prstGeom prst="rect">
            <a:avLst/>
          </a:prstGeom>
        </p:spPr>
      </p:pic>
      <p:pic>
        <p:nvPicPr>
          <p:cNvPr id="10" name="Picture 9">
            <a:extLst>
              <a:ext uri="{FF2B5EF4-FFF2-40B4-BE49-F238E27FC236}">
                <a16:creationId xmlns:a16="http://schemas.microsoft.com/office/drawing/2014/main" id="{B70274C6-1E9E-B24F-3FEA-0AC8F5ADC7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8138" y="1954939"/>
            <a:ext cx="5878043" cy="3124471"/>
          </a:xfrm>
          <a:prstGeom prst="rect">
            <a:avLst/>
          </a:prstGeom>
        </p:spPr>
      </p:pic>
      <p:pic>
        <p:nvPicPr>
          <p:cNvPr id="12" name="Picture 11">
            <a:extLst>
              <a:ext uri="{FF2B5EF4-FFF2-40B4-BE49-F238E27FC236}">
                <a16:creationId xmlns:a16="http://schemas.microsoft.com/office/drawing/2014/main" id="{D5D0ECDF-8407-91E0-A279-B3230A7E7F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54565" y="1786758"/>
            <a:ext cx="6109481" cy="3509839"/>
          </a:xfrm>
          <a:prstGeom prst="rect">
            <a:avLst/>
          </a:prstGeom>
        </p:spPr>
      </p:pic>
    </p:spTree>
    <p:extLst>
      <p:ext uri="{BB962C8B-B14F-4D97-AF65-F5344CB8AC3E}">
        <p14:creationId xmlns:p14="http://schemas.microsoft.com/office/powerpoint/2010/main" val="15403405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Effect transition="in" filter="fade">
                                      <p:cBhvr>
                                        <p:cTn id="14" dur="1000"/>
                                        <p:tgtEl>
                                          <p:spTgt spid="8195">
                                            <p:txEl>
                                              <p:pRg st="1" end="1"/>
                                            </p:txEl>
                                          </p:spTgt>
                                        </p:tgtEl>
                                      </p:cBhvr>
                                    </p:animEffect>
                                    <p:anim calcmode="lin" valueType="num">
                                      <p:cBhvr>
                                        <p:cTn id="15"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1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195">
                                            <p:txEl>
                                              <p:pRg st="2" end="2"/>
                                            </p:txEl>
                                          </p:spTgt>
                                        </p:tgtEl>
                                        <p:attrNameLst>
                                          <p:attrName>style.visibility</p:attrName>
                                        </p:attrNameLst>
                                      </p:cBhvr>
                                      <p:to>
                                        <p:strVal val="visible"/>
                                      </p:to>
                                    </p:set>
                                    <p:animEffect transition="in" filter="fade">
                                      <p:cBhvr>
                                        <p:cTn id="28" dur="1000"/>
                                        <p:tgtEl>
                                          <p:spTgt spid="8195">
                                            <p:txEl>
                                              <p:pRg st="2" end="2"/>
                                            </p:txEl>
                                          </p:spTgt>
                                        </p:tgtEl>
                                      </p:cBhvr>
                                    </p:animEffect>
                                    <p:anim calcmode="lin" valueType="num">
                                      <p:cBhvr>
                                        <p:cTn id="29"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81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195">
                                            <p:txEl>
                                              <p:pRg st="3" end="3"/>
                                            </p:txEl>
                                          </p:spTgt>
                                        </p:tgtEl>
                                        <p:attrNameLst>
                                          <p:attrName>style.visibility</p:attrName>
                                        </p:attrNameLst>
                                      </p:cBhvr>
                                      <p:to>
                                        <p:strVal val="visible"/>
                                      </p:to>
                                    </p:set>
                                    <p:animEffect transition="in" filter="fade">
                                      <p:cBhvr>
                                        <p:cTn id="42" dur="1000"/>
                                        <p:tgtEl>
                                          <p:spTgt spid="8195">
                                            <p:txEl>
                                              <p:pRg st="3" end="3"/>
                                            </p:txEl>
                                          </p:spTgt>
                                        </p:tgtEl>
                                      </p:cBhvr>
                                    </p:animEffect>
                                    <p:anim calcmode="lin" valueType="num">
                                      <p:cBhvr>
                                        <p:cTn id="43"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819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8195">
                                            <p:txEl>
                                              <p:pRg st="4" end="4"/>
                                            </p:txEl>
                                          </p:spTgt>
                                        </p:tgtEl>
                                        <p:attrNameLst>
                                          <p:attrName>style.visibility</p:attrName>
                                        </p:attrNameLst>
                                      </p:cBhvr>
                                      <p:to>
                                        <p:strVal val="visible"/>
                                      </p:to>
                                    </p:set>
                                    <p:animEffect transition="in" filter="fade">
                                      <p:cBhvr>
                                        <p:cTn id="56" dur="1000"/>
                                        <p:tgtEl>
                                          <p:spTgt spid="8195">
                                            <p:txEl>
                                              <p:pRg st="4" end="4"/>
                                            </p:txEl>
                                          </p:spTgt>
                                        </p:tgtEl>
                                      </p:cBhvr>
                                    </p:animEffect>
                                    <p:anim calcmode="lin" valueType="num">
                                      <p:cBhvr>
                                        <p:cTn id="57"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819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fade">
                                      <p:cBhvr>
                                        <p:cTn id="68" dur="1000"/>
                                        <p:tgtEl>
                                          <p:spTgt spid="3"/>
                                        </p:tgtEl>
                                      </p:cBhvr>
                                    </p:animEffect>
                                    <p:anim calcmode="lin" valueType="num">
                                      <p:cBhvr>
                                        <p:cTn id="69" dur="1000" fill="hold"/>
                                        <p:tgtEl>
                                          <p:spTgt spid="3"/>
                                        </p:tgtEl>
                                        <p:attrNameLst>
                                          <p:attrName>ppt_x</p:attrName>
                                        </p:attrNameLst>
                                      </p:cBhvr>
                                      <p:tavLst>
                                        <p:tav tm="0">
                                          <p:val>
                                            <p:strVal val="#ppt_x"/>
                                          </p:val>
                                        </p:tav>
                                        <p:tav tm="100000">
                                          <p:val>
                                            <p:strVal val="#ppt_x"/>
                                          </p:val>
                                        </p:tav>
                                      </p:tavLst>
                                    </p:anim>
                                    <p:anim calcmode="lin" valueType="num">
                                      <p:cBhvr>
                                        <p:cTn id="7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C60B-DA74-C975-74B4-1A04F2110F06}"/>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9FF2E1B0-68C0-C7C8-0846-3A122EB33D5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15</a:t>
            </a:fld>
            <a:endParaRPr lang="en-US" altLang="en-US" sz="1400"/>
          </a:p>
        </p:txBody>
      </p:sp>
      <p:sp>
        <p:nvSpPr>
          <p:cNvPr id="2" name="Rectangle 2">
            <a:extLst>
              <a:ext uri="{FF2B5EF4-FFF2-40B4-BE49-F238E27FC236}">
                <a16:creationId xmlns:a16="http://schemas.microsoft.com/office/drawing/2014/main" id="{3B67A104-CE8E-2D92-34AD-863E9AD222F3}"/>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58F3B3AF-D428-2A42-F71D-60BF71B25F50}"/>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dirty="0" err="1">
                <a:latin typeface="Arial" panose="020B0604020202020204" pitchFamily="34" charset="0"/>
                <a:cs typeface="Arial" panose="020B0604020202020204" pitchFamily="34" charset="0"/>
              </a:rPr>
              <a:t>Kết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quả</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thực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a:t>
            </a:r>
          </a:p>
          <a:p>
            <a:pPr marL="0" indent="0" algn="just">
              <a:lnSpc>
                <a:spcPct val="150000"/>
              </a:lnSpc>
              <a:spcBef>
                <a:spcPts val="0"/>
              </a:spcBef>
              <a:buNone/>
              <a:defRPr/>
            </a:pPr>
            <a:endParaRPr lang="en-US" altLang="en-US" sz="24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altLang="en-US" sz="2400"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8C453262-C1C9-315A-A86C-7923A4A1975C}"/>
              </a:ext>
            </a:extLst>
          </p:cNvPr>
          <p:cNvGraphicFramePr>
            <a:graphicFrameLocks noGrp="1"/>
          </p:cNvGraphicFramePr>
          <p:nvPr>
            <p:extLst>
              <p:ext uri="{D42A27DB-BD31-4B8C-83A1-F6EECF244321}">
                <p14:modId xmlns:p14="http://schemas.microsoft.com/office/powerpoint/2010/main" val="635328146"/>
              </p:ext>
            </p:extLst>
          </p:nvPr>
        </p:nvGraphicFramePr>
        <p:xfrm>
          <a:off x="1008992" y="1933903"/>
          <a:ext cx="10276772" cy="3415866"/>
        </p:xfrm>
        <a:graphic>
          <a:graphicData uri="http://schemas.openxmlformats.org/drawingml/2006/table">
            <a:tbl>
              <a:tblPr firstRow="1" firstCol="1" bandRow="1">
                <a:tableStyleId>{5C22544A-7EE6-4342-B048-85BDC9FD1C3A}</a:tableStyleId>
              </a:tblPr>
              <a:tblGrid>
                <a:gridCol w="2569193">
                  <a:extLst>
                    <a:ext uri="{9D8B030D-6E8A-4147-A177-3AD203B41FA5}">
                      <a16:colId xmlns:a16="http://schemas.microsoft.com/office/drawing/2014/main" val="1303619980"/>
                    </a:ext>
                  </a:extLst>
                </a:gridCol>
                <a:gridCol w="2569193">
                  <a:extLst>
                    <a:ext uri="{9D8B030D-6E8A-4147-A177-3AD203B41FA5}">
                      <a16:colId xmlns:a16="http://schemas.microsoft.com/office/drawing/2014/main" val="4117042953"/>
                    </a:ext>
                  </a:extLst>
                </a:gridCol>
                <a:gridCol w="2569193">
                  <a:extLst>
                    <a:ext uri="{9D8B030D-6E8A-4147-A177-3AD203B41FA5}">
                      <a16:colId xmlns:a16="http://schemas.microsoft.com/office/drawing/2014/main" val="2432494882"/>
                    </a:ext>
                  </a:extLst>
                </a:gridCol>
                <a:gridCol w="2569193">
                  <a:extLst>
                    <a:ext uri="{9D8B030D-6E8A-4147-A177-3AD203B41FA5}">
                      <a16:colId xmlns:a16="http://schemas.microsoft.com/office/drawing/2014/main" val="2055386057"/>
                    </a:ext>
                  </a:extLst>
                </a:gridCol>
              </a:tblGrid>
              <a:tr h="569311">
                <a:tc>
                  <a:txBody>
                    <a:bodyPr/>
                    <a:lstStyle/>
                    <a:p>
                      <a:pPr algn="ctr">
                        <a:lnSpc>
                          <a:spcPct val="150000"/>
                        </a:lnSpc>
                        <a:spcBef>
                          <a:spcPts val="600"/>
                        </a:spcBef>
                        <a:buNone/>
                      </a:pPr>
                      <a:r>
                        <a:rPr lang="en-US" sz="1300">
                          <a:effectLst/>
                        </a:rPr>
                        <a:t>Chức năng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Tổng số Test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Số Test Case Pass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Số Test Case Fail</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8182642"/>
                  </a:ext>
                </a:extLst>
              </a:tr>
              <a:tr h="569311">
                <a:tc>
                  <a:txBody>
                    <a:bodyPr/>
                    <a:lstStyle/>
                    <a:p>
                      <a:pPr algn="just">
                        <a:lnSpc>
                          <a:spcPct val="150000"/>
                        </a:lnSpc>
                        <a:spcBef>
                          <a:spcPts val="600"/>
                        </a:spcBef>
                        <a:buNone/>
                      </a:pPr>
                      <a:r>
                        <a:rPr lang="en-US" sz="1300">
                          <a:effectLst/>
                        </a:rPr>
                        <a:t>Tìm kiếm</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8711109"/>
                  </a:ext>
                </a:extLst>
              </a:tr>
              <a:tr h="569311">
                <a:tc>
                  <a:txBody>
                    <a:bodyPr/>
                    <a:lstStyle/>
                    <a:p>
                      <a:pPr algn="just">
                        <a:lnSpc>
                          <a:spcPct val="150000"/>
                        </a:lnSpc>
                        <a:spcBef>
                          <a:spcPts val="600"/>
                        </a:spcBef>
                        <a:buNone/>
                      </a:pPr>
                      <a:r>
                        <a:rPr lang="en-US" sz="1300">
                          <a:effectLst/>
                        </a:rPr>
                        <a:t>Bình luận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19</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16</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3</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1724546"/>
                  </a:ext>
                </a:extLst>
              </a:tr>
              <a:tr h="569311">
                <a:tc>
                  <a:txBody>
                    <a:bodyPr/>
                    <a:lstStyle/>
                    <a:p>
                      <a:pPr algn="just">
                        <a:lnSpc>
                          <a:spcPct val="150000"/>
                        </a:lnSpc>
                        <a:spcBef>
                          <a:spcPts val="600"/>
                        </a:spcBef>
                        <a:buNone/>
                      </a:pPr>
                      <a:r>
                        <a:rPr lang="en-US" sz="1300">
                          <a:effectLst/>
                        </a:rPr>
                        <a:t>Đặt hàng nhanh</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13</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1189467"/>
                  </a:ext>
                </a:extLst>
              </a:tr>
              <a:tr h="569311">
                <a:tc>
                  <a:txBody>
                    <a:bodyPr/>
                    <a:lstStyle/>
                    <a:p>
                      <a:pPr algn="just">
                        <a:lnSpc>
                          <a:spcPct val="150000"/>
                        </a:lnSpc>
                        <a:spcBef>
                          <a:spcPts val="600"/>
                        </a:spcBef>
                        <a:buNone/>
                      </a:pPr>
                      <a:r>
                        <a:rPr lang="en-US" sz="1300">
                          <a:effectLst/>
                        </a:rPr>
                        <a:t>Mua hàng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21</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7</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0270825"/>
                  </a:ext>
                </a:extLst>
              </a:tr>
              <a:tr h="569311">
                <a:tc>
                  <a:txBody>
                    <a:bodyPr/>
                    <a:lstStyle/>
                    <a:p>
                      <a:pPr algn="just">
                        <a:lnSpc>
                          <a:spcPct val="150000"/>
                        </a:lnSpc>
                        <a:spcBef>
                          <a:spcPts val="600"/>
                        </a:spcBef>
                        <a:buNone/>
                      </a:pPr>
                      <a:r>
                        <a:rPr lang="en-US" sz="1300">
                          <a:effectLst/>
                        </a:rPr>
                        <a:t>TỔNG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68</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57</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rPr>
                        <a:t>11</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1952050"/>
                  </a:ext>
                </a:extLst>
              </a:tr>
            </a:tbl>
          </a:graphicData>
        </a:graphic>
      </p:graphicFrame>
    </p:spTree>
    <p:extLst>
      <p:ext uri="{BB962C8B-B14F-4D97-AF65-F5344CB8AC3E}">
        <p14:creationId xmlns:p14="http://schemas.microsoft.com/office/powerpoint/2010/main" val="17348286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BFFF-4BE6-4B63-72F5-E493B279FBCB}"/>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1EED21D7-A99E-4E71-41B6-85995B22BE1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16</a:t>
            </a:fld>
            <a:endParaRPr lang="en-US" altLang="en-US" sz="1400"/>
          </a:p>
        </p:txBody>
      </p:sp>
      <p:sp>
        <p:nvSpPr>
          <p:cNvPr id="2" name="Rectangle 2">
            <a:extLst>
              <a:ext uri="{FF2B5EF4-FFF2-40B4-BE49-F238E27FC236}">
                <a16:creationId xmlns:a16="http://schemas.microsoft.com/office/drawing/2014/main" id="{5EFF4FF8-839C-5D78-9A26-62795901A7F2}"/>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6B621DEC-7D81-0D01-3BFE-26A2E02DC103}"/>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95C25F30-BB05-C8F2-D9CF-E619C519BF1D}"/>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3B9BCA3D-BBE3-6293-B185-CAF536F0A00D}"/>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4DB37538-DA87-CAFB-F62D-3755B7D3526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84D64778-B5E2-9AA7-2584-CCBFC36D735C}"/>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88C56F9C-A860-917D-77A2-8989F5B8CAF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536D6297-0F7A-56C5-D04F-DE9EB7BAA954}"/>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EDA6A43A-704E-4104-A0B4-C65A53C1EA58}"/>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2056F829-7F31-9E1E-CB34-552CEEFDA4E6}"/>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6FB37297-EB37-DB91-C34F-A15FDBE685E6}"/>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D67C7F0F-08FD-18C8-0D48-E26DD7FBBC7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52C51043-E9C0-1AFA-F9E1-C180B620C11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B346DCF2-C577-3D19-F346-9C979822D86A}"/>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F55C91F3-F447-CE6A-2F3E-E3C6C86BF94D}"/>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6A890D34-5B9C-EADC-A779-0B868F11C3B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EE4AD962-4859-75E7-9781-7D3ED451708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96D3D398-3CD6-6282-F506-3A9D59EF8905}"/>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F92727A7-3CC5-33CA-0ACC-6404D3502AC6}"/>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1B480DDA-B245-A418-5D76-EA0F17BB46C6}"/>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9E615031-CE8A-42D2-395E-666C5F57B5F2}"/>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A82329F1-3838-935A-2502-45CDFF2F8D4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BDFB660E-F01E-0D71-9D17-137370FDD9DB}"/>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19DAA1E4-BDED-61C2-BD48-81EEB2BE17A4}"/>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45ED5866-C66A-6E93-0AA1-00E4017A1D5A}"/>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DE8B6A8B-AF01-41AB-3DF7-7B4FD3B9A3F2}"/>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DE6FD1F3-BB3B-66E8-A81B-50521B95B444}"/>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FEB5172E-92A3-B62A-1A9B-8AC5E09C3664}"/>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latin typeface="Arial"/>
                <a:ea typeface="Arial"/>
                <a:cs typeface="Arial"/>
                <a:sym typeface="Arial"/>
              </a:rPr>
              <a:t>Kết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luận</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và</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hướng</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phát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triển</a:t>
            </a:r>
            <a:endParaRPr sz="1800" b="1" dirty="0">
              <a:solidFill>
                <a:schemeClr val="dk1"/>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BA8162C0-23AA-9E53-0F6A-C251C25ECD82}"/>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9C007459-BC23-4742-4511-378FD368B6AF}"/>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8AFAC4F6-56EC-6F56-CB36-928EA80D48EA}"/>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FB42461F-CC71-1F85-771B-F2A06BC48CB6}"/>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4A897482-4044-042A-E7F3-47B6DC07DB4D}"/>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02B43B3C-2789-C0B9-7339-55FAAC44B80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187CE110-F1BA-A05D-FC50-EE1AABEE6A56}"/>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416471836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FE74-5F11-F823-10F2-7E971ED370A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57DAB7D-B5A5-4659-3533-67B6F76FE2F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17</a:t>
            </a:fld>
            <a:endParaRPr lang="en-US" altLang="en-US" sz="1400"/>
          </a:p>
        </p:txBody>
      </p:sp>
      <p:sp>
        <p:nvSpPr>
          <p:cNvPr id="2" name="Rectangle 2">
            <a:extLst>
              <a:ext uri="{FF2B5EF4-FFF2-40B4-BE49-F238E27FC236}">
                <a16:creationId xmlns:a16="http://schemas.microsoft.com/office/drawing/2014/main" id="{D417D1BF-21D0-B493-E7AE-AF456ADE25EE}"/>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6FE1E489-A8E7-65A8-E261-33C2234F4FE2}"/>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err="1">
                <a:latin typeface="Arial" panose="020B0604020202020204" pitchFamily="34" charset="0"/>
                <a:cs typeface="Arial" panose="020B0604020202020204" pitchFamily="34" charset="0"/>
              </a:rPr>
              <a:t>Kết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quả</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đạt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được</a:t>
            </a:r>
            <a:r>
              <a:rPr lang="en-US" altLang="en-US" sz="2400" b="1"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Đề tài đã xây dựng được hệ thống ứng dụng AI hỗ trợ sinh test case và test script tự động từ Use Case, đồng thời xây dựng framework kiểm thử tự động Web theo mô hình Hybrid-Driven Testing (POM + DDT + KDT) bằng Python, Selenium WebDriver và Pytest. Hệ thống hỗ trợ ánh xạ keyword, locator và dữ liệu kiểm thử để thực thi tự động, đồng thời đã được áp dụng thực nghiệm trên website Bemori và cho kết quả hoạt động ổn định.</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24735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down)">
                                      <p:cBhvr>
                                        <p:cTn id="12" dur="500"/>
                                        <p:tgtEl>
                                          <p:spTgt spid="81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AC4D-7966-CBA0-63DA-9DE445F9C617}"/>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EE15A36-9378-7CEE-5D4E-6EC71C18DE4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18</a:t>
            </a:fld>
            <a:endParaRPr lang="en-US" altLang="en-US" sz="1400"/>
          </a:p>
        </p:txBody>
      </p:sp>
      <p:sp>
        <p:nvSpPr>
          <p:cNvPr id="2" name="Rectangle 2">
            <a:extLst>
              <a:ext uri="{FF2B5EF4-FFF2-40B4-BE49-F238E27FC236}">
                <a16:creationId xmlns:a16="http://schemas.microsoft.com/office/drawing/2014/main" id="{FAB34F41-B4FF-A877-A599-DF0272D9F79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94616535-5564-A6AD-620B-E58916F3FA00}"/>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err="1">
                <a:latin typeface="Arial" panose="020B0604020202020204" pitchFamily="34" charset="0"/>
                <a:cs typeface="Arial" panose="020B0604020202020204" pitchFamily="34" charset="0"/>
              </a:rPr>
              <a:t>Hạn</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chế</a:t>
            </a:r>
            <a:r>
              <a:rPr lang="en-US" altLang="en-US" sz="2400" b="1" dirty="0">
                <a:latin typeface="Arial" panose="020B0604020202020204" pitchFamily="34" charset="0"/>
                <a:cs typeface="Arial" panose="020B0604020202020204" pitchFamily="34" charset="0"/>
              </a:rPr>
              <a: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Chưa hỗ trợ mobile testing và API testing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Số lượng keyword còn hạn chế</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400" dirty="0" err="1">
                <a:latin typeface="Arial" panose="020B0604020202020204" pitchFamily="34" charset="0"/>
                <a:cs typeface="Arial" panose="020B0604020202020204" pitchFamily="34" charset="0"/>
              </a:rPr>
              <a:t>Dữ</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liệu</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được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sinh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ra</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từ</a:t>
            </a:r>
            <a:r>
              <a:rPr lang="en-US" altLang="en-US" sz="2400" dirty="0">
                <a:latin typeface="Arial" panose="020B0604020202020204" pitchFamily="34" charset="0"/>
                <a:cs typeface="Arial" panose="020B0604020202020204" pitchFamily="34" charset="0"/>
              </a:rPr>
              <a:t> AI</a:t>
            </a:r>
            <a:r>
              <a:rPr lang="vi-VN" altLang="en-US" sz="2400" dirty="0">
                <a:latin typeface="Arial" panose="020B0604020202020204" pitchFamily="34" charset="0"/>
                <a:cs typeface="Arial" panose="020B0604020202020204" pitchFamily="34" charset="0"/>
              </a:rPr>
              <a:t> vẫn cần kiểm tra và hiệu chỉnh thủ công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Chưa tích hợp các kỹ thuật AI nâng cao như tự động phát hiện lỗi</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674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arn(inVertical)">
                                      <p:cBhvr>
                                        <p:cTn id="12" dur="500"/>
                                        <p:tgtEl>
                                          <p:spTgt spid="8195">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barn(inVertical)">
                                      <p:cBhvr>
                                        <p:cTn id="15" dur="500"/>
                                        <p:tgtEl>
                                          <p:spTgt spid="8195">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8195">
                                            <p:txEl>
                                              <p:pRg st="3" end="3"/>
                                            </p:txEl>
                                          </p:spTgt>
                                        </p:tgtEl>
                                        <p:attrNameLst>
                                          <p:attrName>style.visibility</p:attrName>
                                        </p:attrNameLst>
                                      </p:cBhvr>
                                      <p:to>
                                        <p:strVal val="visible"/>
                                      </p:to>
                                    </p:set>
                                    <p:animEffect transition="in" filter="barn(inVertical)">
                                      <p:cBhvr>
                                        <p:cTn id="18" dur="500"/>
                                        <p:tgtEl>
                                          <p:spTgt spid="8195">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8195">
                                            <p:txEl>
                                              <p:pRg st="4" end="4"/>
                                            </p:txEl>
                                          </p:spTgt>
                                        </p:tgtEl>
                                        <p:attrNameLst>
                                          <p:attrName>style.visibility</p:attrName>
                                        </p:attrNameLst>
                                      </p:cBhvr>
                                      <p:to>
                                        <p:strVal val="visible"/>
                                      </p:to>
                                    </p:set>
                                    <p:animEffect transition="in" filter="barn(inVertical)">
                                      <p:cBhvr>
                                        <p:cTn id="21" dur="5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42614-4795-635E-52F5-0B7F87FBA908}"/>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3B272221-3B9A-199E-F39A-15DAC8B384A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19</a:t>
            </a:fld>
            <a:endParaRPr lang="en-US" altLang="en-US" sz="1400"/>
          </a:p>
        </p:txBody>
      </p:sp>
      <p:sp>
        <p:nvSpPr>
          <p:cNvPr id="2" name="Rectangle 2">
            <a:extLst>
              <a:ext uri="{FF2B5EF4-FFF2-40B4-BE49-F238E27FC236}">
                <a16:creationId xmlns:a16="http://schemas.microsoft.com/office/drawing/2014/main" id="{31C36FFE-4BB6-B0FE-6565-CD059D1A9A5F}"/>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5318CA83-05D9-F0A3-E109-8AF42D680D87}"/>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a:latin typeface="Arial" panose="020B0604020202020204" pitchFamily="34" charset="0"/>
                <a:cs typeface="Arial" panose="020B0604020202020204" pitchFamily="34" charset="0"/>
              </a:rPr>
              <a:t>Hướng </a:t>
            </a:r>
            <a:r>
              <a:rPr lang="en-US" altLang="en-US" sz="2400" b="1" dirty="0" err="1">
                <a:latin typeface="Arial" panose="020B0604020202020204" pitchFamily="34" charset="0"/>
                <a:cs typeface="Arial" panose="020B0604020202020204" pitchFamily="34" charset="0"/>
              </a:rPr>
              <a:t>phát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triển</a:t>
            </a:r>
            <a:r>
              <a:rPr lang="en-US" altLang="en-US" sz="2400" b="1" dirty="0">
                <a:latin typeface="Arial" panose="020B0604020202020204" pitchFamily="34" charset="0"/>
                <a:cs typeface="Arial" panose="020B0604020202020204" pitchFamily="34" charset="0"/>
              </a:rPr>
              <a: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Mở rộng framework hỗ trợ mobile testing và API testing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Bổ sung thêm keyword và module kiểm thử mớ</a:t>
            </a:r>
            <a:r>
              <a:rPr lang="en-US" altLang="en-US" sz="2400" dirty="0" err="1">
                <a:latin typeface="Arial" panose="020B0604020202020204" pitchFamily="34" charset="0"/>
                <a:cs typeface="Arial" panose="020B0604020202020204" pitchFamily="34" charset="0"/>
              </a:rPr>
              <a:t>i</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Tích hợp AI nâng cao để tối ưu test case và phát hiện lỗi</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Tích hợp CI/CD để tự động hóa quy trình kiểm thử</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Phát triển giao diện quản lý test case trực quan hơn</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06153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80">
                                          <p:stCondLst>
                                            <p:cond delay="0"/>
                                          </p:stCondLst>
                                        </p:cTn>
                                        <p:tgtEl>
                                          <p:spTgt spid="8195">
                                            <p:txEl>
                                              <p:pRg st="0" end="0"/>
                                            </p:txEl>
                                          </p:spTgt>
                                        </p:tgtEl>
                                      </p:cBhvr>
                                    </p:animEffect>
                                    <p:anim calcmode="lin" valueType="num">
                                      <p:cBhvr>
                                        <p:cTn id="8" dur="1822" tmFilter="0,0; 0.14,0.36; 0.43,0.73; 0.71,0.91; 1.0,1.0">
                                          <p:stCondLst>
                                            <p:cond delay="0"/>
                                          </p:stCondLst>
                                        </p:cTn>
                                        <p:tgtEl>
                                          <p:spTgt spid="8195">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195">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195">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195">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195">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8195">
                                            <p:txEl>
                                              <p:pRg st="0" end="0"/>
                                            </p:txEl>
                                          </p:spTgt>
                                        </p:tgtEl>
                                      </p:cBhvr>
                                      <p:to x="100000" y="60000"/>
                                    </p:animScale>
                                    <p:animScale>
                                      <p:cBhvr>
                                        <p:cTn id="14" dur="166" decel="50000">
                                          <p:stCondLst>
                                            <p:cond delay="676"/>
                                          </p:stCondLst>
                                        </p:cTn>
                                        <p:tgtEl>
                                          <p:spTgt spid="8195">
                                            <p:txEl>
                                              <p:pRg st="0" end="0"/>
                                            </p:txEl>
                                          </p:spTgt>
                                        </p:tgtEl>
                                      </p:cBhvr>
                                      <p:to x="100000" y="100000"/>
                                    </p:animScale>
                                    <p:animScale>
                                      <p:cBhvr>
                                        <p:cTn id="15" dur="26">
                                          <p:stCondLst>
                                            <p:cond delay="1312"/>
                                          </p:stCondLst>
                                        </p:cTn>
                                        <p:tgtEl>
                                          <p:spTgt spid="8195">
                                            <p:txEl>
                                              <p:pRg st="0" end="0"/>
                                            </p:txEl>
                                          </p:spTgt>
                                        </p:tgtEl>
                                      </p:cBhvr>
                                      <p:to x="100000" y="80000"/>
                                    </p:animScale>
                                    <p:animScale>
                                      <p:cBhvr>
                                        <p:cTn id="16" dur="166" decel="50000">
                                          <p:stCondLst>
                                            <p:cond delay="1338"/>
                                          </p:stCondLst>
                                        </p:cTn>
                                        <p:tgtEl>
                                          <p:spTgt spid="8195">
                                            <p:txEl>
                                              <p:pRg st="0" end="0"/>
                                            </p:txEl>
                                          </p:spTgt>
                                        </p:tgtEl>
                                      </p:cBhvr>
                                      <p:to x="100000" y="100000"/>
                                    </p:animScale>
                                    <p:animScale>
                                      <p:cBhvr>
                                        <p:cTn id="17" dur="26">
                                          <p:stCondLst>
                                            <p:cond delay="1642"/>
                                          </p:stCondLst>
                                        </p:cTn>
                                        <p:tgtEl>
                                          <p:spTgt spid="8195">
                                            <p:txEl>
                                              <p:pRg st="0" end="0"/>
                                            </p:txEl>
                                          </p:spTgt>
                                        </p:tgtEl>
                                      </p:cBhvr>
                                      <p:to x="100000" y="90000"/>
                                    </p:animScale>
                                    <p:animScale>
                                      <p:cBhvr>
                                        <p:cTn id="18" dur="166" decel="50000">
                                          <p:stCondLst>
                                            <p:cond delay="1668"/>
                                          </p:stCondLst>
                                        </p:cTn>
                                        <p:tgtEl>
                                          <p:spTgt spid="8195">
                                            <p:txEl>
                                              <p:pRg st="0" end="0"/>
                                            </p:txEl>
                                          </p:spTgt>
                                        </p:tgtEl>
                                      </p:cBhvr>
                                      <p:to x="100000" y="100000"/>
                                    </p:animScale>
                                    <p:animScale>
                                      <p:cBhvr>
                                        <p:cTn id="19" dur="26">
                                          <p:stCondLst>
                                            <p:cond delay="1808"/>
                                          </p:stCondLst>
                                        </p:cTn>
                                        <p:tgtEl>
                                          <p:spTgt spid="8195">
                                            <p:txEl>
                                              <p:pRg st="0" end="0"/>
                                            </p:txEl>
                                          </p:spTgt>
                                        </p:tgtEl>
                                      </p:cBhvr>
                                      <p:to x="100000" y="95000"/>
                                    </p:animScale>
                                    <p:animScale>
                                      <p:cBhvr>
                                        <p:cTn id="20" dur="166" decel="50000">
                                          <p:stCondLst>
                                            <p:cond delay="1834"/>
                                          </p:stCondLst>
                                        </p:cTn>
                                        <p:tgtEl>
                                          <p:spTgt spid="8195">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195">
                                            <p:txEl>
                                              <p:pRg st="1" end="1"/>
                                            </p:txEl>
                                          </p:spTgt>
                                        </p:tgtEl>
                                        <p:attrNameLst>
                                          <p:attrName>style.visibility</p:attrName>
                                        </p:attrNameLst>
                                      </p:cBhvr>
                                      <p:to>
                                        <p:strVal val="visible"/>
                                      </p:to>
                                    </p:set>
                                    <p:animEffect transition="in" filter="fade">
                                      <p:cBhvr>
                                        <p:cTn id="25" dur="1000"/>
                                        <p:tgtEl>
                                          <p:spTgt spid="8195">
                                            <p:txEl>
                                              <p:pRg st="1" end="1"/>
                                            </p:txEl>
                                          </p:spTgt>
                                        </p:tgtEl>
                                      </p:cBhvr>
                                    </p:animEffect>
                                    <p:anim calcmode="lin" valueType="num">
                                      <p:cBhvr>
                                        <p:cTn id="26"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8195">
                                            <p:txEl>
                                              <p:pRg st="1" end="1"/>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8195">
                                            <p:txEl>
                                              <p:pRg st="2" end="2"/>
                                            </p:txEl>
                                          </p:spTgt>
                                        </p:tgtEl>
                                        <p:attrNameLst>
                                          <p:attrName>style.visibility</p:attrName>
                                        </p:attrNameLst>
                                      </p:cBhvr>
                                      <p:to>
                                        <p:strVal val="visible"/>
                                      </p:to>
                                    </p:set>
                                    <p:animEffect transition="in" filter="fade">
                                      <p:cBhvr>
                                        <p:cTn id="30" dur="1000"/>
                                        <p:tgtEl>
                                          <p:spTgt spid="8195">
                                            <p:txEl>
                                              <p:pRg st="2" end="2"/>
                                            </p:txEl>
                                          </p:spTgt>
                                        </p:tgtEl>
                                      </p:cBhvr>
                                    </p:animEffect>
                                    <p:anim calcmode="lin" valueType="num">
                                      <p:cBhvr>
                                        <p:cTn id="31"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8195">
                                            <p:txEl>
                                              <p:pRg st="2" end="2"/>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8195">
                                            <p:txEl>
                                              <p:pRg st="3" end="3"/>
                                            </p:txEl>
                                          </p:spTgt>
                                        </p:tgtEl>
                                        <p:attrNameLst>
                                          <p:attrName>style.visibility</p:attrName>
                                        </p:attrNameLst>
                                      </p:cBhvr>
                                      <p:to>
                                        <p:strVal val="visible"/>
                                      </p:to>
                                    </p:set>
                                    <p:animEffect transition="in" filter="fade">
                                      <p:cBhvr>
                                        <p:cTn id="35" dur="1000"/>
                                        <p:tgtEl>
                                          <p:spTgt spid="8195">
                                            <p:txEl>
                                              <p:pRg st="3" end="3"/>
                                            </p:txEl>
                                          </p:spTgt>
                                        </p:tgtEl>
                                      </p:cBhvr>
                                    </p:animEffect>
                                    <p:anim calcmode="lin" valueType="num">
                                      <p:cBhvr>
                                        <p:cTn id="36"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8195">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8195">
                                            <p:txEl>
                                              <p:pRg st="4" end="4"/>
                                            </p:txEl>
                                          </p:spTgt>
                                        </p:tgtEl>
                                        <p:attrNameLst>
                                          <p:attrName>style.visibility</p:attrName>
                                        </p:attrNameLst>
                                      </p:cBhvr>
                                      <p:to>
                                        <p:strVal val="visible"/>
                                      </p:to>
                                    </p:set>
                                    <p:animEffect transition="in" filter="fade">
                                      <p:cBhvr>
                                        <p:cTn id="40" dur="1000"/>
                                        <p:tgtEl>
                                          <p:spTgt spid="8195">
                                            <p:txEl>
                                              <p:pRg st="4" end="4"/>
                                            </p:txEl>
                                          </p:spTgt>
                                        </p:tgtEl>
                                      </p:cBhvr>
                                    </p:animEffect>
                                    <p:anim calcmode="lin" valueType="num">
                                      <p:cBhvr>
                                        <p:cTn id="41"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8195">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195">
                                            <p:txEl>
                                              <p:pRg st="5" end="5"/>
                                            </p:txEl>
                                          </p:spTgt>
                                        </p:tgtEl>
                                        <p:attrNameLst>
                                          <p:attrName>style.visibility</p:attrName>
                                        </p:attrNameLst>
                                      </p:cBhvr>
                                      <p:to>
                                        <p:strVal val="visible"/>
                                      </p:to>
                                    </p:set>
                                    <p:animEffect transition="in" filter="fade">
                                      <p:cBhvr>
                                        <p:cTn id="45" dur="1000"/>
                                        <p:tgtEl>
                                          <p:spTgt spid="8195">
                                            <p:txEl>
                                              <p:pRg st="5" end="5"/>
                                            </p:txEl>
                                          </p:spTgt>
                                        </p:tgtEl>
                                      </p:cBhvr>
                                    </p:animEffect>
                                    <p:anim calcmode="lin" valueType="num">
                                      <p:cBhvr>
                                        <p:cTn id="46" dur="1000" fill="hold"/>
                                        <p:tgtEl>
                                          <p:spTgt spid="8195">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819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21D64-7B97-1586-2589-8F0748B38B4E}"/>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0A0731D-36C3-C7C6-4370-C5D8ED588E4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20</a:t>
            </a:fld>
            <a:endParaRPr lang="en-US" altLang="en-US" sz="1400"/>
          </a:p>
        </p:txBody>
      </p:sp>
      <p:sp>
        <p:nvSpPr>
          <p:cNvPr id="2" name="Rectangle 2">
            <a:extLst>
              <a:ext uri="{FF2B5EF4-FFF2-40B4-BE49-F238E27FC236}">
                <a16:creationId xmlns:a16="http://schemas.microsoft.com/office/drawing/2014/main" id="{33DA87D5-C507-2B3E-6CD2-0BD29DF419C0}"/>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Tài </a:t>
            </a:r>
            <a:r>
              <a:rPr lang="en-US" altLang="en-US" b="1" dirty="0" err="1">
                <a:latin typeface="Arial" panose="020B0604020202020204" pitchFamily="34" charset="0"/>
                <a:cs typeface="Arial" panose="020B0604020202020204" pitchFamily="34" charset="0"/>
              </a:rPr>
              <a:t>liệu</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tham</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khảo</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FFD9FF0C-1C3F-9F31-E2E5-7779A7AE8869}"/>
              </a:ext>
            </a:extLst>
          </p:cNvPr>
          <p:cNvSpPr>
            <a:spLocks noGrp="1" noChangeArrowheads="1"/>
          </p:cNvSpPr>
          <p:nvPr>
            <p:ph type="body" idx="1"/>
          </p:nvPr>
        </p:nvSpPr>
        <p:spPr>
          <a:xfrm>
            <a:off x="906236" y="1184989"/>
            <a:ext cx="10474778" cy="5328526"/>
          </a:xfrm>
        </p:spPr>
        <p:txBody>
          <a:bodyPr>
            <a:normAutofit lnSpcReduction="10000"/>
          </a:bodyPr>
          <a:lstStyle/>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[1] </a:t>
            </a:r>
            <a:r>
              <a:rPr lang="vi-VN" sz="1800" dirty="0">
                <a:latin typeface="Arial" panose="020B0604020202020204" pitchFamily="34" charset="0"/>
                <a:cs typeface="Arial" panose="020B0604020202020204" pitchFamily="34" charset="0"/>
              </a:rPr>
              <a:t>Trường Đại học Sư phạm Kỹ thuật Hưng Yên, Giáo trình kiểm thử ứng dụng Web và di động, Hưng Yên: Khoa Công nghệ thông tin - UTEHY, 2025.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[2] </a:t>
            </a:r>
            <a:r>
              <a:rPr lang="vi-VN" sz="1800" dirty="0">
                <a:latin typeface="Arial" panose="020B0604020202020204" pitchFamily="34" charset="0"/>
                <a:cs typeface="Arial" panose="020B0604020202020204" pitchFamily="34" charset="0"/>
              </a:rPr>
              <a:t>Trường Đại học Sư phạm Kỹ thuật Hưng Yên, Giáo trình Kiểm thử phần mềm, Hưng Yên: Khoa Công nghệ Thông tin - UTEHY, 2023.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[3] </a:t>
            </a:r>
            <a:r>
              <a:rPr lang="vi-VN" sz="1800" dirty="0">
                <a:latin typeface="Arial" panose="020B0604020202020204" pitchFamily="34" charset="0"/>
                <a:cs typeface="Arial" panose="020B0604020202020204" pitchFamily="34" charset="0"/>
              </a:rPr>
              <a:t>Trường Đại học Sư phạm Kỹ thuật Hưng Yên, Giáo trình </a:t>
            </a:r>
            <a:r>
              <a:rPr lang="en-US" sz="1800" dirty="0" err="1">
                <a:latin typeface="Arial" panose="020B0604020202020204" pitchFamily="34" charset="0"/>
                <a:cs typeface="Arial" panose="020B0604020202020204" pitchFamily="34" charset="0"/>
              </a:rPr>
              <a:t>Kiểm</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thử</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tự</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động</a:t>
            </a:r>
            <a:r>
              <a:rPr lang="vi-VN" sz="1800" dirty="0">
                <a:latin typeface="Arial" panose="020B0604020202020204" pitchFamily="34" charset="0"/>
                <a:cs typeface="Arial" panose="020B0604020202020204" pitchFamily="34" charset="0"/>
              </a:rPr>
              <a:t>, Hưng Yên: Khoa Công nghệ thông tin - UTEHY, 202</a:t>
            </a:r>
            <a:r>
              <a:rPr lang="en-US" sz="1800">
                <a:latin typeface="Arial" panose="020B0604020202020204" pitchFamily="34" charset="0"/>
                <a:cs typeface="Arial" panose="020B0604020202020204" pitchFamily="34" charset="0"/>
              </a:rPr>
              <a:t>5</a:t>
            </a:r>
            <a:r>
              <a:rPr lang="vi-VN" sz="1800">
                <a:latin typeface="Arial" panose="020B0604020202020204" pitchFamily="34" charset="0"/>
                <a:cs typeface="Arial" panose="020B0604020202020204" pitchFamily="34" charset="0"/>
              </a:rPr>
              <a:t>.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[4] </a:t>
            </a:r>
            <a:r>
              <a:rPr lang="vi-VN" altLang="en-US" sz="1800" dirty="0">
                <a:latin typeface="Arial" panose="020B0604020202020204" pitchFamily="34" charset="0"/>
                <a:cs typeface="Arial" panose="020B0604020202020204" pitchFamily="34" charset="0"/>
              </a:rPr>
              <a:t>Trường Đại học Sư phạm Kỹ thuật Hưng Yên, Giáo trình Đảm bảo chất lượng phần mềm, Hưng Yên: Khoa Công nghệ thông tin - UTEHY, 2024. </a:t>
            </a:r>
            <a:endParaRPr lang="en-US" alt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[5] </a:t>
            </a:r>
            <a:r>
              <a:rPr lang="en-US" altLang="en-US" sz="1800" dirty="0" err="1">
                <a:latin typeface="Arial" panose="020B0604020202020204" pitchFamily="34" charset="0"/>
                <a:cs typeface="Arial" panose="020B0604020202020204" pitchFamily="34" charset="0"/>
              </a:rPr>
              <a:t>TopDev</a:t>
            </a:r>
            <a:r>
              <a:rPr lang="en-US" altLang="en-US" sz="1800" dirty="0">
                <a:latin typeface="Arial" panose="020B0604020202020204" pitchFamily="34" charset="0"/>
                <a:cs typeface="Arial" panose="020B0604020202020204" pitchFamily="34" charset="0"/>
              </a:rPr>
              <a:t>, "Framework </a:t>
            </a:r>
            <a:r>
              <a:rPr lang="en-US" altLang="en-US" sz="1800" dirty="0" err="1">
                <a:latin typeface="Arial" panose="020B0604020202020204" pitchFamily="34" charset="0"/>
                <a:cs typeface="Arial" panose="020B0604020202020204" pitchFamily="34" charset="0"/>
              </a:rPr>
              <a:t>là</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gì</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Tìm</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hiểu</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về</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các</a:t>
            </a:r>
            <a:r>
              <a:rPr lang="en-US" altLang="en-US" sz="1800" dirty="0">
                <a:latin typeface="Arial" panose="020B0604020202020204" pitchFamily="34" charset="0"/>
                <a:cs typeface="Arial" panose="020B0604020202020204" pitchFamily="34" charset="0"/>
              </a:rPr>
              <a:t> Framework," 2025. [Online]. Available: https://topdev.vn/blog/framework-la-gi/?utm_source=google&amp;utm_medium=cpc&amp;gad_source=1&amp;gad_campaignid=23072489947&amp;gbraid=0AAAAADDtBSA2Le08nLf_AHZlvVxqbsbYS&amp;gclid=Cj0KCQjwk_bPBhDXARIsACiq8R02lYiiShXBp0rkXM-tf5QqLNDkgiEbpVqW49GTqotoZUCk4TJWUOsaAsBtEALw_wcB.</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306009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F3C4-25B4-471D-7D55-5B09F70153D4}"/>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5B75BD8-C38A-9AD0-713A-A3E57405EE3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21</a:t>
            </a:fld>
            <a:endParaRPr lang="en-US" altLang="en-US" sz="1400"/>
          </a:p>
        </p:txBody>
      </p:sp>
      <p:sp>
        <p:nvSpPr>
          <p:cNvPr id="2" name="Rectangle 2">
            <a:extLst>
              <a:ext uri="{FF2B5EF4-FFF2-40B4-BE49-F238E27FC236}">
                <a16:creationId xmlns:a16="http://schemas.microsoft.com/office/drawing/2014/main" id="{05F74533-3E58-6BAC-47C4-EDADF4A4ACAB}"/>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Tài </a:t>
            </a:r>
            <a:r>
              <a:rPr lang="en-US" altLang="en-US" b="1" dirty="0" err="1">
                <a:latin typeface="Arial" panose="020B0604020202020204" pitchFamily="34" charset="0"/>
                <a:cs typeface="Arial" panose="020B0604020202020204" pitchFamily="34" charset="0"/>
              </a:rPr>
              <a:t>liệu</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tham</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khảo</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EA576F40-185E-E1D2-47C9-5F6F07C65B51}"/>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[6] N. N. Tuấn, "HYBRID AUTOMATION FRAMEWORK (Python test automation) - </a:t>
            </a:r>
            <a:r>
              <a:rPr lang="en-US" altLang="en-US" sz="1800" dirty="0" err="1">
                <a:latin typeface="Arial" panose="020B0604020202020204" pitchFamily="34" charset="0"/>
                <a:cs typeface="Arial" panose="020B0604020202020204" pitchFamily="34" charset="0"/>
              </a:rPr>
              <a:t>Phần</a:t>
            </a:r>
            <a:r>
              <a:rPr lang="en-US" altLang="en-US" sz="1800" dirty="0">
                <a:latin typeface="Arial" panose="020B0604020202020204" pitchFamily="34" charset="0"/>
                <a:cs typeface="Arial" panose="020B0604020202020204" pitchFamily="34" charset="0"/>
              </a:rPr>
              <a:t> 1," 2018. [Online]. Available: https://viblo.asia/p/hybrid-automation-framework-python-test-automation-phan-1-ORNZq6kel0n.</a:t>
            </a: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[7] Vijay, "Most Popular Test Automation Frameworks with Examples," 2025. [Online]. Available: https://www.softwaretestinghelp.com/test-automation-frameworks-selenium-tutorial-20/.</a:t>
            </a: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[8] D. Kiên, "LM Studio </a:t>
            </a:r>
            <a:r>
              <a:rPr lang="en-US" altLang="en-US" sz="1800" dirty="0" err="1">
                <a:latin typeface="Arial" panose="020B0604020202020204" pitchFamily="34" charset="0"/>
                <a:cs typeface="Arial" panose="020B0604020202020204" pitchFamily="34" charset="0"/>
              </a:rPr>
              <a:t>là</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gì</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Tìm</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hiểu</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các</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tính</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năng</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chính</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của</a:t>
            </a:r>
            <a:r>
              <a:rPr lang="en-US" altLang="en-US" sz="1800" dirty="0">
                <a:latin typeface="Arial" panose="020B0604020202020204" pitchFamily="34" charset="0"/>
                <a:cs typeface="Arial" panose="020B0604020202020204" pitchFamily="34" charset="0"/>
              </a:rPr>
              <a:t> LM Studio," 2025. [Online]. Available: https://fptshop.com.vn/tin-tuc/danh-gia/lm-studio-la-gi-179371.</a:t>
            </a: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[9] D. Hillard, "</a:t>
            </a:r>
            <a:r>
              <a:rPr lang="en-US" sz="1800" dirty="0" err="1">
                <a:latin typeface="Arial" panose="020B0604020202020204" pitchFamily="34" charset="0"/>
                <a:cs typeface="Arial" panose="020B0604020202020204" pitchFamily="34" charset="0"/>
              </a:rPr>
              <a:t>pytest</a:t>
            </a:r>
            <a:r>
              <a:rPr lang="en-US" sz="1800" dirty="0">
                <a:latin typeface="Arial" panose="020B0604020202020204" pitchFamily="34" charset="0"/>
                <a:cs typeface="Arial" panose="020B0604020202020204" pitchFamily="34" charset="0"/>
              </a:rPr>
              <a:t> Tutorial: Effective Python Testing," 2024. [Online]. Available: https://realpython.com/pytest-python-testing/.</a:t>
            </a:r>
            <a:endParaRPr lang="en-US" alt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498576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1369</TotalTime>
  <Words>2460</Words>
  <Application>Microsoft Office PowerPoint</Application>
  <PresentationFormat>Widescreen</PresentationFormat>
  <Paragraphs>241</Paragraphs>
  <Slides>22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Calibri</vt:lpstr>
      <vt:lpstr>Times New Roman</vt:lpstr>
      <vt:lpstr>Office Theme</vt:lpstr>
      <vt:lpstr>ỨNG DỤNG AI SINH TESTCASE CHO FRAMEWORK KIỂM THỬ TỰ ĐỘNG WEB</vt:lpstr>
      <vt:lpstr>Nội dung</vt:lpstr>
      <vt:lpstr>Nội dung</vt:lpstr>
      <vt:lpstr>Giới thiệu đề tài</vt:lpstr>
      <vt:lpstr>Giới thiệu đề tài</vt:lpstr>
      <vt:lpstr>Nội dung</vt:lpstr>
      <vt:lpstr>Triển khai &amp; thực nghiệm</vt:lpstr>
      <vt:lpstr>Phân tích và thiết kế hệ thống</vt:lpstr>
      <vt:lpstr>Phân tích và thiết kế hệ thống</vt:lpstr>
      <vt:lpstr>Triển khai &amp; thực nghiệm</vt:lpstr>
      <vt:lpstr>Phân tích và thiết kế hệ thống</vt:lpstr>
      <vt:lpstr>Phân tích và thiết kế hệ thống</vt:lpstr>
      <vt:lpstr>Nội dung</vt:lpstr>
      <vt:lpstr>Triển khai &amp; thực nghiệm</vt:lpstr>
      <vt:lpstr>Triển khai &amp; thực nghiệm</vt:lpstr>
      <vt:lpstr>Nội dung</vt:lpstr>
      <vt:lpstr>Kết luận và hướng phát triển</vt:lpstr>
      <vt:lpstr>Kết luận và hướng phát triển</vt:lpstr>
      <vt:lpstr>Kết luận và hướng phát triển</vt:lpstr>
      <vt:lpstr>Tài liệu tham khảo</vt:lpstr>
      <vt:lpstr>Tài liệu tham khảo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 Ba</dc:creator>
  <cp:lastModifiedBy>Thị Ánh Lê</cp:lastModifiedBy>
  <cp:revision>53</cp:revision>
  <cp:lastPrinted>2023-12-27T01:57:00Z</cp:lastPrinted>
  <dcterms:created xsi:type="dcterms:W3CDTF">2023-08-08T03:48:00Z</dcterms:created>
  <dcterms:modified xsi:type="dcterms:W3CDTF">2026-05-12T09:44:42Z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y fmtid="{D5CDD505-2E9C-101B-9397-08002B2CF9AE}" pid="9" name="ICV">
    <vt:lpwstr>3249E10EE9B044FEAC96AF5C948BAE9E_12</vt:lpwstr>
  </property>
  <property fmtid="{D5CDD505-2E9C-101B-9397-08002B2CF9AE}" pid="10" name="KSOProductBuildVer">
    <vt:lpwstr>1033-12.2.0.22549</vt:lpwstr>
  </property>
</Properties>
</file>