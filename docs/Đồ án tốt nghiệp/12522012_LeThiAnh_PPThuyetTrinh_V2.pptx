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handoutMasterIdLst>
    <p:handoutMasterId r:id="rId26"/>
  </p:handoutMasterIdLst>
  <p:sldIdLst>
    <p:sldId id="286" r:id="rId2"/>
    <p:sldId id="454" r:id="rId3"/>
    <p:sldId id="455" r:id="rId4"/>
    <p:sldId id="323" r:id="rId5"/>
    <p:sldId id="463" r:id="rId6"/>
    <p:sldId id="456" r:id="rId7"/>
    <p:sldId id="466" r:id="rId8"/>
    <p:sldId id="464" r:id="rId9"/>
    <p:sldId id="465" r:id="rId10"/>
    <p:sldId id="467" r:id="rId11"/>
    <p:sldId id="468" r:id="rId12"/>
    <p:sldId id="326" r:id="rId13"/>
    <p:sldId id="327" r:id="rId14"/>
    <p:sldId id="460" r:id="rId15"/>
    <p:sldId id="458" r:id="rId16"/>
    <p:sldId id="459" r:id="rId17"/>
    <p:sldId id="331" r:id="rId18"/>
    <p:sldId id="457" r:id="rId19"/>
    <p:sldId id="356" r:id="rId20"/>
    <p:sldId id="461" r:id="rId21"/>
    <p:sldId id="357" r:id="rId22"/>
    <p:sldId id="368" r:id="rId23"/>
    <p:sldId id="297" r:id="rId24"/>
  </p:sldIdLst>
  <p:sldSz cx="12192000" cy="6858000"/>
  <p:notesSz cx="6797675" cy="992822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7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859"/>
    <a:srgbClr val="2596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BFB2C2-463B-4D39-9617-1E9D3D066AF9}" v="444" dt="2026-04-02T00:52:59.8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2839" autoAdjust="0"/>
  </p:normalViewPr>
  <p:slideViewPr>
    <p:cSldViewPr snapToGrid="0" showGuides="1">
      <p:cViewPr varScale="1">
        <p:scale>
          <a:sx n="69" d="100"/>
          <a:sy n="69" d="100"/>
        </p:scale>
        <p:origin x="1234" y="67"/>
      </p:cViewPr>
      <p:guideLst>
        <p:guide orient="horz" pos="2160"/>
        <p:guide pos="3870"/>
      </p:guideLst>
    </p:cSldViewPr>
  </p:slideViewPr>
  <p:notesTextViewPr>
    <p:cViewPr>
      <p:scale>
        <a:sx n="1" d="1"/>
        <a:sy n="1" d="1"/>
      </p:scale>
      <p:origin x="0" y="0"/>
    </p:cViewPr>
  </p:notesTextViewPr>
  <p:notesViewPr>
    <p:cSldViewPr snapToGrid="0">
      <p:cViewPr varScale="1">
        <p:scale>
          <a:sx n="60" d="100"/>
          <a:sy n="60" d="100"/>
        </p:scale>
        <p:origin x="327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ê Ngọc Lành" userId="8e0c50ca425b090c" providerId="LiveId" clId="{3598AC43-F96F-4B7B-9753-863815C9274C}"/>
    <pc:docChg chg="undo custSel addSld delSld modSld sldOrd">
      <pc:chgData name="Lê Ngọc Lành" userId="8e0c50ca425b090c" providerId="LiveId" clId="{3598AC43-F96F-4B7B-9753-863815C9274C}" dt="2026-04-02T01:09:12.976" v="3082" actId="20577"/>
      <pc:docMkLst>
        <pc:docMk/>
      </pc:docMkLst>
      <pc:sldChg chg="modSp mod">
        <pc:chgData name="Lê Ngọc Lành" userId="8e0c50ca425b090c" providerId="LiveId" clId="{3598AC43-F96F-4B7B-9753-863815C9274C}" dt="2026-04-01T01:10:47.461" v="535" actId="113"/>
        <pc:sldMkLst>
          <pc:docMk/>
          <pc:sldMk cId="0" sldId="286"/>
        </pc:sldMkLst>
        <pc:spChg chg="mod">
          <ac:chgData name="Lê Ngọc Lành" userId="8e0c50ca425b090c" providerId="LiveId" clId="{3598AC43-F96F-4B7B-9753-863815C9274C}" dt="2026-03-31T07:47:04.704" v="1" actId="255"/>
          <ac:spMkLst>
            <pc:docMk/>
            <pc:sldMk cId="0" sldId="286"/>
            <ac:spMk id="2" creationId="{00000000-0000-0000-0000-000000000000}"/>
          </ac:spMkLst>
        </pc:spChg>
        <pc:spChg chg="mod">
          <ac:chgData name="Lê Ngọc Lành" userId="8e0c50ca425b090c" providerId="LiveId" clId="{3598AC43-F96F-4B7B-9753-863815C9274C}" dt="2026-04-01T01:10:47.461" v="535" actId="113"/>
          <ac:spMkLst>
            <pc:docMk/>
            <pc:sldMk cId="0" sldId="286"/>
            <ac:spMk id="3" creationId="{00000000-0000-0000-0000-000000000000}"/>
          </ac:spMkLst>
        </pc:spChg>
      </pc:sldChg>
      <pc:sldChg chg="modSp modAnim">
        <pc:chgData name="Lê Ngọc Lành" userId="8e0c50ca425b090c" providerId="LiveId" clId="{3598AC43-F96F-4B7B-9753-863815C9274C}" dt="2026-03-31T07:48:04.023" v="70"/>
        <pc:sldMkLst>
          <pc:docMk/>
          <pc:sldMk cId="0" sldId="311"/>
        </pc:sldMkLst>
        <pc:spChg chg="mod">
          <ac:chgData name="Lê Ngọc Lành" userId="8e0c50ca425b090c" providerId="LiveId" clId="{3598AC43-F96F-4B7B-9753-863815C9274C}" dt="2026-03-31T07:47:54.875" v="69" actId="11"/>
          <ac:spMkLst>
            <pc:docMk/>
            <pc:sldMk cId="0" sldId="311"/>
            <ac:spMk id="8195" creationId="{00000000-0000-0000-0000-000000000000}"/>
          </ac:spMkLst>
        </pc:spChg>
      </pc:sldChg>
      <pc:sldChg chg="modSp mod modAnim">
        <pc:chgData name="Lê Ngọc Lành" userId="8e0c50ca425b090c" providerId="LiveId" clId="{3598AC43-F96F-4B7B-9753-863815C9274C}" dt="2026-04-02T00:20:44.568" v="2682" actId="20577"/>
        <pc:sldMkLst>
          <pc:docMk/>
          <pc:sldMk cId="2182412080" sldId="323"/>
        </pc:sldMkLst>
        <pc:spChg chg="mod">
          <ac:chgData name="Lê Ngọc Lành" userId="8e0c50ca425b090c" providerId="LiveId" clId="{3598AC43-F96F-4B7B-9753-863815C9274C}" dt="2026-04-01T01:26:07.892" v="537" actId="403"/>
          <ac:spMkLst>
            <pc:docMk/>
            <pc:sldMk cId="2182412080" sldId="323"/>
            <ac:spMk id="2" creationId="{7DF6CBD4-A523-9E6A-AAF1-6A4468296AB4}"/>
          </ac:spMkLst>
        </pc:spChg>
        <pc:spChg chg="mod">
          <ac:chgData name="Lê Ngọc Lành" userId="8e0c50ca425b090c" providerId="LiveId" clId="{3598AC43-F96F-4B7B-9753-863815C9274C}" dt="2026-04-02T00:20:44.568" v="2682" actId="20577"/>
          <ac:spMkLst>
            <pc:docMk/>
            <pc:sldMk cId="2182412080" sldId="323"/>
            <ac:spMk id="8195" creationId="{D5F858B9-983B-952F-0296-8F0CC1B3B5C1}"/>
          </ac:spMkLst>
        </pc:spChg>
      </pc:sldChg>
      <pc:sldChg chg="modSp add del mod">
        <pc:chgData name="Lê Ngọc Lành" userId="8e0c50ca425b090c" providerId="LiveId" clId="{3598AC43-F96F-4B7B-9753-863815C9274C}" dt="2026-04-01T15:26:19.838" v="1388" actId="47"/>
        <pc:sldMkLst>
          <pc:docMk/>
          <pc:sldMk cId="993722214" sldId="325"/>
        </pc:sldMkLst>
      </pc:sldChg>
      <pc:sldChg chg="addSp delSp modSp add mod">
        <pc:chgData name="Lê Ngọc Lành" userId="8e0c50ca425b090c" providerId="LiveId" clId="{3598AC43-F96F-4B7B-9753-863815C9274C}" dt="2026-04-02T00:24:22.927" v="2713" actId="6549"/>
        <pc:sldMkLst>
          <pc:docMk/>
          <pc:sldMk cId="810675723" sldId="326"/>
        </pc:sldMkLst>
        <pc:spChg chg="mod">
          <ac:chgData name="Lê Ngọc Lành" userId="8e0c50ca425b090c" providerId="LiveId" clId="{3598AC43-F96F-4B7B-9753-863815C9274C}" dt="2026-03-31T09:08:44.898" v="135"/>
          <ac:spMkLst>
            <pc:docMk/>
            <pc:sldMk cId="810675723" sldId="326"/>
            <ac:spMk id="2" creationId="{76E8327F-0F75-EC8C-3A4D-C6437B00A304}"/>
          </ac:spMkLst>
        </pc:spChg>
        <pc:spChg chg="add del">
          <ac:chgData name="Lê Ngọc Lành" userId="8e0c50ca425b090c" providerId="LiveId" clId="{3598AC43-F96F-4B7B-9753-863815C9274C}" dt="2026-04-02T00:04:29.947" v="2593" actId="22"/>
          <ac:spMkLst>
            <pc:docMk/>
            <pc:sldMk cId="810675723" sldId="326"/>
            <ac:spMk id="5" creationId="{4BA8C018-3F8F-D6D5-5B8A-810C1FFF978C}"/>
          </ac:spMkLst>
        </pc:spChg>
        <pc:spChg chg="add mod">
          <ac:chgData name="Lê Ngọc Lành" userId="8e0c50ca425b090c" providerId="LiveId" clId="{3598AC43-F96F-4B7B-9753-863815C9274C}" dt="2026-04-02T00:24:22.927" v="2713" actId="6549"/>
          <ac:spMkLst>
            <pc:docMk/>
            <pc:sldMk cId="810675723" sldId="326"/>
            <ac:spMk id="6" creationId="{222527E7-D920-1779-96D7-DA2CB8B50086}"/>
          </ac:spMkLst>
        </pc:spChg>
        <pc:spChg chg="add mod">
          <ac:chgData name="Lê Ngọc Lành" userId="8e0c50ca425b090c" providerId="LiveId" clId="{3598AC43-F96F-4B7B-9753-863815C9274C}" dt="2026-04-02T00:24:01.744" v="2712" actId="1076"/>
          <ac:spMkLst>
            <pc:docMk/>
            <pc:sldMk cId="810675723" sldId="326"/>
            <ac:spMk id="7" creationId="{36ECEDDB-9FC8-4A36-E88C-C8215056123A}"/>
          </ac:spMkLst>
        </pc:spChg>
        <pc:spChg chg="mod">
          <ac:chgData name="Lê Ngọc Lành" userId="8e0c50ca425b090c" providerId="LiveId" clId="{3598AC43-F96F-4B7B-9753-863815C9274C}" dt="2026-04-02T00:21:44.064" v="2690" actId="404"/>
          <ac:spMkLst>
            <pc:docMk/>
            <pc:sldMk cId="810675723" sldId="326"/>
            <ac:spMk id="8195" creationId="{2416CE11-0063-0E8D-3F74-4C41664B5998}"/>
          </ac:spMkLst>
        </pc:spChg>
        <pc:picChg chg="add mod">
          <ac:chgData name="Lê Ngọc Lành" userId="8e0c50ca425b090c" providerId="LiveId" clId="{3598AC43-F96F-4B7B-9753-863815C9274C}" dt="2026-04-02T00:23:16.511" v="2706" actId="1076"/>
          <ac:picMkLst>
            <pc:docMk/>
            <pc:sldMk cId="810675723" sldId="326"/>
            <ac:picMk id="4" creationId="{9E03E639-F2BC-7739-32B2-722E2D1B4FAE}"/>
          </ac:picMkLst>
        </pc:picChg>
      </pc:sldChg>
      <pc:sldChg chg="addSp delSp modSp add mod">
        <pc:chgData name="Lê Ngọc Lành" userId="8e0c50ca425b090c" providerId="LiveId" clId="{3598AC43-F96F-4B7B-9753-863815C9274C}" dt="2026-04-02T00:26:38.636" v="2741" actId="1076"/>
        <pc:sldMkLst>
          <pc:docMk/>
          <pc:sldMk cId="3441830157" sldId="327"/>
        </pc:sldMkLst>
        <pc:spChg chg="mod">
          <ac:chgData name="Lê Ngọc Lành" userId="8e0c50ca425b090c" providerId="LiveId" clId="{3598AC43-F96F-4B7B-9753-863815C9274C}" dt="2026-04-01T03:50:11.201" v="896" actId="2711"/>
          <ac:spMkLst>
            <pc:docMk/>
            <pc:sldMk cId="3441830157" sldId="327"/>
            <ac:spMk id="2" creationId="{19A8ECCF-EEB5-5F57-9F40-F31E5CACD989}"/>
          </ac:spMkLst>
        </pc:spChg>
        <pc:spChg chg="add mod">
          <ac:chgData name="Lê Ngọc Lành" userId="8e0c50ca425b090c" providerId="LiveId" clId="{3598AC43-F96F-4B7B-9753-863815C9274C}" dt="2026-04-02T00:25:58.262" v="2737" actId="1076"/>
          <ac:spMkLst>
            <pc:docMk/>
            <pc:sldMk cId="3441830157" sldId="327"/>
            <ac:spMk id="3" creationId="{72001508-C6DE-1AA0-1FF7-B6C27B5C61B0}"/>
          </ac:spMkLst>
        </pc:spChg>
        <pc:spChg chg="add mod">
          <ac:chgData name="Lê Ngọc Lành" userId="8e0c50ca425b090c" providerId="LiveId" clId="{3598AC43-F96F-4B7B-9753-863815C9274C}" dt="2026-04-02T00:26:38.636" v="2741" actId="1076"/>
          <ac:spMkLst>
            <pc:docMk/>
            <pc:sldMk cId="3441830157" sldId="327"/>
            <ac:spMk id="4" creationId="{04A4EAFF-D10D-77E6-BECD-2A482876BE63}"/>
          </ac:spMkLst>
        </pc:spChg>
        <pc:spChg chg="mod">
          <ac:chgData name="Lê Ngọc Lành" userId="8e0c50ca425b090c" providerId="LiveId" clId="{3598AC43-F96F-4B7B-9753-863815C9274C}" dt="2026-04-02T00:25:01.659" v="2723" actId="403"/>
          <ac:spMkLst>
            <pc:docMk/>
            <pc:sldMk cId="3441830157" sldId="327"/>
            <ac:spMk id="8195" creationId="{7C2FEABE-CC9D-A03A-6442-90E314FCA5ED}"/>
          </ac:spMkLst>
        </pc:spChg>
        <pc:picChg chg="add mod">
          <ac:chgData name="Lê Ngọc Lành" userId="8e0c50ca425b090c" providerId="LiveId" clId="{3598AC43-F96F-4B7B-9753-863815C9274C}" dt="2026-04-02T00:25:57.691" v="2736" actId="1076"/>
          <ac:picMkLst>
            <pc:docMk/>
            <pc:sldMk cId="3441830157" sldId="327"/>
            <ac:picMk id="6" creationId="{6FF59941-2B38-51EC-C29E-7E21EB157B4A}"/>
          </ac:picMkLst>
        </pc:picChg>
      </pc:sldChg>
      <pc:sldChg chg="addSp modSp add del mod ord">
        <pc:chgData name="Lê Ngọc Lành" userId="8e0c50ca425b090c" providerId="LiveId" clId="{3598AC43-F96F-4B7B-9753-863815C9274C}" dt="2026-04-01T05:46:09.130" v="1047" actId="47"/>
        <pc:sldMkLst>
          <pc:docMk/>
          <pc:sldMk cId="3723823929" sldId="328"/>
        </pc:sldMkLst>
        <pc:spChg chg="mod">
          <ac:chgData name="Lê Ngọc Lành" userId="8e0c50ca425b090c" providerId="LiveId" clId="{3598AC43-F96F-4B7B-9753-863815C9274C}" dt="2026-04-01T05:30:46.420" v="1044" actId="27636"/>
          <ac:spMkLst>
            <pc:docMk/>
            <pc:sldMk cId="3723823929" sldId="328"/>
            <ac:spMk id="2" creationId="{A1F92AFC-A4D7-A9C9-D593-9C8019159AAD}"/>
          </ac:spMkLst>
        </pc:spChg>
        <pc:spChg chg="mod">
          <ac:chgData name="Lê Ngọc Lành" userId="8e0c50ca425b090c" providerId="LiveId" clId="{3598AC43-F96F-4B7B-9753-863815C9274C}" dt="2026-04-01T05:26:02.908" v="1041" actId="27636"/>
          <ac:spMkLst>
            <pc:docMk/>
            <pc:sldMk cId="3723823929" sldId="328"/>
            <ac:spMk id="8195" creationId="{345035E5-C3F3-4A5F-6898-1A04DC4F4DB7}"/>
          </ac:spMkLst>
        </pc:spChg>
        <pc:picChg chg="add mod">
          <ac:chgData name="Lê Ngọc Lành" userId="8e0c50ca425b090c" providerId="LiveId" clId="{3598AC43-F96F-4B7B-9753-863815C9274C}" dt="2026-04-01T05:25:22.048" v="1033" actId="1076"/>
          <ac:picMkLst>
            <pc:docMk/>
            <pc:sldMk cId="3723823929" sldId="328"/>
            <ac:picMk id="4" creationId="{522D3D04-CEE0-C2E0-2357-78224F459964}"/>
          </ac:picMkLst>
        </pc:picChg>
        <pc:picChg chg="add mod">
          <ac:chgData name="Lê Ngọc Lành" userId="8e0c50ca425b090c" providerId="LiveId" clId="{3598AC43-F96F-4B7B-9753-863815C9274C}" dt="2026-04-01T05:25:25.225" v="1034" actId="1076"/>
          <ac:picMkLst>
            <pc:docMk/>
            <pc:sldMk cId="3723823929" sldId="328"/>
            <ac:picMk id="6" creationId="{BCF88252-BE87-D4D6-FCFD-55ED4BFBC54F}"/>
          </ac:picMkLst>
        </pc:picChg>
      </pc:sldChg>
      <pc:sldChg chg="addSp modSp add mod ord">
        <pc:chgData name="Lê Ngọc Lành" userId="8e0c50ca425b090c" providerId="LiveId" clId="{3598AC43-F96F-4B7B-9753-863815C9274C}" dt="2026-04-02T00:29:06.774" v="2760" actId="1076"/>
        <pc:sldMkLst>
          <pc:docMk/>
          <pc:sldMk cId="1487256777" sldId="329"/>
        </pc:sldMkLst>
        <pc:spChg chg="mod">
          <ac:chgData name="Lê Ngọc Lành" userId="8e0c50ca425b090c" providerId="LiveId" clId="{3598AC43-F96F-4B7B-9753-863815C9274C}" dt="2026-04-02T00:26:54.706" v="2742" actId="2711"/>
          <ac:spMkLst>
            <pc:docMk/>
            <pc:sldMk cId="1487256777" sldId="329"/>
            <ac:spMk id="2" creationId="{6B6457A0-A5D2-2135-C7CA-BE71E54D625F}"/>
          </ac:spMkLst>
        </pc:spChg>
        <pc:spChg chg="add mod">
          <ac:chgData name="Lê Ngọc Lành" userId="8e0c50ca425b090c" providerId="LiveId" clId="{3598AC43-F96F-4B7B-9753-863815C9274C}" dt="2026-04-02T00:27:14.049" v="2747" actId="20577"/>
          <ac:spMkLst>
            <pc:docMk/>
            <pc:sldMk cId="1487256777" sldId="329"/>
            <ac:spMk id="3" creationId="{A6C129EA-9DDF-7CBC-D14E-814EFFD5AF2B}"/>
          </ac:spMkLst>
        </pc:spChg>
        <pc:spChg chg="add mod">
          <ac:chgData name="Lê Ngọc Lành" userId="8e0c50ca425b090c" providerId="LiveId" clId="{3598AC43-F96F-4B7B-9753-863815C9274C}" dt="2026-04-02T00:29:06.774" v="2760" actId="1076"/>
          <ac:spMkLst>
            <pc:docMk/>
            <pc:sldMk cId="1487256777" sldId="329"/>
            <ac:spMk id="5" creationId="{BDF2C69F-B58D-A448-663A-C7298AFBF4A9}"/>
          </ac:spMkLst>
        </pc:spChg>
        <pc:spChg chg="add">
          <ac:chgData name="Lê Ngọc Lành" userId="8e0c50ca425b090c" providerId="LiveId" clId="{3598AC43-F96F-4B7B-9753-863815C9274C}" dt="2026-04-02T00:28:31.830" v="2753"/>
          <ac:spMkLst>
            <pc:docMk/>
            <pc:sldMk cId="1487256777" sldId="329"/>
            <ac:spMk id="6" creationId="{FB978235-2E67-BAC4-677B-125ABBB7F2C9}"/>
          </ac:spMkLst>
        </pc:spChg>
        <pc:spChg chg="mod">
          <ac:chgData name="Lê Ngọc Lành" userId="8e0c50ca425b090c" providerId="LiveId" clId="{3598AC43-F96F-4B7B-9753-863815C9274C}" dt="2026-04-02T00:27:34.666" v="2751" actId="14100"/>
          <ac:spMkLst>
            <pc:docMk/>
            <pc:sldMk cId="1487256777" sldId="329"/>
            <ac:spMk id="8195" creationId="{22C48A8A-E865-2A30-F508-CD1D02D1E837}"/>
          </ac:spMkLst>
        </pc:spChg>
        <pc:picChg chg="add mod">
          <ac:chgData name="Lê Ngọc Lành" userId="8e0c50ca425b090c" providerId="LiveId" clId="{3598AC43-F96F-4B7B-9753-863815C9274C}" dt="2026-04-02T00:12:17.608" v="2632" actId="1076"/>
          <ac:picMkLst>
            <pc:docMk/>
            <pc:sldMk cId="1487256777" sldId="329"/>
            <ac:picMk id="4" creationId="{C6FD49EC-9D1C-BA20-0709-B516157E3046}"/>
          </ac:picMkLst>
        </pc:picChg>
      </pc:sldChg>
      <pc:sldChg chg="addSp modSp add mod ord">
        <pc:chgData name="Lê Ngọc Lành" userId="8e0c50ca425b090c" providerId="LiveId" clId="{3598AC43-F96F-4B7B-9753-863815C9274C}" dt="2026-04-02T00:31:23.163" v="2773" actId="14100"/>
        <pc:sldMkLst>
          <pc:docMk/>
          <pc:sldMk cId="2677918214" sldId="330"/>
        </pc:sldMkLst>
        <pc:spChg chg="mod">
          <ac:chgData name="Lê Ngọc Lành" userId="8e0c50ca425b090c" providerId="LiveId" clId="{3598AC43-F96F-4B7B-9753-863815C9274C}" dt="2026-04-01T06:13:37.275" v="1136" actId="2711"/>
          <ac:spMkLst>
            <pc:docMk/>
            <pc:sldMk cId="2677918214" sldId="330"/>
            <ac:spMk id="2" creationId="{D96F0DCA-3549-F734-6DC2-778B869770CB}"/>
          </ac:spMkLst>
        </pc:spChg>
        <pc:spChg chg="add mod">
          <ac:chgData name="Lê Ngọc Lành" userId="8e0c50ca425b090c" providerId="LiveId" clId="{3598AC43-F96F-4B7B-9753-863815C9274C}" dt="2026-04-02T00:31:23.163" v="2773" actId="14100"/>
          <ac:spMkLst>
            <pc:docMk/>
            <pc:sldMk cId="2677918214" sldId="330"/>
            <ac:spMk id="3" creationId="{741748D7-84A7-C7EF-89AC-CA34BAC1CAE2}"/>
          </ac:spMkLst>
        </pc:spChg>
        <pc:spChg chg="add">
          <ac:chgData name="Lê Ngọc Lành" userId="8e0c50ca425b090c" providerId="LiveId" clId="{3598AC43-F96F-4B7B-9753-863815C9274C}" dt="2026-04-02T00:30:48.747" v="2767"/>
          <ac:spMkLst>
            <pc:docMk/>
            <pc:sldMk cId="2677918214" sldId="330"/>
            <ac:spMk id="4" creationId="{1FB2F897-E4A5-0E39-EBAD-65B13D4F4727}"/>
          </ac:spMkLst>
        </pc:spChg>
        <pc:spChg chg="mod">
          <ac:chgData name="Lê Ngọc Lành" userId="8e0c50ca425b090c" providerId="LiveId" clId="{3598AC43-F96F-4B7B-9753-863815C9274C}" dt="2026-04-02T00:29:58.864" v="2764" actId="14100"/>
          <ac:spMkLst>
            <pc:docMk/>
            <pc:sldMk cId="2677918214" sldId="330"/>
            <ac:spMk id="8195" creationId="{8286C310-B7B6-DAB5-C048-AB31F127D85A}"/>
          </ac:spMkLst>
        </pc:spChg>
      </pc:sldChg>
      <pc:sldChg chg="modSp add mod">
        <pc:chgData name="Lê Ngọc Lành" userId="8e0c50ca425b090c" providerId="LiveId" clId="{3598AC43-F96F-4B7B-9753-863815C9274C}" dt="2026-04-01T06:35:22.410" v="1263" actId="2711"/>
        <pc:sldMkLst>
          <pc:docMk/>
          <pc:sldMk cId="173482862" sldId="331"/>
        </pc:sldMkLst>
        <pc:spChg chg="mod">
          <ac:chgData name="Lê Ngọc Lành" userId="8e0c50ca425b090c" providerId="LiveId" clId="{3598AC43-F96F-4B7B-9753-863815C9274C}" dt="2026-04-01T06:35:17.635" v="1262" actId="2711"/>
          <ac:spMkLst>
            <pc:docMk/>
            <pc:sldMk cId="173482862" sldId="331"/>
            <ac:spMk id="2" creationId="{3B67A104-CE8E-2D92-34AD-863E9AD222F3}"/>
          </ac:spMkLst>
        </pc:spChg>
        <pc:spChg chg="mod">
          <ac:chgData name="Lê Ngọc Lành" userId="8e0c50ca425b090c" providerId="LiveId" clId="{3598AC43-F96F-4B7B-9753-863815C9274C}" dt="2026-04-01T06:35:22.410" v="1263" actId="2711"/>
          <ac:spMkLst>
            <pc:docMk/>
            <pc:sldMk cId="173482862" sldId="331"/>
            <ac:spMk id="8195" creationId="{58F3B3AF-D428-2A42-F71D-60BF71B25F50}"/>
          </ac:spMkLst>
        </pc:spChg>
      </pc:sldChg>
      <pc:sldChg chg="modSp add mod">
        <pc:chgData name="Lê Ngọc Lành" userId="8e0c50ca425b090c" providerId="LiveId" clId="{3598AC43-F96F-4B7B-9753-863815C9274C}" dt="2026-04-01T06:35:10.109" v="1261" actId="2711"/>
        <pc:sldMkLst>
          <pc:docMk/>
          <pc:sldMk cId="1854910157" sldId="332"/>
        </pc:sldMkLst>
        <pc:spChg chg="mod">
          <ac:chgData name="Lê Ngọc Lành" userId="8e0c50ca425b090c" providerId="LiveId" clId="{3598AC43-F96F-4B7B-9753-863815C9274C}" dt="2026-04-01T06:35:05.733" v="1260" actId="2711"/>
          <ac:spMkLst>
            <pc:docMk/>
            <pc:sldMk cId="1854910157" sldId="332"/>
            <ac:spMk id="2" creationId="{CD99BA56-35B5-655A-CB6D-D8BA85B8A65D}"/>
          </ac:spMkLst>
        </pc:spChg>
        <pc:spChg chg="mod">
          <ac:chgData name="Lê Ngọc Lành" userId="8e0c50ca425b090c" providerId="LiveId" clId="{3598AC43-F96F-4B7B-9753-863815C9274C}" dt="2026-04-01T06:35:10.109" v="1261" actId="2711"/>
          <ac:spMkLst>
            <pc:docMk/>
            <pc:sldMk cId="1854910157" sldId="332"/>
            <ac:spMk id="8195" creationId="{1028ADA0-C394-24A6-CBDD-3420A3B50F58}"/>
          </ac:spMkLst>
        </pc:spChg>
      </pc:sldChg>
      <pc:sldChg chg="modSp add del mod ord">
        <pc:chgData name="Lê Ngọc Lành" userId="8e0c50ca425b090c" providerId="LiveId" clId="{3598AC43-F96F-4B7B-9753-863815C9274C}" dt="2026-04-02T00:52:14.410" v="2997" actId="47"/>
        <pc:sldMkLst>
          <pc:docMk/>
          <pc:sldMk cId="1702011499" sldId="333"/>
        </pc:sldMkLst>
        <pc:spChg chg="mod">
          <ac:chgData name="Lê Ngọc Lành" userId="8e0c50ca425b090c" providerId="LiveId" clId="{3598AC43-F96F-4B7B-9753-863815C9274C}" dt="2026-04-01T17:14:52.956" v="1614" actId="21"/>
          <ac:spMkLst>
            <pc:docMk/>
            <pc:sldMk cId="1702011499" sldId="333"/>
            <ac:spMk id="8195" creationId="{8C9F7BA8-EF4D-A6DB-5D4F-AECCB4C103DC}"/>
          </ac:spMkLst>
        </pc:spChg>
      </pc:sldChg>
      <pc:sldChg chg="modSp add del mod">
        <pc:chgData name="Lê Ngọc Lành" userId="8e0c50ca425b090c" providerId="LiveId" clId="{3598AC43-F96F-4B7B-9753-863815C9274C}" dt="2026-04-01T09:19:12.975" v="1341" actId="47"/>
        <pc:sldMkLst>
          <pc:docMk/>
          <pc:sldMk cId="2630085716" sldId="334"/>
        </pc:sldMkLst>
      </pc:sldChg>
      <pc:sldChg chg="modSp add del mod">
        <pc:chgData name="Lê Ngọc Lành" userId="8e0c50ca425b090c" providerId="LiveId" clId="{3598AC43-F96F-4B7B-9753-863815C9274C}" dt="2026-04-01T09:27:14.369" v="1371" actId="47"/>
        <pc:sldMkLst>
          <pc:docMk/>
          <pc:sldMk cId="4291253755" sldId="335"/>
        </pc:sldMkLst>
      </pc:sldChg>
      <pc:sldChg chg="addSp delSp modSp add mod ord">
        <pc:chgData name="Lê Ngọc Lành" userId="8e0c50ca425b090c" providerId="LiveId" clId="{3598AC43-F96F-4B7B-9753-863815C9274C}" dt="2026-04-02T00:33:52.305" v="2790" actId="478"/>
        <pc:sldMkLst>
          <pc:docMk/>
          <pc:sldMk cId="3115683709" sldId="336"/>
        </pc:sldMkLst>
        <pc:spChg chg="mod">
          <ac:chgData name="Lê Ngọc Lành" userId="8e0c50ca425b090c" providerId="LiveId" clId="{3598AC43-F96F-4B7B-9753-863815C9274C}" dt="2026-04-02T00:32:45.382" v="2782" actId="27636"/>
          <ac:spMkLst>
            <pc:docMk/>
            <pc:sldMk cId="3115683709" sldId="336"/>
            <ac:spMk id="2" creationId="{092665CD-8A59-E068-4720-F0A51788CFB9}"/>
          </ac:spMkLst>
        </pc:spChg>
        <pc:spChg chg="add mod">
          <ac:chgData name="Lê Ngọc Lành" userId="8e0c50ca425b090c" providerId="LiveId" clId="{3598AC43-F96F-4B7B-9753-863815C9274C}" dt="2026-04-02T00:32:30.432" v="2780" actId="1076"/>
          <ac:spMkLst>
            <pc:docMk/>
            <pc:sldMk cId="3115683709" sldId="336"/>
            <ac:spMk id="3" creationId="{881A308A-172C-0EC9-762C-DF229F9B7127}"/>
          </ac:spMkLst>
        </pc:spChg>
        <pc:spChg chg="del mod">
          <ac:chgData name="Lê Ngọc Lành" userId="8e0c50ca425b090c" providerId="LiveId" clId="{3598AC43-F96F-4B7B-9753-863815C9274C}" dt="2026-04-02T00:33:52.305" v="2790" actId="478"/>
          <ac:spMkLst>
            <pc:docMk/>
            <pc:sldMk cId="3115683709" sldId="336"/>
            <ac:spMk id="8195" creationId="{CA7FEB09-B3B5-FA30-DDB5-0E8B9874EDBC}"/>
          </ac:spMkLst>
        </pc:spChg>
        <pc:graphicFrameChg chg="add mod">
          <ac:chgData name="Lê Ngọc Lành" userId="8e0c50ca425b090c" providerId="LiveId" clId="{3598AC43-F96F-4B7B-9753-863815C9274C}" dt="2026-04-01T16:08:12.279" v="1405"/>
          <ac:graphicFrameMkLst>
            <pc:docMk/>
            <pc:sldMk cId="3115683709" sldId="336"/>
            <ac:graphicFrameMk id="3" creationId="{3081C91A-F84B-764B-0567-D57F27998132}"/>
          </ac:graphicFrameMkLst>
        </pc:graphicFrameChg>
        <pc:graphicFrameChg chg="add del mod modGraphic">
          <ac:chgData name="Lê Ngọc Lành" userId="8e0c50ca425b090c" providerId="LiveId" clId="{3598AC43-F96F-4B7B-9753-863815C9274C}" dt="2026-04-01T09:26:00.589" v="1365" actId="478"/>
          <ac:graphicFrameMkLst>
            <pc:docMk/>
            <pc:sldMk cId="3115683709" sldId="336"/>
            <ac:graphicFrameMk id="3" creationId="{5A5A587D-EB57-1F50-7A47-2F232B262D04}"/>
          </ac:graphicFrameMkLst>
        </pc:graphicFrameChg>
        <pc:graphicFrameChg chg="add del mod modGraphic">
          <ac:chgData name="Lê Ngọc Lành" userId="8e0c50ca425b090c" providerId="LiveId" clId="{3598AC43-F96F-4B7B-9753-863815C9274C}" dt="2026-04-01T15:25:35.958" v="1384" actId="478"/>
          <ac:graphicFrameMkLst>
            <pc:docMk/>
            <pc:sldMk cId="3115683709" sldId="336"/>
            <ac:graphicFrameMk id="4" creationId="{74DD7C46-094E-8936-A2DF-B77D74BC0F9D}"/>
          </ac:graphicFrameMkLst>
        </pc:graphicFrameChg>
        <pc:graphicFrameChg chg="add mod modGraphic">
          <ac:chgData name="Lê Ngọc Lành" userId="8e0c50ca425b090c" providerId="LiveId" clId="{3598AC43-F96F-4B7B-9753-863815C9274C}" dt="2026-04-02T00:12:41.012" v="2636" actId="1076"/>
          <ac:graphicFrameMkLst>
            <pc:docMk/>
            <pc:sldMk cId="3115683709" sldId="336"/>
            <ac:graphicFrameMk id="5" creationId="{539A7611-5FD1-71FB-D952-8A9CFA78A886}"/>
          </ac:graphicFrameMkLst>
        </pc:graphicFrameChg>
      </pc:sldChg>
      <pc:sldChg chg="addSp delSp modSp add del mod">
        <pc:chgData name="Lê Ngọc Lành" userId="8e0c50ca425b090c" providerId="LiveId" clId="{3598AC43-F96F-4B7B-9753-863815C9274C}" dt="2026-04-01T15:26:16.802" v="1386" actId="47"/>
        <pc:sldMkLst>
          <pc:docMk/>
          <pc:sldMk cId="1999176405" sldId="337"/>
        </pc:sldMkLst>
        <pc:spChg chg="mod">
          <ac:chgData name="Lê Ngọc Lành" userId="8e0c50ca425b090c" providerId="LiveId" clId="{3598AC43-F96F-4B7B-9753-863815C9274C}" dt="2026-04-01T09:35:17.168" v="1376"/>
          <ac:spMkLst>
            <pc:docMk/>
            <pc:sldMk cId="1999176405" sldId="337"/>
            <ac:spMk id="8195" creationId="{9E8110D9-3739-E8A2-9175-C542DE1FF309}"/>
          </ac:spMkLst>
        </pc:spChg>
        <pc:graphicFrameChg chg="add mod modGraphic">
          <ac:chgData name="Lê Ngọc Lành" userId="8e0c50ca425b090c" providerId="LiveId" clId="{3598AC43-F96F-4B7B-9753-863815C9274C}" dt="2026-04-01T09:36:06.082" v="1383" actId="1076"/>
          <ac:graphicFrameMkLst>
            <pc:docMk/>
            <pc:sldMk cId="1999176405" sldId="337"/>
            <ac:graphicFrameMk id="5" creationId="{8785A133-29A5-3603-8313-028521ACBFC2}"/>
          </ac:graphicFrameMkLst>
        </pc:graphicFrameChg>
        <pc:picChg chg="add del">
          <ac:chgData name="Lê Ngọc Lành" userId="8e0c50ca425b090c" providerId="LiveId" clId="{3598AC43-F96F-4B7B-9753-863815C9274C}" dt="2026-04-01T09:35:30.435" v="1378" actId="22"/>
          <ac:picMkLst>
            <pc:docMk/>
            <pc:sldMk cId="1999176405" sldId="337"/>
            <ac:picMk id="4" creationId="{5285B645-DBF4-D807-DD43-BA1B30C9AA0C}"/>
          </ac:picMkLst>
        </pc:picChg>
      </pc:sldChg>
      <pc:sldChg chg="modSp add del mod">
        <pc:chgData name="Lê Ngọc Lành" userId="8e0c50ca425b090c" providerId="LiveId" clId="{3598AC43-F96F-4B7B-9753-863815C9274C}" dt="2026-04-01T15:26:18.366" v="1387" actId="47"/>
        <pc:sldMkLst>
          <pc:docMk/>
          <pc:sldMk cId="2747068399" sldId="338"/>
        </pc:sldMkLst>
      </pc:sldChg>
      <pc:sldChg chg="modSp add del mod">
        <pc:chgData name="Lê Ngọc Lành" userId="8e0c50ca425b090c" providerId="LiveId" clId="{3598AC43-F96F-4B7B-9753-863815C9274C}" dt="2026-04-01T15:26:21.318" v="1389" actId="47"/>
        <pc:sldMkLst>
          <pc:docMk/>
          <pc:sldMk cId="2863255512" sldId="339"/>
        </pc:sldMkLst>
      </pc:sldChg>
      <pc:sldChg chg="modSp add del">
        <pc:chgData name="Lê Ngọc Lành" userId="8e0c50ca425b090c" providerId="LiveId" clId="{3598AC43-F96F-4B7B-9753-863815C9274C}" dt="2026-04-02T00:53:10.034" v="3039" actId="47"/>
        <pc:sldMkLst>
          <pc:docMk/>
          <pc:sldMk cId="1791827393" sldId="340"/>
        </pc:sldMkLst>
      </pc:sldChg>
      <pc:sldChg chg="addSp delSp modSp add mod">
        <pc:chgData name="Lê Ngọc Lành" userId="8e0c50ca425b090c" providerId="LiveId" clId="{3598AC43-F96F-4B7B-9753-863815C9274C}" dt="2026-04-02T00:50:37.695" v="2986" actId="2711"/>
        <pc:sldMkLst>
          <pc:docMk/>
          <pc:sldMk cId="3065140746" sldId="341"/>
        </pc:sldMkLst>
        <pc:spChg chg="mod">
          <ac:chgData name="Lê Ngọc Lành" userId="8e0c50ca425b090c" providerId="LiveId" clId="{3598AC43-F96F-4B7B-9753-863815C9274C}" dt="2026-04-02T00:50:37.695" v="2986" actId="2711"/>
          <ac:spMkLst>
            <pc:docMk/>
            <pc:sldMk cId="3065140746" sldId="341"/>
            <ac:spMk id="2" creationId="{E2FC930C-E98D-0A8F-0800-1BD1B48C4FE6}"/>
          </ac:spMkLst>
        </pc:spChg>
        <pc:spChg chg="add del mod">
          <ac:chgData name="Lê Ngọc Lành" userId="8e0c50ca425b090c" providerId="LiveId" clId="{3598AC43-F96F-4B7B-9753-863815C9274C}" dt="2026-03-31T10:22:28.857" v="534"/>
          <ac:spMkLst>
            <pc:docMk/>
            <pc:sldMk cId="3065140746" sldId="341"/>
            <ac:spMk id="8195" creationId="{01303212-8482-704A-1772-AC0F83021D2D}"/>
          </ac:spMkLst>
        </pc:spChg>
      </pc:sldChg>
      <pc:sldChg chg="modSp add del mod">
        <pc:chgData name="Lê Ngọc Lành" userId="8e0c50ca425b090c" providerId="LiveId" clId="{3598AC43-F96F-4B7B-9753-863815C9274C}" dt="2026-04-01T22:50:33.895" v="1929" actId="47"/>
        <pc:sldMkLst>
          <pc:docMk/>
          <pc:sldMk cId="1749331491" sldId="342"/>
        </pc:sldMkLst>
      </pc:sldChg>
      <pc:sldChg chg="addSp delSp modSp add mod">
        <pc:chgData name="Lê Ngọc Lành" userId="8e0c50ca425b090c" providerId="LiveId" clId="{3598AC43-F96F-4B7B-9753-863815C9274C}" dt="2026-04-02T00:37:37.791" v="2843" actId="1076"/>
        <pc:sldMkLst>
          <pc:docMk/>
          <pc:sldMk cId="2143120179" sldId="343"/>
        </pc:sldMkLst>
        <pc:spChg chg="mod">
          <ac:chgData name="Lê Ngọc Lành" userId="8e0c50ca425b090c" providerId="LiveId" clId="{3598AC43-F96F-4B7B-9753-863815C9274C}" dt="2026-04-02T00:37:37.791" v="2843" actId="1076"/>
          <ac:spMkLst>
            <pc:docMk/>
            <pc:sldMk cId="2143120179" sldId="343"/>
            <ac:spMk id="2" creationId="{524AF370-DEFB-5F85-61B3-4197274F6D7C}"/>
          </ac:spMkLst>
        </pc:spChg>
        <pc:spChg chg="add del mod">
          <ac:chgData name="Lê Ngọc Lành" userId="8e0c50ca425b090c" providerId="LiveId" clId="{3598AC43-F96F-4B7B-9753-863815C9274C}" dt="2026-04-01T22:45:20.817" v="1914" actId="478"/>
          <ac:spMkLst>
            <pc:docMk/>
            <pc:sldMk cId="2143120179" sldId="343"/>
            <ac:spMk id="4" creationId="{8A99D39A-3BEF-D3B8-131D-879E7BF401B3}"/>
          </ac:spMkLst>
        </pc:spChg>
        <pc:spChg chg="add mod">
          <ac:chgData name="Lê Ngọc Lành" userId="8e0c50ca425b090c" providerId="LiveId" clId="{3598AC43-F96F-4B7B-9753-863815C9274C}" dt="2026-04-02T00:37:19.755" v="2840" actId="122"/>
          <ac:spMkLst>
            <pc:docMk/>
            <pc:sldMk cId="2143120179" sldId="343"/>
            <ac:spMk id="9" creationId="{FD6D3C1A-5FE1-C75D-3BEB-4C9E2A47AC2C}"/>
          </ac:spMkLst>
        </pc:spChg>
        <pc:spChg chg="add del mod">
          <ac:chgData name="Lê Ngọc Lành" userId="8e0c50ca425b090c" providerId="LiveId" clId="{3598AC43-F96F-4B7B-9753-863815C9274C}" dt="2026-04-02T00:03:05.956" v="2588" actId="1076"/>
          <ac:spMkLst>
            <pc:docMk/>
            <pc:sldMk cId="2143120179" sldId="343"/>
            <ac:spMk id="8195" creationId="{06B7B12F-0683-DCD9-663B-8156318B9094}"/>
          </ac:spMkLst>
        </pc:spChg>
        <pc:picChg chg="add del mod">
          <ac:chgData name="Lê Ngọc Lành" userId="8e0c50ca425b090c" providerId="LiveId" clId="{3598AC43-F96F-4B7B-9753-863815C9274C}" dt="2026-04-01T22:45:58.877" v="1918" actId="478"/>
          <ac:picMkLst>
            <pc:docMk/>
            <pc:sldMk cId="2143120179" sldId="343"/>
            <ac:picMk id="6" creationId="{F56FA449-32B3-C018-3FBB-B6CAE1EF6167}"/>
          </ac:picMkLst>
        </pc:picChg>
        <pc:picChg chg="add mod">
          <ac:chgData name="Lê Ngọc Lành" userId="8e0c50ca425b090c" providerId="LiveId" clId="{3598AC43-F96F-4B7B-9753-863815C9274C}" dt="2026-04-02T00:03:08.925" v="2589" actId="1076"/>
          <ac:picMkLst>
            <pc:docMk/>
            <pc:sldMk cId="2143120179" sldId="343"/>
            <ac:picMk id="8" creationId="{EE3F910F-153E-7115-8C47-5F72932A488A}"/>
          </ac:picMkLst>
        </pc:picChg>
      </pc:sldChg>
      <pc:sldChg chg="addSp modSp add del mod">
        <pc:chgData name="Lê Ngọc Lành" userId="8e0c50ca425b090c" providerId="LiveId" clId="{3598AC43-F96F-4B7B-9753-863815C9274C}" dt="2026-04-01T22:43:42.433" v="1849" actId="47"/>
        <pc:sldMkLst>
          <pc:docMk/>
          <pc:sldMk cId="2312486282" sldId="344"/>
        </pc:sldMkLst>
      </pc:sldChg>
      <pc:sldChg chg="modSp add del">
        <pc:chgData name="Lê Ngọc Lành" userId="8e0c50ca425b090c" providerId="LiveId" clId="{3598AC43-F96F-4B7B-9753-863815C9274C}" dt="2026-04-01T23:16:26.120" v="2141" actId="47"/>
        <pc:sldMkLst>
          <pc:docMk/>
          <pc:sldMk cId="86889666" sldId="345"/>
        </pc:sldMkLst>
      </pc:sldChg>
      <pc:sldChg chg="addSp delSp modSp add mod">
        <pc:chgData name="Lê Ngọc Lành" userId="8e0c50ca425b090c" providerId="LiveId" clId="{3598AC43-F96F-4B7B-9753-863815C9274C}" dt="2026-04-02T00:48:56.361" v="2973" actId="27636"/>
        <pc:sldMkLst>
          <pc:docMk/>
          <pc:sldMk cId="623457900" sldId="346"/>
        </pc:sldMkLst>
        <pc:spChg chg="mod">
          <ac:chgData name="Lê Ngọc Lành" userId="8e0c50ca425b090c" providerId="LiveId" clId="{3598AC43-F96F-4B7B-9753-863815C9274C}" dt="2026-04-02T00:48:56.361" v="2973" actId="27636"/>
          <ac:spMkLst>
            <pc:docMk/>
            <pc:sldMk cId="623457900" sldId="346"/>
            <ac:spMk id="2" creationId="{676FA6FB-6963-2E86-38F6-E00C1B539360}"/>
          </ac:spMkLst>
        </pc:spChg>
        <pc:spChg chg="add mod">
          <ac:chgData name="Lê Ngọc Lành" userId="8e0c50ca425b090c" providerId="LiveId" clId="{3598AC43-F96F-4B7B-9753-863815C9274C}" dt="2026-04-02T00:45:16.786" v="2918" actId="1076"/>
          <ac:spMkLst>
            <pc:docMk/>
            <pc:sldMk cId="623457900" sldId="346"/>
            <ac:spMk id="5" creationId="{DC41FB6B-E13D-AA30-218B-EC5894C6D23C}"/>
          </ac:spMkLst>
        </pc:spChg>
        <pc:spChg chg="del mod">
          <ac:chgData name="Lê Ngọc Lành" userId="8e0c50ca425b090c" providerId="LiveId" clId="{3598AC43-F96F-4B7B-9753-863815C9274C}" dt="2026-04-02T00:44:54.409" v="2913" actId="478"/>
          <ac:spMkLst>
            <pc:docMk/>
            <pc:sldMk cId="623457900" sldId="346"/>
            <ac:spMk id="8195" creationId="{353807C9-2BAF-CC78-54A2-4EB774D29CBA}"/>
          </ac:spMkLst>
        </pc:spChg>
        <pc:graphicFrameChg chg="add del">
          <ac:chgData name="Lê Ngọc Lành" userId="8e0c50ca425b090c" providerId="LiveId" clId="{3598AC43-F96F-4B7B-9753-863815C9274C}" dt="2026-04-01T23:19:48.180" v="2146" actId="3680"/>
          <ac:graphicFrameMkLst>
            <pc:docMk/>
            <pc:sldMk cId="623457900" sldId="346"/>
            <ac:graphicFrameMk id="3" creationId="{1C6EE9EE-6A1E-489C-40B1-40B5AFB8F8C4}"/>
          </ac:graphicFrameMkLst>
        </pc:graphicFrameChg>
        <pc:graphicFrameChg chg="add mod modGraphic">
          <ac:chgData name="Lê Ngọc Lành" userId="8e0c50ca425b090c" providerId="LiveId" clId="{3598AC43-F96F-4B7B-9753-863815C9274C}" dt="2026-04-02T00:46:08.475" v="2932" actId="948"/>
          <ac:graphicFrameMkLst>
            <pc:docMk/>
            <pc:sldMk cId="623457900" sldId="346"/>
            <ac:graphicFrameMk id="4" creationId="{67D50554-C98D-5D76-B132-5A28D8EED329}"/>
          </ac:graphicFrameMkLst>
        </pc:graphicFrameChg>
      </pc:sldChg>
      <pc:sldChg chg="addSp delSp modSp add mod ord">
        <pc:chgData name="Lê Ngọc Lành" userId="8e0c50ca425b090c" providerId="LiveId" clId="{3598AC43-F96F-4B7B-9753-863815C9274C}" dt="2026-04-02T00:44:12.474" v="2903" actId="20577"/>
        <pc:sldMkLst>
          <pc:docMk/>
          <pc:sldMk cId="1255124363" sldId="347"/>
        </pc:sldMkLst>
        <pc:spChg chg="mod">
          <ac:chgData name="Lê Ngọc Lành" userId="8e0c50ca425b090c" providerId="LiveId" clId="{3598AC43-F96F-4B7B-9753-863815C9274C}" dt="2026-04-02T00:39:30.785" v="2865" actId="1076"/>
          <ac:spMkLst>
            <pc:docMk/>
            <pc:sldMk cId="1255124363" sldId="347"/>
            <ac:spMk id="2" creationId="{439A40F5-2E18-BD1E-8B96-488371DDAB74}"/>
          </ac:spMkLst>
        </pc:spChg>
        <pc:spChg chg="add mod">
          <ac:chgData name="Lê Ngọc Lành" userId="8e0c50ca425b090c" providerId="LiveId" clId="{3598AC43-F96F-4B7B-9753-863815C9274C}" dt="2026-04-02T00:39:21.090" v="2863" actId="1076"/>
          <ac:spMkLst>
            <pc:docMk/>
            <pc:sldMk cId="1255124363" sldId="347"/>
            <ac:spMk id="6" creationId="{FC56EC0F-3763-B1FB-A3C7-1E4F149A5667}"/>
          </ac:spMkLst>
        </pc:spChg>
        <pc:spChg chg="add mod">
          <ac:chgData name="Lê Ngọc Lành" userId="8e0c50ca425b090c" providerId="LiveId" clId="{3598AC43-F96F-4B7B-9753-863815C9274C}" dt="2026-04-02T00:44:12.474" v="2903" actId="20577"/>
          <ac:spMkLst>
            <pc:docMk/>
            <pc:sldMk cId="1255124363" sldId="347"/>
            <ac:spMk id="7" creationId="{31D7C8F1-2A4A-4DB6-86F5-9EF6C7575355}"/>
          </ac:spMkLst>
        </pc:spChg>
        <pc:spChg chg="add del mod">
          <ac:chgData name="Lê Ngọc Lành" userId="8e0c50ca425b090c" providerId="LiveId" clId="{3598AC43-F96F-4B7B-9753-863815C9274C}" dt="2026-04-02T00:39:15.051" v="2862" actId="478"/>
          <ac:spMkLst>
            <pc:docMk/>
            <pc:sldMk cId="1255124363" sldId="347"/>
            <ac:spMk id="8195" creationId="{F070C9FA-2EE5-0561-EC1B-3E2DCC5BC1BB}"/>
          </ac:spMkLst>
        </pc:spChg>
        <pc:graphicFrameChg chg="add mod modGraphic">
          <ac:chgData name="Lê Ngọc Lành" userId="8e0c50ca425b090c" providerId="LiveId" clId="{3598AC43-F96F-4B7B-9753-863815C9274C}" dt="2026-04-02T00:39:10.031" v="2861" actId="1076"/>
          <ac:graphicFrameMkLst>
            <pc:docMk/>
            <pc:sldMk cId="1255124363" sldId="347"/>
            <ac:graphicFrameMk id="3" creationId="{12A4C35B-D8F6-82F9-5E9F-302EDADB92F6}"/>
          </ac:graphicFrameMkLst>
        </pc:graphicFrameChg>
        <pc:picChg chg="add mod modCrop">
          <ac:chgData name="Lê Ngọc Lành" userId="8e0c50ca425b090c" providerId="LiveId" clId="{3598AC43-F96F-4B7B-9753-863815C9274C}" dt="2026-04-02T00:40:49.774" v="2876" actId="1076"/>
          <ac:picMkLst>
            <pc:docMk/>
            <pc:sldMk cId="1255124363" sldId="347"/>
            <ac:picMk id="5" creationId="{3CF8F1D5-3F4B-655B-5F14-17D5A50DEA3A}"/>
          </ac:picMkLst>
        </pc:picChg>
      </pc:sldChg>
      <pc:sldChg chg="addSp delSp modSp add mod ord">
        <pc:chgData name="Lê Ngọc Lành" userId="8e0c50ca425b090c" providerId="LiveId" clId="{3598AC43-F96F-4B7B-9753-863815C9274C}" dt="2026-04-02T00:40:03.840" v="2872" actId="2711"/>
        <pc:sldMkLst>
          <pc:docMk/>
          <pc:sldMk cId="1106708716" sldId="348"/>
        </pc:sldMkLst>
        <pc:spChg chg="mod">
          <ac:chgData name="Lê Ngọc Lành" userId="8e0c50ca425b090c" providerId="LiveId" clId="{3598AC43-F96F-4B7B-9753-863815C9274C}" dt="2026-04-02T00:40:03.840" v="2872" actId="2711"/>
          <ac:spMkLst>
            <pc:docMk/>
            <pc:sldMk cId="1106708716" sldId="348"/>
            <ac:spMk id="2" creationId="{23F8B4DE-8E66-4782-9AEF-4770FCED47C7}"/>
          </ac:spMkLst>
        </pc:spChg>
        <pc:spChg chg="add mod">
          <ac:chgData name="Lê Ngọc Lành" userId="8e0c50ca425b090c" providerId="LiveId" clId="{3598AC43-F96F-4B7B-9753-863815C9274C}" dt="2026-04-02T00:39:55.259" v="2871" actId="2711"/>
          <ac:spMkLst>
            <pc:docMk/>
            <pc:sldMk cId="1106708716" sldId="348"/>
            <ac:spMk id="4" creationId="{61F4C2C5-0035-1225-FB85-55F69D52D7C3}"/>
          </ac:spMkLst>
        </pc:spChg>
        <pc:spChg chg="del mod">
          <ac:chgData name="Lê Ngọc Lành" userId="8e0c50ca425b090c" providerId="LiveId" clId="{3598AC43-F96F-4B7B-9753-863815C9274C}" dt="2026-04-02T00:39:47.655" v="2867" actId="478"/>
          <ac:spMkLst>
            <pc:docMk/>
            <pc:sldMk cId="1106708716" sldId="348"/>
            <ac:spMk id="8195" creationId="{204D6D1A-625E-FB94-98B1-883F35D1D1FA}"/>
          </ac:spMkLst>
        </pc:spChg>
        <pc:graphicFrameChg chg="add mod modGraphic">
          <ac:chgData name="Lê Ngọc Lành" userId="8e0c50ca425b090c" providerId="LiveId" clId="{3598AC43-F96F-4B7B-9753-863815C9274C}" dt="2026-04-02T00:39:42.925" v="2866" actId="2711"/>
          <ac:graphicFrameMkLst>
            <pc:docMk/>
            <pc:sldMk cId="1106708716" sldId="348"/>
            <ac:graphicFrameMk id="3" creationId="{1E0A01C7-F41B-A755-5BBF-EB3903AF923C}"/>
          </ac:graphicFrameMkLst>
        </pc:graphicFrameChg>
      </pc:sldChg>
      <pc:sldChg chg="addSp delSp modSp add mod ord">
        <pc:chgData name="Lê Ngọc Lành" userId="8e0c50ca425b090c" providerId="LiveId" clId="{3598AC43-F96F-4B7B-9753-863815C9274C}" dt="2026-04-02T00:38:15.027" v="2851" actId="1076"/>
        <pc:sldMkLst>
          <pc:docMk/>
          <pc:sldMk cId="3625679810" sldId="349"/>
        </pc:sldMkLst>
        <pc:spChg chg="mod">
          <ac:chgData name="Lê Ngọc Lành" userId="8e0c50ca425b090c" providerId="LiveId" clId="{3598AC43-F96F-4B7B-9753-863815C9274C}" dt="2026-04-02T00:38:15.027" v="2851" actId="1076"/>
          <ac:spMkLst>
            <pc:docMk/>
            <pc:sldMk cId="3625679810" sldId="349"/>
            <ac:spMk id="2" creationId="{A3F07A90-9DDE-C82D-08ED-8A74494FFD05}"/>
          </ac:spMkLst>
        </pc:spChg>
        <pc:spChg chg="add mod">
          <ac:chgData name="Lê Ngọc Lành" userId="8e0c50ca425b090c" providerId="LiveId" clId="{3598AC43-F96F-4B7B-9753-863815C9274C}" dt="2026-04-01T23:25:17.778" v="2166" actId="767"/>
          <ac:spMkLst>
            <pc:docMk/>
            <pc:sldMk cId="3625679810" sldId="349"/>
            <ac:spMk id="4" creationId="{FEAEC313-B67C-9137-2E88-CB00741F3CE7}"/>
          </ac:spMkLst>
        </pc:spChg>
        <pc:spChg chg="add mod">
          <ac:chgData name="Lê Ngọc Lành" userId="8e0c50ca425b090c" providerId="LiveId" clId="{3598AC43-F96F-4B7B-9753-863815C9274C}" dt="2026-04-02T00:38:07.285" v="2849" actId="1076"/>
          <ac:spMkLst>
            <pc:docMk/>
            <pc:sldMk cId="3625679810" sldId="349"/>
            <ac:spMk id="5" creationId="{7953C2FA-3661-002A-CCB6-DFE49549CCC5}"/>
          </ac:spMkLst>
        </pc:spChg>
        <pc:spChg chg="del mod">
          <ac:chgData name="Lê Ngọc Lành" userId="8e0c50ca425b090c" providerId="LiveId" clId="{3598AC43-F96F-4B7B-9753-863815C9274C}" dt="2026-04-02T00:37:57.336" v="2848" actId="478"/>
          <ac:spMkLst>
            <pc:docMk/>
            <pc:sldMk cId="3625679810" sldId="349"/>
            <ac:spMk id="8195" creationId="{0F95C084-5DA7-6DD6-5D0C-2849C321466E}"/>
          </ac:spMkLst>
        </pc:spChg>
        <pc:graphicFrameChg chg="add mod modGraphic">
          <ac:chgData name="Lê Ngọc Lành" userId="8e0c50ca425b090c" providerId="LiveId" clId="{3598AC43-F96F-4B7B-9753-863815C9274C}" dt="2026-04-02T00:01:42.145" v="2577" actId="14734"/>
          <ac:graphicFrameMkLst>
            <pc:docMk/>
            <pc:sldMk cId="3625679810" sldId="349"/>
            <ac:graphicFrameMk id="3" creationId="{6DB1CE39-9383-733F-CE62-A06385326AC4}"/>
          </ac:graphicFrameMkLst>
        </pc:graphicFrameChg>
      </pc:sldChg>
      <pc:sldChg chg="modSp add del">
        <pc:chgData name="Lê Ngọc Lành" userId="8e0c50ca425b090c" providerId="LiveId" clId="{3598AC43-F96F-4B7B-9753-863815C9274C}" dt="2026-04-01T23:39:14.106" v="2273" actId="47"/>
        <pc:sldMkLst>
          <pc:docMk/>
          <pc:sldMk cId="1744873280" sldId="350"/>
        </pc:sldMkLst>
      </pc:sldChg>
      <pc:sldChg chg="modSp add del">
        <pc:chgData name="Lê Ngọc Lành" userId="8e0c50ca425b090c" providerId="LiveId" clId="{3598AC43-F96F-4B7B-9753-863815C9274C}" dt="2026-04-01T23:39:14.658" v="2274" actId="47"/>
        <pc:sldMkLst>
          <pc:docMk/>
          <pc:sldMk cId="2525814745" sldId="351"/>
        </pc:sldMkLst>
      </pc:sldChg>
      <pc:sldChg chg="modSp add del">
        <pc:chgData name="Lê Ngọc Lành" userId="8e0c50ca425b090c" providerId="LiveId" clId="{3598AC43-F96F-4B7B-9753-863815C9274C}" dt="2026-04-01T23:39:15.039" v="2275" actId="47"/>
        <pc:sldMkLst>
          <pc:docMk/>
          <pc:sldMk cId="4241207610" sldId="352"/>
        </pc:sldMkLst>
      </pc:sldChg>
      <pc:sldChg chg="modSp add del">
        <pc:chgData name="Lê Ngọc Lành" userId="8e0c50ca425b090c" providerId="LiveId" clId="{3598AC43-F96F-4B7B-9753-863815C9274C}" dt="2026-04-01T23:39:19.813" v="2277" actId="47"/>
        <pc:sldMkLst>
          <pc:docMk/>
          <pc:sldMk cId="3353134899" sldId="353"/>
        </pc:sldMkLst>
      </pc:sldChg>
      <pc:sldChg chg="addSp delSp modSp add del ord">
        <pc:chgData name="Lê Ngọc Lành" userId="8e0c50ca425b090c" providerId="LiveId" clId="{3598AC43-F96F-4B7B-9753-863815C9274C}" dt="2026-04-01T23:39:17.730" v="2276" actId="47"/>
        <pc:sldMkLst>
          <pc:docMk/>
          <pc:sldMk cId="1908760483" sldId="354"/>
        </pc:sldMkLst>
      </pc:sldChg>
      <pc:sldChg chg="addSp delSp modSp add mod">
        <pc:chgData name="Lê Ngọc Lành" userId="8e0c50ca425b090c" providerId="LiveId" clId="{3598AC43-F96F-4B7B-9753-863815C9274C}" dt="2026-04-02T00:49:31.037" v="2982" actId="1076"/>
        <pc:sldMkLst>
          <pc:docMk/>
          <pc:sldMk cId="3057364539" sldId="355"/>
        </pc:sldMkLst>
        <pc:spChg chg="mod">
          <ac:chgData name="Lê Ngọc Lành" userId="8e0c50ca425b090c" providerId="LiveId" clId="{3598AC43-F96F-4B7B-9753-863815C9274C}" dt="2026-04-02T00:49:07.143" v="2974" actId="14100"/>
          <ac:spMkLst>
            <pc:docMk/>
            <pc:sldMk cId="3057364539" sldId="355"/>
            <ac:spMk id="2" creationId="{FEA6AD2D-CEB7-1804-9DF3-478180D91596}"/>
          </ac:spMkLst>
        </pc:spChg>
        <pc:spChg chg="add mod">
          <ac:chgData name="Lê Ngọc Lành" userId="8e0c50ca425b090c" providerId="LiveId" clId="{3598AC43-F96F-4B7B-9753-863815C9274C}" dt="2026-04-02T00:49:23.533" v="2978" actId="1076"/>
          <ac:spMkLst>
            <pc:docMk/>
            <pc:sldMk cId="3057364539" sldId="355"/>
            <ac:spMk id="5" creationId="{40933D60-F266-3FD7-0E15-A0D8752892DE}"/>
          </ac:spMkLst>
        </pc:spChg>
        <pc:spChg chg="add mod">
          <ac:chgData name="Lê Ngọc Lành" userId="8e0c50ca425b090c" providerId="LiveId" clId="{3598AC43-F96F-4B7B-9753-863815C9274C}" dt="2026-04-02T00:49:31.037" v="2982" actId="1076"/>
          <ac:spMkLst>
            <pc:docMk/>
            <pc:sldMk cId="3057364539" sldId="355"/>
            <ac:spMk id="6" creationId="{33AD791C-BD23-3E45-8511-6F806BFDA9E5}"/>
          </ac:spMkLst>
        </pc:spChg>
        <pc:spChg chg="del">
          <ac:chgData name="Lê Ngọc Lành" userId="8e0c50ca425b090c" providerId="LiveId" clId="{3598AC43-F96F-4B7B-9753-863815C9274C}" dt="2026-04-02T00:48:27.568" v="2968" actId="478"/>
          <ac:spMkLst>
            <pc:docMk/>
            <pc:sldMk cId="3057364539" sldId="355"/>
            <ac:spMk id="8195" creationId="{FCFFD0FA-5C1E-73B0-F4D0-488289A691BF}"/>
          </ac:spMkLst>
        </pc:spChg>
        <pc:graphicFrameChg chg="add mod modGraphic">
          <ac:chgData name="Lê Ngọc Lành" userId="8e0c50ca425b090c" providerId="LiveId" clId="{3598AC43-F96F-4B7B-9753-863815C9274C}" dt="2026-04-01T23:45:17.087" v="2336" actId="1076"/>
          <ac:graphicFrameMkLst>
            <pc:docMk/>
            <pc:sldMk cId="3057364539" sldId="355"/>
            <ac:graphicFrameMk id="3" creationId="{10700621-6E3F-6485-94A1-9A6A17B50115}"/>
          </ac:graphicFrameMkLst>
        </pc:graphicFrameChg>
        <pc:graphicFrameChg chg="add mod modGraphic">
          <ac:chgData name="Lê Ngọc Lành" userId="8e0c50ca425b090c" providerId="LiveId" clId="{3598AC43-F96F-4B7B-9753-863815C9274C}" dt="2026-04-01T23:45:43.877" v="2340" actId="1076"/>
          <ac:graphicFrameMkLst>
            <pc:docMk/>
            <pc:sldMk cId="3057364539" sldId="355"/>
            <ac:graphicFrameMk id="4" creationId="{CD87ED00-3668-962E-10ED-442B71C3AEC3}"/>
          </ac:graphicFrameMkLst>
        </pc:graphicFrameChg>
      </pc:sldChg>
      <pc:sldChg chg="modSp add mod">
        <pc:chgData name="Lê Ngọc Lành" userId="8e0c50ca425b090c" providerId="LiveId" clId="{3598AC43-F96F-4B7B-9753-863815C9274C}" dt="2026-04-02T01:09:12.976" v="3082" actId="20577"/>
        <pc:sldMkLst>
          <pc:docMk/>
          <pc:sldMk cId="2592473561" sldId="356"/>
        </pc:sldMkLst>
        <pc:spChg chg="mod">
          <ac:chgData name="Lê Ngọc Lành" userId="8e0c50ca425b090c" providerId="LiveId" clId="{3598AC43-F96F-4B7B-9753-863815C9274C}" dt="2026-04-02T00:50:05.626" v="2983" actId="2711"/>
          <ac:spMkLst>
            <pc:docMk/>
            <pc:sldMk cId="2592473561" sldId="356"/>
            <ac:spMk id="2" creationId="{D417D1BF-21D0-B493-E7AE-AF456ADE25EE}"/>
          </ac:spMkLst>
        </pc:spChg>
        <pc:spChg chg="mod">
          <ac:chgData name="Lê Ngọc Lành" userId="8e0c50ca425b090c" providerId="LiveId" clId="{3598AC43-F96F-4B7B-9753-863815C9274C}" dt="2026-04-02T01:09:12.976" v="3082" actId="20577"/>
          <ac:spMkLst>
            <pc:docMk/>
            <pc:sldMk cId="2592473561" sldId="356"/>
            <ac:spMk id="8195" creationId="{6FE1E489-A8E7-65A8-E261-33C2234F4FE2}"/>
          </ac:spMkLst>
        </pc:spChg>
      </pc:sldChg>
      <pc:sldChg chg="modSp add mod ord">
        <pc:chgData name="Lê Ngọc Lành" userId="8e0c50ca425b090c" providerId="LiveId" clId="{3598AC43-F96F-4B7B-9753-863815C9274C}" dt="2026-04-02T00:50:57.682" v="2989" actId="404"/>
        <pc:sldMkLst>
          <pc:docMk/>
          <pc:sldMk cId="513060099" sldId="357"/>
        </pc:sldMkLst>
        <pc:spChg chg="mod">
          <ac:chgData name="Lê Ngọc Lành" userId="8e0c50ca425b090c" providerId="LiveId" clId="{3598AC43-F96F-4B7B-9753-863815C9274C}" dt="2026-04-01T02:28:35.065" v="580" actId="20577"/>
          <ac:spMkLst>
            <pc:docMk/>
            <pc:sldMk cId="513060099" sldId="357"/>
            <ac:spMk id="2" creationId="{33DA87D5-C507-2B3E-6CD2-0BD29DF419C0}"/>
          </ac:spMkLst>
        </pc:spChg>
        <pc:spChg chg="mod">
          <ac:chgData name="Lê Ngọc Lành" userId="8e0c50ca425b090c" providerId="LiveId" clId="{3598AC43-F96F-4B7B-9753-863815C9274C}" dt="2026-04-02T00:50:57.682" v="2989" actId="404"/>
          <ac:spMkLst>
            <pc:docMk/>
            <pc:sldMk cId="513060099" sldId="357"/>
            <ac:spMk id="8195" creationId="{FFD9FF0C-1C3F-9F31-E2E5-7779A7AE8869}"/>
          </ac:spMkLst>
        </pc:spChg>
      </pc:sldChg>
      <pc:sldChg chg="addSp modSp add mod">
        <pc:chgData name="Lê Ngọc Lành" userId="8e0c50ca425b090c" providerId="LiveId" clId="{3598AC43-F96F-4B7B-9753-863815C9274C}" dt="2026-04-02T00:50:17.025" v="2984" actId="2711"/>
        <pc:sldMkLst>
          <pc:docMk/>
          <pc:sldMk cId="1540507818" sldId="358"/>
        </pc:sldMkLst>
        <pc:spChg chg="mod">
          <ac:chgData name="Lê Ngọc Lành" userId="8e0c50ca425b090c" providerId="LiveId" clId="{3598AC43-F96F-4B7B-9753-863815C9274C}" dt="2026-04-02T00:50:17.025" v="2984" actId="2711"/>
          <ac:spMkLst>
            <pc:docMk/>
            <pc:sldMk cId="1540507818" sldId="358"/>
            <ac:spMk id="2" creationId="{9E4A8508-8DBB-00A5-0CAA-B09806BF56B6}"/>
          </ac:spMkLst>
        </pc:spChg>
        <pc:spChg chg="mod">
          <ac:chgData name="Lê Ngọc Lành" userId="8e0c50ca425b090c" providerId="LiveId" clId="{3598AC43-F96F-4B7B-9753-863815C9274C}" dt="2026-03-31T10:21:33.522" v="530"/>
          <ac:spMkLst>
            <pc:docMk/>
            <pc:sldMk cId="1540507818" sldId="358"/>
            <ac:spMk id="8195" creationId="{7817B260-C2FA-EA80-E744-F47AD6ED4F4C}"/>
          </ac:spMkLst>
        </pc:spChg>
      </pc:sldChg>
      <pc:sldChg chg="modSp add mod">
        <pc:chgData name="Lê Ngọc Lành" userId="8e0c50ca425b090c" providerId="LiveId" clId="{3598AC43-F96F-4B7B-9753-863815C9274C}" dt="2026-04-02T00:50:27.197" v="2985" actId="2711"/>
        <pc:sldMkLst>
          <pc:docMk/>
          <pc:sldMk cId="3470284990" sldId="359"/>
        </pc:sldMkLst>
        <pc:spChg chg="mod">
          <ac:chgData name="Lê Ngọc Lành" userId="8e0c50ca425b090c" providerId="LiveId" clId="{3598AC43-F96F-4B7B-9753-863815C9274C}" dt="2026-04-02T00:50:27.197" v="2985" actId="2711"/>
          <ac:spMkLst>
            <pc:docMk/>
            <pc:sldMk cId="3470284990" sldId="359"/>
            <ac:spMk id="2" creationId="{A6910BDD-4094-F268-23AC-7B648F36FDA7}"/>
          </ac:spMkLst>
        </pc:spChg>
        <pc:spChg chg="mod">
          <ac:chgData name="Lê Ngọc Lành" userId="8e0c50ca425b090c" providerId="LiveId" clId="{3598AC43-F96F-4B7B-9753-863815C9274C}" dt="2026-03-31T10:22:07.015" v="533"/>
          <ac:spMkLst>
            <pc:docMk/>
            <pc:sldMk cId="3470284990" sldId="359"/>
            <ac:spMk id="8195" creationId="{68346BF8-349D-0CCA-E413-38619465D2EC}"/>
          </ac:spMkLst>
        </pc:spChg>
      </pc:sldChg>
      <pc:sldChg chg="modSp add mod ord">
        <pc:chgData name="Lê Ngọc Lành" userId="8e0c50ca425b090c" providerId="LiveId" clId="{3598AC43-F96F-4B7B-9753-863815C9274C}" dt="2026-04-01T23:56:43.887" v="2556"/>
        <pc:sldMkLst>
          <pc:docMk/>
          <pc:sldMk cId="734376838" sldId="360"/>
        </pc:sldMkLst>
        <pc:spChg chg="mod">
          <ac:chgData name="Lê Ngọc Lành" userId="8e0c50ca425b090c" providerId="LiveId" clId="{3598AC43-F96F-4B7B-9753-863815C9274C}" dt="2026-04-01T23:56:43.887" v="2556"/>
          <ac:spMkLst>
            <pc:docMk/>
            <pc:sldMk cId="734376838" sldId="360"/>
            <ac:spMk id="8195" creationId="{4A50E4E9-CB81-995A-F7AB-12DFF50CD1C7}"/>
          </ac:spMkLst>
        </pc:spChg>
      </pc:sldChg>
      <pc:sldChg chg="addSp delSp modSp add del mod">
        <pc:chgData name="Lê Ngọc Lành" userId="8e0c50ca425b090c" providerId="LiveId" clId="{3598AC43-F96F-4B7B-9753-863815C9274C}" dt="2026-04-01T09:18:44.016" v="1338" actId="47"/>
        <pc:sldMkLst>
          <pc:docMk/>
          <pc:sldMk cId="1056654140" sldId="361"/>
        </pc:sldMkLst>
        <pc:spChg chg="mod">
          <ac:chgData name="Lê Ngọc Lành" userId="8e0c50ca425b090c" providerId="LiveId" clId="{3598AC43-F96F-4B7B-9753-863815C9274C}" dt="2026-04-01T08:41:03.316" v="1277" actId="2711"/>
          <ac:spMkLst>
            <pc:docMk/>
            <pc:sldMk cId="1056654140" sldId="361"/>
            <ac:spMk id="2" creationId="{DB18FC46-0D6D-E91B-0FFF-4E6169F3708D}"/>
          </ac:spMkLst>
        </pc:spChg>
        <pc:spChg chg="mod">
          <ac:chgData name="Lê Ngọc Lành" userId="8e0c50ca425b090c" providerId="LiveId" clId="{3598AC43-F96F-4B7B-9753-863815C9274C}" dt="2026-04-01T08:43:18.849" v="1288" actId="20577"/>
          <ac:spMkLst>
            <pc:docMk/>
            <pc:sldMk cId="1056654140" sldId="361"/>
            <ac:spMk id="8195" creationId="{75E3AE0B-6E5F-7DB7-7868-4CB39B1CC465}"/>
          </ac:spMkLst>
        </pc:spChg>
        <pc:graphicFrameChg chg="add del mod modGraphic">
          <ac:chgData name="Lê Ngọc Lành" userId="8e0c50ca425b090c" providerId="LiveId" clId="{3598AC43-F96F-4B7B-9753-863815C9274C}" dt="2026-04-01T08:44:59.855" v="1308" actId="478"/>
          <ac:graphicFrameMkLst>
            <pc:docMk/>
            <pc:sldMk cId="1056654140" sldId="361"/>
            <ac:graphicFrameMk id="3" creationId="{8083D4B1-1484-BDA6-10E5-3082837DE47B}"/>
          </ac:graphicFrameMkLst>
        </pc:graphicFrameChg>
        <pc:graphicFrameChg chg="add del mod modGraphic">
          <ac:chgData name="Lê Ngọc Lành" userId="8e0c50ca425b090c" providerId="LiveId" clId="{3598AC43-F96F-4B7B-9753-863815C9274C}" dt="2026-04-01T08:48:28.901" v="1337" actId="478"/>
          <ac:graphicFrameMkLst>
            <pc:docMk/>
            <pc:sldMk cId="1056654140" sldId="361"/>
            <ac:graphicFrameMk id="4" creationId="{95D150A1-F6CD-5775-A010-2CC42FA3D32B}"/>
          </ac:graphicFrameMkLst>
        </pc:graphicFrameChg>
        <pc:graphicFrameChg chg="add mod">
          <ac:chgData name="Lê Ngọc Lành" userId="8e0c50ca425b090c" providerId="LiveId" clId="{3598AC43-F96F-4B7B-9753-863815C9274C}" dt="2026-04-01T08:45:57.441" v="1330"/>
          <ac:graphicFrameMkLst>
            <pc:docMk/>
            <pc:sldMk cId="1056654140" sldId="361"/>
            <ac:graphicFrameMk id="5" creationId="{9F464225-20E1-3A92-CBC4-64C55D951FDE}"/>
          </ac:graphicFrameMkLst>
        </pc:graphicFrameChg>
      </pc:sldChg>
      <pc:sldChg chg="addSp delSp modSp add mod ord">
        <pc:chgData name="Lê Ngọc Lành" userId="8e0c50ca425b090c" providerId="LiveId" clId="{3598AC43-F96F-4B7B-9753-863815C9274C}" dt="2026-04-02T00:33:48.241" v="2789" actId="478"/>
        <pc:sldMkLst>
          <pc:docMk/>
          <pc:sldMk cId="2849476824" sldId="361"/>
        </pc:sldMkLst>
        <pc:spChg chg="mod">
          <ac:chgData name="Lê Ngọc Lành" userId="8e0c50ca425b090c" providerId="LiveId" clId="{3598AC43-F96F-4B7B-9753-863815C9274C}" dt="2026-04-02T00:33:25.419" v="2788" actId="27636"/>
          <ac:spMkLst>
            <pc:docMk/>
            <pc:sldMk cId="2849476824" sldId="361"/>
            <ac:spMk id="2" creationId="{2847D7F6-1FEE-C6CB-7536-54678CF0FD92}"/>
          </ac:spMkLst>
        </pc:spChg>
        <pc:spChg chg="add mod">
          <ac:chgData name="Lê Ngọc Lành" userId="8e0c50ca425b090c" providerId="LiveId" clId="{3598AC43-F96F-4B7B-9753-863815C9274C}" dt="2026-04-02T00:14:46.746" v="2642"/>
          <ac:spMkLst>
            <pc:docMk/>
            <pc:sldMk cId="2849476824" sldId="361"/>
            <ac:spMk id="4" creationId="{09E46523-8FB8-8133-92F0-A2E31ABF1100}"/>
          </ac:spMkLst>
        </pc:spChg>
        <pc:spChg chg="add mod">
          <ac:chgData name="Lê Ngọc Lành" userId="8e0c50ca425b090c" providerId="LiveId" clId="{3598AC43-F96F-4B7B-9753-863815C9274C}" dt="2026-04-02T00:33:19.610" v="2786" actId="1076"/>
          <ac:spMkLst>
            <pc:docMk/>
            <pc:sldMk cId="2849476824" sldId="361"/>
            <ac:spMk id="5" creationId="{91D4302D-A1A8-8A4B-D403-B4C57AE458AC}"/>
          </ac:spMkLst>
        </pc:spChg>
        <pc:spChg chg="add del">
          <ac:chgData name="Lê Ngọc Lành" userId="8e0c50ca425b090c" providerId="LiveId" clId="{3598AC43-F96F-4B7B-9753-863815C9274C}" dt="2026-04-02T00:33:48.241" v="2789" actId="478"/>
          <ac:spMkLst>
            <pc:docMk/>
            <pc:sldMk cId="2849476824" sldId="361"/>
            <ac:spMk id="8195" creationId="{0D9BBA43-9644-1652-3F9D-19C7FDCBE76F}"/>
          </ac:spMkLst>
        </pc:spChg>
        <pc:graphicFrameChg chg="add mod modGraphic">
          <ac:chgData name="Lê Ngọc Lành" userId="8e0c50ca425b090c" providerId="LiveId" clId="{3598AC43-F96F-4B7B-9753-863815C9274C}" dt="2026-04-02T00:14:43.202" v="2640" actId="1076"/>
          <ac:graphicFrameMkLst>
            <pc:docMk/>
            <pc:sldMk cId="2849476824" sldId="361"/>
            <ac:graphicFrameMk id="3" creationId="{EE20B7A4-FE2A-E53B-B7FA-21167E8580A7}"/>
          </ac:graphicFrameMkLst>
        </pc:graphicFrameChg>
      </pc:sldChg>
      <pc:sldChg chg="addSp delSp modSp add mod ord">
        <pc:chgData name="Lê Ngọc Lành" userId="8e0c50ca425b090c" providerId="LiveId" clId="{3598AC43-F96F-4B7B-9753-863815C9274C}" dt="2026-04-02T00:34:26.615" v="2797" actId="27636"/>
        <pc:sldMkLst>
          <pc:docMk/>
          <pc:sldMk cId="957569751" sldId="362"/>
        </pc:sldMkLst>
        <pc:spChg chg="mod">
          <ac:chgData name="Lê Ngọc Lành" userId="8e0c50ca425b090c" providerId="LiveId" clId="{3598AC43-F96F-4B7B-9753-863815C9274C}" dt="2026-04-02T00:34:26.615" v="2797" actId="27636"/>
          <ac:spMkLst>
            <pc:docMk/>
            <pc:sldMk cId="957569751" sldId="362"/>
            <ac:spMk id="2" creationId="{417E1330-455B-99C2-5334-291712AFD9B2}"/>
          </ac:spMkLst>
        </pc:spChg>
        <pc:spChg chg="add mod">
          <ac:chgData name="Lê Ngọc Lành" userId="8e0c50ca425b090c" providerId="LiveId" clId="{3598AC43-F96F-4B7B-9753-863815C9274C}" dt="2026-04-02T00:34:11.027" v="2795" actId="1076"/>
          <ac:spMkLst>
            <pc:docMk/>
            <pc:sldMk cId="957569751" sldId="362"/>
            <ac:spMk id="4" creationId="{CB9EAFB6-F508-7663-B98E-D415CC35A53A}"/>
          </ac:spMkLst>
        </pc:spChg>
        <pc:spChg chg="del">
          <ac:chgData name="Lê Ngọc Lành" userId="8e0c50ca425b090c" providerId="LiveId" clId="{3598AC43-F96F-4B7B-9753-863815C9274C}" dt="2026-04-02T00:33:56.378" v="2791" actId="478"/>
          <ac:spMkLst>
            <pc:docMk/>
            <pc:sldMk cId="957569751" sldId="362"/>
            <ac:spMk id="8195" creationId="{CCFA88EE-9462-8311-F5A3-AF470C03E505}"/>
          </ac:spMkLst>
        </pc:spChg>
        <pc:graphicFrameChg chg="add mod modGraphic">
          <ac:chgData name="Lê Ngọc Lành" userId="8e0c50ca425b090c" providerId="LiveId" clId="{3598AC43-F96F-4B7B-9753-863815C9274C}" dt="2026-04-02T00:15:05.943" v="2647" actId="1076"/>
          <ac:graphicFrameMkLst>
            <pc:docMk/>
            <pc:sldMk cId="957569751" sldId="362"/>
            <ac:graphicFrameMk id="3" creationId="{69DB9E46-46CC-5CE4-1077-9D21B055BFEE}"/>
          </ac:graphicFrameMkLst>
        </pc:graphicFrameChg>
      </pc:sldChg>
      <pc:sldChg chg="add del">
        <pc:chgData name="Lê Ngọc Lành" userId="8e0c50ca425b090c" providerId="LiveId" clId="{3598AC43-F96F-4B7B-9753-863815C9274C}" dt="2026-04-01T09:19:05.272" v="1340" actId="47"/>
        <pc:sldMkLst>
          <pc:docMk/>
          <pc:sldMk cId="3536559178" sldId="362"/>
        </pc:sldMkLst>
      </pc:sldChg>
      <pc:sldChg chg="addSp delSp modSp add mod ord">
        <pc:chgData name="Lê Ngọc Lành" userId="8e0c50ca425b090c" providerId="LiveId" clId="{3598AC43-F96F-4B7B-9753-863815C9274C}" dt="2026-04-02T00:35:08.765" v="2807" actId="27636"/>
        <pc:sldMkLst>
          <pc:docMk/>
          <pc:sldMk cId="1702896796" sldId="363"/>
        </pc:sldMkLst>
        <pc:spChg chg="mod">
          <ac:chgData name="Lê Ngọc Lành" userId="8e0c50ca425b090c" providerId="LiveId" clId="{3598AC43-F96F-4B7B-9753-863815C9274C}" dt="2026-04-02T00:35:08.765" v="2807" actId="27636"/>
          <ac:spMkLst>
            <pc:docMk/>
            <pc:sldMk cId="1702896796" sldId="363"/>
            <ac:spMk id="2" creationId="{AD866175-A45A-0748-D105-BA3FF92BDD58}"/>
          </ac:spMkLst>
        </pc:spChg>
        <pc:spChg chg="add mod">
          <ac:chgData name="Lê Ngọc Lành" userId="8e0c50ca425b090c" providerId="LiveId" clId="{3598AC43-F96F-4B7B-9753-863815C9274C}" dt="2026-04-02T00:34:51.039" v="2804" actId="1076"/>
          <ac:spMkLst>
            <pc:docMk/>
            <pc:sldMk cId="1702896796" sldId="363"/>
            <ac:spMk id="4" creationId="{D1FD673B-5DA7-1B94-4D6D-9FFE080A99A8}"/>
          </ac:spMkLst>
        </pc:spChg>
        <pc:spChg chg="del">
          <ac:chgData name="Lê Ngọc Lành" userId="8e0c50ca425b090c" providerId="LiveId" clId="{3598AC43-F96F-4B7B-9753-863815C9274C}" dt="2026-04-02T00:34:37.073" v="2798" actId="478"/>
          <ac:spMkLst>
            <pc:docMk/>
            <pc:sldMk cId="1702896796" sldId="363"/>
            <ac:spMk id="8195" creationId="{310830EE-59CC-192D-6EE4-1F04D5D64736}"/>
          </ac:spMkLst>
        </pc:spChg>
        <pc:graphicFrameChg chg="add mod modGraphic">
          <ac:chgData name="Lê Ngọc Lành" userId="8e0c50ca425b090c" providerId="LiveId" clId="{3598AC43-F96F-4B7B-9753-863815C9274C}" dt="2026-04-02T00:15:23.142" v="2652" actId="1076"/>
          <ac:graphicFrameMkLst>
            <pc:docMk/>
            <pc:sldMk cId="1702896796" sldId="363"/>
            <ac:graphicFrameMk id="3" creationId="{09349BFE-747E-BC53-F024-9F0B3C2AE1C4}"/>
          </ac:graphicFrameMkLst>
        </pc:graphicFrameChg>
      </pc:sldChg>
      <pc:sldChg chg="addSp delSp modSp add mod ord">
        <pc:chgData name="Lê Ngọc Lành" userId="8e0c50ca425b090c" providerId="LiveId" clId="{3598AC43-F96F-4B7B-9753-863815C9274C}" dt="2026-04-02T00:35:45.757" v="2817" actId="1076"/>
        <pc:sldMkLst>
          <pc:docMk/>
          <pc:sldMk cId="2260304004" sldId="364"/>
        </pc:sldMkLst>
        <pc:spChg chg="mod">
          <ac:chgData name="Lê Ngọc Lành" userId="8e0c50ca425b090c" providerId="LiveId" clId="{3598AC43-F96F-4B7B-9753-863815C9274C}" dt="2026-04-02T00:35:31.672" v="2811" actId="1076"/>
          <ac:spMkLst>
            <pc:docMk/>
            <pc:sldMk cId="2260304004" sldId="364"/>
            <ac:spMk id="2" creationId="{685827D7-77CD-5AAA-22CF-DF257DF769E2}"/>
          </ac:spMkLst>
        </pc:spChg>
        <pc:spChg chg="add mod">
          <ac:chgData name="Lê Ngọc Lành" userId="8e0c50ca425b090c" providerId="LiveId" clId="{3598AC43-F96F-4B7B-9753-863815C9274C}" dt="2026-04-02T00:35:45.757" v="2817" actId="1076"/>
          <ac:spMkLst>
            <pc:docMk/>
            <pc:sldMk cId="2260304004" sldId="364"/>
            <ac:spMk id="4" creationId="{AE0FC612-00BF-FC06-0748-EC832BAE8ADC}"/>
          </ac:spMkLst>
        </pc:spChg>
        <pc:spChg chg="del">
          <ac:chgData name="Lê Ngọc Lành" userId="8e0c50ca425b090c" providerId="LiveId" clId="{3598AC43-F96F-4B7B-9753-863815C9274C}" dt="2026-04-02T00:35:02.312" v="2805" actId="478"/>
          <ac:spMkLst>
            <pc:docMk/>
            <pc:sldMk cId="2260304004" sldId="364"/>
            <ac:spMk id="8195" creationId="{5702AFB3-3A89-2F0A-6E53-FE19CDE41F82}"/>
          </ac:spMkLst>
        </pc:spChg>
        <pc:graphicFrameChg chg="add mod modGraphic">
          <ac:chgData name="Lê Ngọc Lành" userId="8e0c50ca425b090c" providerId="LiveId" clId="{3598AC43-F96F-4B7B-9753-863815C9274C}" dt="2026-04-02T00:15:38.717" v="2657" actId="1076"/>
          <ac:graphicFrameMkLst>
            <pc:docMk/>
            <pc:sldMk cId="2260304004" sldId="364"/>
            <ac:graphicFrameMk id="3" creationId="{DCA1193B-196E-CA5A-12C3-AD0656D1F3B5}"/>
          </ac:graphicFrameMkLst>
        </pc:graphicFrameChg>
      </pc:sldChg>
      <pc:sldChg chg="addSp delSp modSp add mod ord">
        <pc:chgData name="Lê Ngọc Lành" userId="8e0c50ca425b090c" providerId="LiveId" clId="{3598AC43-F96F-4B7B-9753-863815C9274C}" dt="2026-04-02T00:36:25.720" v="2829" actId="14100"/>
        <pc:sldMkLst>
          <pc:docMk/>
          <pc:sldMk cId="430446296" sldId="365"/>
        </pc:sldMkLst>
        <pc:spChg chg="mod">
          <ac:chgData name="Lê Ngọc Lành" userId="8e0c50ca425b090c" providerId="LiveId" clId="{3598AC43-F96F-4B7B-9753-863815C9274C}" dt="2026-04-02T00:36:25.720" v="2829" actId="14100"/>
          <ac:spMkLst>
            <pc:docMk/>
            <pc:sldMk cId="430446296" sldId="365"/>
            <ac:spMk id="2" creationId="{B7A96F24-0CDE-8B0E-462B-7F19ECC5CA46}"/>
          </ac:spMkLst>
        </pc:spChg>
        <pc:spChg chg="add mod">
          <ac:chgData name="Lê Ngọc Lành" userId="8e0c50ca425b090c" providerId="LiveId" clId="{3598AC43-F96F-4B7B-9753-863815C9274C}" dt="2026-04-02T00:36:10.226" v="2824" actId="1076"/>
          <ac:spMkLst>
            <pc:docMk/>
            <pc:sldMk cId="430446296" sldId="365"/>
            <ac:spMk id="4" creationId="{A61CED7C-4C7A-A3CD-6CAE-7ECF8CC8B14D}"/>
          </ac:spMkLst>
        </pc:spChg>
        <pc:spChg chg="del">
          <ac:chgData name="Lê Ngọc Lành" userId="8e0c50ca425b090c" providerId="LiveId" clId="{3598AC43-F96F-4B7B-9753-863815C9274C}" dt="2026-04-02T00:35:57.027" v="2818" actId="478"/>
          <ac:spMkLst>
            <pc:docMk/>
            <pc:sldMk cId="430446296" sldId="365"/>
            <ac:spMk id="8195" creationId="{76A6F4EF-109D-084C-04C0-A61550970A58}"/>
          </ac:spMkLst>
        </pc:spChg>
        <pc:graphicFrameChg chg="add mod modGraphic">
          <ac:chgData name="Lê Ngọc Lành" userId="8e0c50ca425b090c" providerId="LiveId" clId="{3598AC43-F96F-4B7B-9753-863815C9274C}" dt="2026-04-02T00:15:59.220" v="2662" actId="1076"/>
          <ac:graphicFrameMkLst>
            <pc:docMk/>
            <pc:sldMk cId="430446296" sldId="365"/>
            <ac:graphicFrameMk id="3" creationId="{DA848ADA-BF22-3A28-1724-4B3A0CCF016B}"/>
          </ac:graphicFrameMkLst>
        </pc:graphicFrameChg>
      </pc:sldChg>
      <pc:sldChg chg="addSp delSp modSp add mod ord">
        <pc:chgData name="Lê Ngọc Lành" userId="8e0c50ca425b090c" providerId="LiveId" clId="{3598AC43-F96F-4B7B-9753-863815C9274C}" dt="2026-04-02T00:36:53.101" v="2837" actId="1076"/>
        <pc:sldMkLst>
          <pc:docMk/>
          <pc:sldMk cId="3894251851" sldId="366"/>
        </pc:sldMkLst>
        <pc:spChg chg="mod">
          <ac:chgData name="Lê Ngọc Lành" userId="8e0c50ca425b090c" providerId="LiveId" clId="{3598AC43-F96F-4B7B-9753-863815C9274C}" dt="2026-04-02T00:36:38.872" v="2830" actId="2711"/>
          <ac:spMkLst>
            <pc:docMk/>
            <pc:sldMk cId="3894251851" sldId="366"/>
            <ac:spMk id="2" creationId="{0D8C7F4E-694E-8E92-1495-C1B71585D8FC}"/>
          </ac:spMkLst>
        </pc:spChg>
        <pc:spChg chg="add mod">
          <ac:chgData name="Lê Ngọc Lành" userId="8e0c50ca425b090c" providerId="LiveId" clId="{3598AC43-F96F-4B7B-9753-863815C9274C}" dt="2026-04-02T00:36:53.101" v="2837" actId="1076"/>
          <ac:spMkLst>
            <pc:docMk/>
            <pc:sldMk cId="3894251851" sldId="366"/>
            <ac:spMk id="4" creationId="{D0F001A6-9593-44B6-DD52-913C6ECFF453}"/>
          </ac:spMkLst>
        </pc:spChg>
        <pc:spChg chg="del">
          <ac:chgData name="Lê Ngọc Lành" userId="8e0c50ca425b090c" providerId="LiveId" clId="{3598AC43-F96F-4B7B-9753-863815C9274C}" dt="2026-04-02T00:36:42.023" v="2831" actId="478"/>
          <ac:spMkLst>
            <pc:docMk/>
            <pc:sldMk cId="3894251851" sldId="366"/>
            <ac:spMk id="8195" creationId="{03F3A5DA-5054-EBCD-93A9-EB01B92E4C58}"/>
          </ac:spMkLst>
        </pc:spChg>
        <pc:graphicFrameChg chg="add mod modGraphic">
          <ac:chgData name="Lê Ngọc Lành" userId="8e0c50ca425b090c" providerId="LiveId" clId="{3598AC43-F96F-4B7B-9753-863815C9274C}" dt="2026-04-02T00:16:14.665" v="2667" actId="1076"/>
          <ac:graphicFrameMkLst>
            <pc:docMk/>
            <pc:sldMk cId="3894251851" sldId="366"/>
            <ac:graphicFrameMk id="3" creationId="{85D019D5-67FF-9EEB-35E4-C7AE1E2668EE}"/>
          </ac:graphicFrameMkLst>
        </pc:graphicFrameChg>
      </pc:sldChg>
      <pc:sldChg chg="modSp add mod ord">
        <pc:chgData name="Lê Ngọc Lành" userId="8e0c50ca425b090c" providerId="LiveId" clId="{3598AC43-F96F-4B7B-9753-863815C9274C}" dt="2026-04-02T00:43:36.111" v="2894" actId="2711"/>
        <pc:sldMkLst>
          <pc:docMk/>
          <pc:sldMk cId="3362525353" sldId="367"/>
        </pc:sldMkLst>
        <pc:spChg chg="mod">
          <ac:chgData name="Lê Ngọc Lành" userId="8e0c50ca425b090c" providerId="LiveId" clId="{3598AC43-F96F-4B7B-9753-863815C9274C}" dt="2026-04-02T00:43:36.111" v="2894" actId="2711"/>
          <ac:spMkLst>
            <pc:docMk/>
            <pc:sldMk cId="3362525353" sldId="367"/>
            <ac:spMk id="8195" creationId="{95F4E757-8A36-4668-C2E1-1A8042C7244A}"/>
          </ac:spMkLst>
        </pc:spChg>
      </pc:sldChg>
      <pc:sldChg chg="modSp add mod">
        <pc:chgData name="Lê Ngọc Lành" userId="8e0c50ca425b090c" providerId="LiveId" clId="{3598AC43-F96F-4B7B-9753-863815C9274C}" dt="2026-04-02T00:50:51.772" v="2988" actId="27636"/>
        <pc:sldMkLst>
          <pc:docMk/>
          <pc:sldMk cId="994985761" sldId="368"/>
        </pc:sldMkLst>
        <pc:spChg chg="mod">
          <ac:chgData name="Lê Ngọc Lành" userId="8e0c50ca425b090c" providerId="LiveId" clId="{3598AC43-F96F-4B7B-9753-863815C9274C}" dt="2026-04-02T00:50:51.772" v="2988" actId="27636"/>
          <ac:spMkLst>
            <pc:docMk/>
            <pc:sldMk cId="994985761" sldId="368"/>
            <ac:spMk id="8195" creationId="{EA576F40-185E-E1D2-47C9-5F6F07C65B51}"/>
          </ac:spMkLst>
        </pc:spChg>
      </pc:sldChg>
      <pc:sldChg chg="addSp delSp modSp add mod">
        <pc:chgData name="Lê Ngọc Lành" userId="8e0c50ca425b090c" providerId="LiveId" clId="{3598AC43-F96F-4B7B-9753-863815C9274C}" dt="2026-04-02T00:44:40.477" v="2912" actId="255"/>
        <pc:sldMkLst>
          <pc:docMk/>
          <pc:sldMk cId="69372601" sldId="369"/>
        </pc:sldMkLst>
        <pc:spChg chg="mod">
          <ac:chgData name="Lê Ngọc Lành" userId="8e0c50ca425b090c" providerId="LiveId" clId="{3598AC43-F96F-4B7B-9753-863815C9274C}" dt="2026-04-02T00:40:22.851" v="2873" actId="2711"/>
          <ac:spMkLst>
            <pc:docMk/>
            <pc:sldMk cId="69372601" sldId="369"/>
            <ac:spMk id="2" creationId="{0E0FACDF-8575-344C-19D6-A0AD18876961}"/>
          </ac:spMkLst>
        </pc:spChg>
        <pc:spChg chg="add mod">
          <ac:chgData name="Lê Ngọc Lành" userId="8e0c50ca425b090c" providerId="LiveId" clId="{3598AC43-F96F-4B7B-9753-863815C9274C}" dt="2026-04-01T23:13:11.339" v="2125" actId="164"/>
          <ac:spMkLst>
            <pc:docMk/>
            <pc:sldMk cId="69372601" sldId="369"/>
            <ac:spMk id="7" creationId="{909B755B-F9AD-CE8B-D77F-82F5C8DB5E0B}"/>
          </ac:spMkLst>
        </pc:spChg>
        <pc:spChg chg="add mod">
          <ac:chgData name="Lê Ngọc Lành" userId="8e0c50ca425b090c" providerId="LiveId" clId="{3598AC43-F96F-4B7B-9753-863815C9274C}" dt="2026-04-01T23:13:11.339" v="2125" actId="164"/>
          <ac:spMkLst>
            <pc:docMk/>
            <pc:sldMk cId="69372601" sldId="369"/>
            <ac:spMk id="8" creationId="{9B376EAF-2F44-7CFC-CF57-81A82C45AF4C}"/>
          </ac:spMkLst>
        </pc:spChg>
        <pc:spChg chg="add mod ord">
          <ac:chgData name="Lê Ngọc Lành" userId="8e0c50ca425b090c" providerId="LiveId" clId="{3598AC43-F96F-4B7B-9753-863815C9274C}" dt="2026-04-01T23:15:04.011" v="2137" actId="164"/>
          <ac:spMkLst>
            <pc:docMk/>
            <pc:sldMk cId="69372601" sldId="369"/>
            <ac:spMk id="10" creationId="{EE38E202-875E-1D4C-DBB8-2174F6F910ED}"/>
          </ac:spMkLst>
        </pc:spChg>
        <pc:spChg chg="add mod">
          <ac:chgData name="Lê Ngọc Lành" userId="8e0c50ca425b090c" providerId="LiveId" clId="{3598AC43-F96F-4B7B-9753-863815C9274C}" dt="2026-04-02T00:44:22.814" v="2906" actId="122"/>
          <ac:spMkLst>
            <pc:docMk/>
            <pc:sldMk cId="69372601" sldId="369"/>
            <ac:spMk id="12" creationId="{FE810C49-208D-EE30-5F1A-56E22DC4C3B5}"/>
          </ac:spMkLst>
        </pc:spChg>
        <pc:spChg chg="add mod">
          <ac:chgData name="Lê Ngọc Lành" userId="8e0c50ca425b090c" providerId="LiveId" clId="{3598AC43-F96F-4B7B-9753-863815C9274C}" dt="2026-04-02T00:44:40.477" v="2912" actId="255"/>
          <ac:spMkLst>
            <pc:docMk/>
            <pc:sldMk cId="69372601" sldId="369"/>
            <ac:spMk id="13" creationId="{B77919D2-C7C1-EFCB-A950-DF2DF22648F2}"/>
          </ac:spMkLst>
        </pc:spChg>
        <pc:spChg chg="del mod">
          <ac:chgData name="Lê Ngọc Lành" userId="8e0c50ca425b090c" providerId="LiveId" clId="{3598AC43-F96F-4B7B-9753-863815C9274C}" dt="2026-04-02T00:44:26.675" v="2907" actId="478"/>
          <ac:spMkLst>
            <pc:docMk/>
            <pc:sldMk cId="69372601" sldId="369"/>
            <ac:spMk id="8195" creationId="{F7185257-51B8-5227-E6E5-B65B4BC35DC1}"/>
          </ac:spMkLst>
        </pc:spChg>
        <pc:grpChg chg="add mod">
          <ac:chgData name="Lê Ngọc Lành" userId="8e0c50ca425b090c" providerId="LiveId" clId="{3598AC43-F96F-4B7B-9753-863815C9274C}" dt="2026-04-01T23:15:04.011" v="2137" actId="164"/>
          <ac:grpSpMkLst>
            <pc:docMk/>
            <pc:sldMk cId="69372601" sldId="369"/>
            <ac:grpSpMk id="9" creationId="{5CAF4F9E-5D75-4C0A-B978-46FAB9894804}"/>
          </ac:grpSpMkLst>
        </pc:grpChg>
        <pc:grpChg chg="add mod">
          <ac:chgData name="Lê Ngọc Lành" userId="8e0c50ca425b090c" providerId="LiveId" clId="{3598AC43-F96F-4B7B-9753-863815C9274C}" dt="2026-04-01T23:54:42.674" v="2521" actId="1076"/>
          <ac:grpSpMkLst>
            <pc:docMk/>
            <pc:sldMk cId="69372601" sldId="369"/>
            <ac:grpSpMk id="11" creationId="{FF330C08-15C7-510C-8BFD-2A6CE43ECE8A}"/>
          </ac:grpSpMkLst>
        </pc:grpChg>
        <pc:picChg chg="add mod">
          <ac:chgData name="Lê Ngọc Lành" userId="8e0c50ca425b090c" providerId="LiveId" clId="{3598AC43-F96F-4B7B-9753-863815C9274C}" dt="2026-04-01T23:14:50.961" v="2136" actId="1076"/>
          <ac:picMkLst>
            <pc:docMk/>
            <pc:sldMk cId="69372601" sldId="369"/>
            <ac:picMk id="4" creationId="{89CDA774-71F2-B707-D527-F7DA5CCB1A58}"/>
          </ac:picMkLst>
        </pc:picChg>
        <pc:picChg chg="add mod">
          <ac:chgData name="Lê Ngọc Lành" userId="8e0c50ca425b090c" providerId="LiveId" clId="{3598AC43-F96F-4B7B-9753-863815C9274C}" dt="2026-04-01T23:06:20.835" v="1993" actId="1076"/>
          <ac:picMkLst>
            <pc:docMk/>
            <pc:sldMk cId="69372601" sldId="369"/>
            <ac:picMk id="6" creationId="{DB91CDD4-23E8-44AB-324D-5B0D3124417C}"/>
          </ac:picMkLst>
        </pc:picChg>
        <pc:picChg chg="add del mod">
          <ac:chgData name="Lê Ngọc Lành" userId="8e0c50ca425b090c" providerId="LiveId" clId="{3598AC43-F96F-4B7B-9753-863815C9274C}" dt="2026-04-01T23:05:40.802" v="1986" actId="478"/>
          <ac:picMkLst>
            <pc:docMk/>
            <pc:sldMk cId="69372601" sldId="369"/>
            <ac:picMk id="1026" creationId="{9842492C-7542-2AE6-19AB-212486D9D4C3}"/>
          </ac:picMkLst>
        </pc:picChg>
      </pc:sldChg>
      <pc:sldChg chg="addSp delSp modSp add mod">
        <pc:chgData name="Lê Ngọc Lành" userId="8e0c50ca425b090c" providerId="LiveId" clId="{3598AC43-F96F-4B7B-9753-863815C9274C}" dt="2026-04-02T00:47:04.642" v="2946" actId="1076"/>
        <pc:sldMkLst>
          <pc:docMk/>
          <pc:sldMk cId="2319852134" sldId="370"/>
        </pc:sldMkLst>
        <pc:spChg chg="mod">
          <ac:chgData name="Lê Ngọc Lành" userId="8e0c50ca425b090c" providerId="LiveId" clId="{3598AC43-F96F-4B7B-9753-863815C9274C}" dt="2026-04-01T23:29:35.393" v="2177" actId="404"/>
          <ac:spMkLst>
            <pc:docMk/>
            <pc:sldMk cId="2319852134" sldId="370"/>
            <ac:spMk id="2" creationId="{4951D43D-0EBB-DEDD-978F-0BD470403FAD}"/>
          </ac:spMkLst>
        </pc:spChg>
        <pc:spChg chg="add mod">
          <ac:chgData name="Lê Ngọc Lành" userId="8e0c50ca425b090c" providerId="LiveId" clId="{3598AC43-F96F-4B7B-9753-863815C9274C}" dt="2026-04-01T23:50:34.587" v="2374"/>
          <ac:spMkLst>
            <pc:docMk/>
            <pc:sldMk cId="2319852134" sldId="370"/>
            <ac:spMk id="8" creationId="{DC5B582D-F68A-AA0F-F71B-DBF9E0E2632E}"/>
          </ac:spMkLst>
        </pc:spChg>
        <pc:spChg chg="add mod">
          <ac:chgData name="Lê Ngọc Lành" userId="8e0c50ca425b090c" providerId="LiveId" clId="{3598AC43-F96F-4B7B-9753-863815C9274C}" dt="2026-04-02T00:46:33.182" v="2937" actId="122"/>
          <ac:spMkLst>
            <pc:docMk/>
            <pc:sldMk cId="2319852134" sldId="370"/>
            <ac:spMk id="9" creationId="{7863BC41-7698-D97B-D8AC-3FB0EFDEDB71}"/>
          </ac:spMkLst>
        </pc:spChg>
        <pc:spChg chg="add mod">
          <ac:chgData name="Lê Ngọc Lành" userId="8e0c50ca425b090c" providerId="LiveId" clId="{3598AC43-F96F-4B7B-9753-863815C9274C}" dt="2026-04-01T23:51:02.133" v="2380"/>
          <ac:spMkLst>
            <pc:docMk/>
            <pc:sldMk cId="2319852134" sldId="370"/>
            <ac:spMk id="10" creationId="{A9A83623-35C2-D622-2F6F-3288C42458A1}"/>
          </ac:spMkLst>
        </pc:spChg>
        <pc:spChg chg="add mod">
          <ac:chgData name="Lê Ngọc Lành" userId="8e0c50ca425b090c" providerId="LiveId" clId="{3598AC43-F96F-4B7B-9753-863815C9274C}" dt="2026-04-02T00:47:01.075" v="2945" actId="1076"/>
          <ac:spMkLst>
            <pc:docMk/>
            <pc:sldMk cId="2319852134" sldId="370"/>
            <ac:spMk id="11" creationId="{51BD479E-CE1E-4EC1-677E-0CEBD5CFBF23}"/>
          </ac:spMkLst>
        </pc:spChg>
        <pc:spChg chg="add del mod">
          <ac:chgData name="Lê Ngọc Lành" userId="8e0c50ca425b090c" providerId="LiveId" clId="{3598AC43-F96F-4B7B-9753-863815C9274C}" dt="2026-04-01T23:51:02.133" v="2380"/>
          <ac:spMkLst>
            <pc:docMk/>
            <pc:sldMk cId="2319852134" sldId="370"/>
            <ac:spMk id="8195" creationId="{9925ADB3-1B86-1B81-3E47-EE56F6CC0BFA}"/>
          </ac:spMkLst>
        </pc:spChg>
        <pc:graphicFrameChg chg="add mod">
          <ac:chgData name="Lê Ngọc Lành" userId="8e0c50ca425b090c" providerId="LiveId" clId="{3598AC43-F96F-4B7B-9753-863815C9274C}" dt="2026-04-01T23:29:50.141" v="2179"/>
          <ac:graphicFrameMkLst>
            <pc:docMk/>
            <pc:sldMk cId="2319852134" sldId="370"/>
            <ac:graphicFrameMk id="3" creationId="{98B22D9F-FBDC-118C-1072-24335813B8A3}"/>
          </ac:graphicFrameMkLst>
        </pc:graphicFrameChg>
        <pc:graphicFrameChg chg="add del">
          <ac:chgData name="Lê Ngọc Lành" userId="8e0c50ca425b090c" providerId="LiveId" clId="{3598AC43-F96F-4B7B-9753-863815C9274C}" dt="2026-04-01T23:30:46.589" v="2185" actId="3680"/>
          <ac:graphicFrameMkLst>
            <pc:docMk/>
            <pc:sldMk cId="2319852134" sldId="370"/>
            <ac:graphicFrameMk id="6" creationId="{2FBEC273-ECCC-E783-B3DC-E57A9978DAE3}"/>
          </ac:graphicFrameMkLst>
        </pc:graphicFrameChg>
        <pc:graphicFrameChg chg="add mod modGraphic">
          <ac:chgData name="Lê Ngọc Lành" userId="8e0c50ca425b090c" providerId="LiveId" clId="{3598AC43-F96F-4B7B-9753-863815C9274C}" dt="2026-04-02T00:47:04.642" v="2946" actId="1076"/>
          <ac:graphicFrameMkLst>
            <pc:docMk/>
            <pc:sldMk cId="2319852134" sldId="370"/>
            <ac:graphicFrameMk id="7" creationId="{B56457FE-E1C8-2F26-539D-4EF53B1AE908}"/>
          </ac:graphicFrameMkLst>
        </pc:graphicFrameChg>
        <pc:picChg chg="add mod">
          <ac:chgData name="Lê Ngọc Lành" userId="8e0c50ca425b090c" providerId="LiveId" clId="{3598AC43-F96F-4B7B-9753-863815C9274C}" dt="2026-04-01T23:31:45.383" v="2200" actId="1076"/>
          <ac:picMkLst>
            <pc:docMk/>
            <pc:sldMk cId="2319852134" sldId="370"/>
            <ac:picMk id="5" creationId="{D79EAE92-8D7F-D5B7-E88A-206858774EDA}"/>
          </ac:picMkLst>
        </pc:picChg>
      </pc:sldChg>
      <pc:sldChg chg="addSp delSp modSp add mod">
        <pc:chgData name="Lê Ngọc Lành" userId="8e0c50ca425b090c" providerId="LiveId" clId="{3598AC43-F96F-4B7B-9753-863815C9274C}" dt="2026-04-02T00:48:45.110" v="2971" actId="2711"/>
        <pc:sldMkLst>
          <pc:docMk/>
          <pc:sldMk cId="2162688548" sldId="371"/>
        </pc:sldMkLst>
        <pc:spChg chg="mod">
          <ac:chgData name="Lê Ngọc Lành" userId="8e0c50ca425b090c" providerId="LiveId" clId="{3598AC43-F96F-4B7B-9753-863815C9274C}" dt="2026-04-02T00:48:45.110" v="2971" actId="2711"/>
          <ac:spMkLst>
            <pc:docMk/>
            <pc:sldMk cId="2162688548" sldId="371"/>
            <ac:spMk id="2" creationId="{367EA35C-3543-15F3-31B3-A0B018286CDC}"/>
          </ac:spMkLst>
        </pc:spChg>
        <pc:spChg chg="add mod">
          <ac:chgData name="Lê Ngọc Lành" userId="8e0c50ca425b090c" providerId="LiveId" clId="{3598AC43-F96F-4B7B-9753-863815C9274C}" dt="2026-04-01T23:47:50.885" v="2353"/>
          <ac:spMkLst>
            <pc:docMk/>
            <pc:sldMk cId="2162688548" sldId="371"/>
            <ac:spMk id="9" creationId="{7E085AEF-278E-03A0-9C56-BA3B9C510B03}"/>
          </ac:spMkLst>
        </pc:spChg>
        <pc:spChg chg="add mod">
          <ac:chgData name="Lê Ngọc Lành" userId="8e0c50ca425b090c" providerId="LiveId" clId="{3598AC43-F96F-4B7B-9753-863815C9274C}" dt="2026-04-02T00:47:32.068" v="2952" actId="404"/>
          <ac:spMkLst>
            <pc:docMk/>
            <pc:sldMk cId="2162688548" sldId="371"/>
            <ac:spMk id="10" creationId="{B677D256-37F5-3178-2907-EDB0288562AE}"/>
          </ac:spMkLst>
        </pc:spChg>
        <pc:spChg chg="add mod">
          <ac:chgData name="Lê Ngọc Lành" userId="8e0c50ca425b090c" providerId="LiveId" clId="{3598AC43-F96F-4B7B-9753-863815C9274C}" dt="2026-04-02T00:48:00.321" v="2961" actId="114"/>
          <ac:spMkLst>
            <pc:docMk/>
            <pc:sldMk cId="2162688548" sldId="371"/>
            <ac:spMk id="11" creationId="{DA87CE65-27D3-00B7-262A-2FD7D7F26864}"/>
          </ac:spMkLst>
        </pc:spChg>
        <pc:spChg chg="add del">
          <ac:chgData name="Lê Ngọc Lành" userId="8e0c50ca425b090c" providerId="LiveId" clId="{3598AC43-F96F-4B7B-9753-863815C9274C}" dt="2026-04-01T23:47:50.885" v="2353"/>
          <ac:spMkLst>
            <pc:docMk/>
            <pc:sldMk cId="2162688548" sldId="371"/>
            <ac:spMk id="8195" creationId="{4224544E-0C8D-467D-6CB6-2E4ABEF01234}"/>
          </ac:spMkLst>
        </pc:spChg>
        <pc:graphicFrameChg chg="del">
          <ac:chgData name="Lê Ngọc Lành" userId="8e0c50ca425b090c" providerId="LiveId" clId="{3598AC43-F96F-4B7B-9753-863815C9274C}" dt="2026-04-01T23:33:34.180" v="2213" actId="478"/>
          <ac:graphicFrameMkLst>
            <pc:docMk/>
            <pc:sldMk cId="2162688548" sldId="371"/>
            <ac:graphicFrameMk id="7" creationId="{1531C36C-1783-3AA0-5DF8-70778B3112CF}"/>
          </ac:graphicFrameMkLst>
        </pc:graphicFrameChg>
        <pc:picChg chg="add mod">
          <ac:chgData name="Lê Ngọc Lành" userId="8e0c50ca425b090c" providerId="LiveId" clId="{3598AC43-F96F-4B7B-9753-863815C9274C}" dt="2026-04-01T23:36:07.817" v="2230" actId="1076"/>
          <ac:picMkLst>
            <pc:docMk/>
            <pc:sldMk cId="2162688548" sldId="371"/>
            <ac:picMk id="4" creationId="{00FC0922-4905-7CA3-6D8E-129F5A279685}"/>
          </ac:picMkLst>
        </pc:picChg>
        <pc:picChg chg="mod modCrop">
          <ac:chgData name="Lê Ngọc Lành" userId="8e0c50ca425b090c" providerId="LiveId" clId="{3598AC43-F96F-4B7B-9753-863815C9274C}" dt="2026-04-01T23:36:13.617" v="2231" actId="1076"/>
          <ac:picMkLst>
            <pc:docMk/>
            <pc:sldMk cId="2162688548" sldId="371"/>
            <ac:picMk id="5" creationId="{84D40FAE-B754-1C35-964A-E60CE6A950BD}"/>
          </ac:picMkLst>
        </pc:picChg>
        <pc:picChg chg="add del">
          <ac:chgData name="Lê Ngọc Lành" userId="8e0c50ca425b090c" providerId="LiveId" clId="{3598AC43-F96F-4B7B-9753-863815C9274C}" dt="2026-04-01T23:47:41.823" v="2351" actId="22"/>
          <ac:picMkLst>
            <pc:docMk/>
            <pc:sldMk cId="2162688548" sldId="371"/>
            <ac:picMk id="8" creationId="{40EB114A-3A16-4848-A325-6AA621CC751D}"/>
          </ac:picMkLst>
        </pc:picChg>
      </pc:sldChg>
      <pc:sldChg chg="addSp delSp modSp add mod">
        <pc:chgData name="Lê Ngọc Lành" userId="8e0c50ca425b090c" providerId="LiveId" clId="{3598AC43-F96F-4B7B-9753-863815C9274C}" dt="2026-04-02T00:48:38.573" v="2970" actId="2711"/>
        <pc:sldMkLst>
          <pc:docMk/>
          <pc:sldMk cId="2903158571" sldId="372"/>
        </pc:sldMkLst>
        <pc:spChg chg="mod">
          <ac:chgData name="Lê Ngọc Lành" userId="8e0c50ca425b090c" providerId="LiveId" clId="{3598AC43-F96F-4B7B-9753-863815C9274C}" dt="2026-04-02T00:48:38.573" v="2970" actId="2711"/>
          <ac:spMkLst>
            <pc:docMk/>
            <pc:sldMk cId="2903158571" sldId="372"/>
            <ac:spMk id="2" creationId="{0F28495D-0E27-34C1-1A43-46AC4EC857F8}"/>
          </ac:spMkLst>
        </pc:spChg>
        <pc:spChg chg="add mod">
          <ac:chgData name="Lê Ngọc Lành" userId="8e0c50ca425b090c" providerId="LiveId" clId="{3598AC43-F96F-4B7B-9753-863815C9274C}" dt="2026-04-01T23:46:53.413" v="2346"/>
          <ac:spMkLst>
            <pc:docMk/>
            <pc:sldMk cId="2903158571" sldId="372"/>
            <ac:spMk id="7" creationId="{A4226E1B-E8C2-E2BC-F332-030741AAC5C7}"/>
          </ac:spMkLst>
        </pc:spChg>
        <pc:spChg chg="add mod">
          <ac:chgData name="Lê Ngọc Lành" userId="8e0c50ca425b090c" providerId="LiveId" clId="{3598AC43-F96F-4B7B-9753-863815C9274C}" dt="2026-04-02T00:48:19.092" v="2967" actId="1076"/>
          <ac:spMkLst>
            <pc:docMk/>
            <pc:sldMk cId="2903158571" sldId="372"/>
            <ac:spMk id="8" creationId="{FB2AD922-F564-62E6-571C-4179BC2B23CC}"/>
          </ac:spMkLst>
        </pc:spChg>
        <pc:spChg chg="add del">
          <ac:chgData name="Lê Ngọc Lành" userId="8e0c50ca425b090c" providerId="LiveId" clId="{3598AC43-F96F-4B7B-9753-863815C9274C}" dt="2026-04-02T00:48:11.501" v="2965" actId="478"/>
          <ac:spMkLst>
            <pc:docMk/>
            <pc:sldMk cId="2903158571" sldId="372"/>
            <ac:spMk id="8195" creationId="{9EB3ED54-ED00-2180-AA9F-49750560F904}"/>
          </ac:spMkLst>
        </pc:spChg>
        <pc:graphicFrameChg chg="add del mod modGraphic">
          <ac:chgData name="Lê Ngọc Lành" userId="8e0c50ca425b090c" providerId="LiveId" clId="{3598AC43-F96F-4B7B-9753-863815C9274C}" dt="2026-04-01T23:37:26.615" v="2254" actId="3680"/>
          <ac:graphicFrameMkLst>
            <pc:docMk/>
            <pc:sldMk cId="2903158571" sldId="372"/>
            <ac:graphicFrameMk id="3" creationId="{EFD73858-1C7E-45F7-613A-55EB890F6809}"/>
          </ac:graphicFrameMkLst>
        </pc:graphicFrameChg>
        <pc:graphicFrameChg chg="add mod modGraphic">
          <ac:chgData name="Lê Ngọc Lành" userId="8e0c50ca425b090c" providerId="LiveId" clId="{3598AC43-F96F-4B7B-9753-863815C9274C}" dt="2026-04-01T23:38:48.166" v="2272" actId="1076"/>
          <ac:graphicFrameMkLst>
            <pc:docMk/>
            <pc:sldMk cId="2903158571" sldId="372"/>
            <ac:graphicFrameMk id="6" creationId="{D0D3C078-357C-37C3-9DF9-71689A9387E6}"/>
          </ac:graphicFrameMkLst>
        </pc:graphicFrameChg>
        <pc:picChg chg="del">
          <ac:chgData name="Lê Ngọc Lành" userId="8e0c50ca425b090c" providerId="LiveId" clId="{3598AC43-F96F-4B7B-9753-863815C9274C}" dt="2026-04-01T23:36:30.245" v="2233" actId="478"/>
          <ac:picMkLst>
            <pc:docMk/>
            <pc:sldMk cId="2903158571" sldId="372"/>
            <ac:picMk id="4" creationId="{AACAF93D-6056-848B-5F62-88951C14E825}"/>
          </ac:picMkLst>
        </pc:picChg>
        <pc:picChg chg="del">
          <ac:chgData name="Lê Ngọc Lành" userId="8e0c50ca425b090c" providerId="LiveId" clId="{3598AC43-F96F-4B7B-9753-863815C9274C}" dt="2026-04-01T23:38:27.588" v="2271" actId="478"/>
          <ac:picMkLst>
            <pc:docMk/>
            <pc:sldMk cId="2903158571" sldId="372"/>
            <ac:picMk id="5" creationId="{5F337750-74F9-CE82-94D2-A044C74BF784}"/>
          </ac:picMkLst>
        </pc:picChg>
      </pc:sldChg>
      <pc:sldChg chg="add del">
        <pc:chgData name="Lê Ngọc Lành" userId="8e0c50ca425b090c" providerId="LiveId" clId="{3598AC43-F96F-4B7B-9753-863815C9274C}" dt="2026-04-02T00:53:26.570" v="3053" actId="47"/>
        <pc:sldMkLst>
          <pc:docMk/>
          <pc:sldMk cId="3731618841" sldId="373"/>
        </pc:sldMkLst>
      </pc:sldChg>
      <pc:sldChg chg="modSp add mod ord">
        <pc:chgData name="Lê Ngọc Lành" userId="8e0c50ca425b090c" providerId="LiveId" clId="{3598AC43-F96F-4B7B-9753-863815C9274C}" dt="2026-04-02T00:52:03.456" v="2994" actId="20577"/>
        <pc:sldMkLst>
          <pc:docMk/>
          <pc:sldMk cId="0" sldId="450"/>
        </pc:sldMkLst>
        <pc:spChg chg="mod">
          <ac:chgData name="Lê Ngọc Lành" userId="8e0c50ca425b090c" providerId="LiveId" clId="{3598AC43-F96F-4B7B-9753-863815C9274C}" dt="2026-04-02T00:52:03.456" v="2994" actId="20577"/>
          <ac:spMkLst>
            <pc:docMk/>
            <pc:sldMk cId="0" sldId="450"/>
            <ac:spMk id="8" creationId="{00000000-0000-0000-0000-000000000000}"/>
          </ac:spMkLst>
        </pc:spChg>
      </pc:sldChg>
      <pc:sldChg chg="modSp add mod ord">
        <pc:chgData name="Lê Ngọc Lành" userId="8e0c50ca425b090c" providerId="LiveId" clId="{3598AC43-F96F-4B7B-9753-863815C9274C}" dt="2026-04-02T00:52:26.051" v="3020" actId="20577"/>
        <pc:sldMkLst>
          <pc:docMk/>
          <pc:sldMk cId="3562116458" sldId="451"/>
        </pc:sldMkLst>
        <pc:spChg chg="mod">
          <ac:chgData name="Lê Ngọc Lành" userId="8e0c50ca425b090c" providerId="LiveId" clId="{3598AC43-F96F-4B7B-9753-863815C9274C}" dt="2026-04-02T00:52:26.051" v="3020" actId="20577"/>
          <ac:spMkLst>
            <pc:docMk/>
            <pc:sldMk cId="3562116458" sldId="451"/>
            <ac:spMk id="8" creationId="{F57CF64C-1AAF-66BD-43BF-7C0EEF6E2B18}"/>
          </ac:spMkLst>
        </pc:spChg>
      </pc:sldChg>
      <pc:sldChg chg="modSp add mod ord">
        <pc:chgData name="Lê Ngọc Lành" userId="8e0c50ca425b090c" providerId="LiveId" clId="{3598AC43-F96F-4B7B-9753-863815C9274C}" dt="2026-04-02T00:53:05.845" v="3038" actId="20577"/>
        <pc:sldMkLst>
          <pc:docMk/>
          <pc:sldMk cId="3202216213" sldId="452"/>
        </pc:sldMkLst>
        <pc:spChg chg="mod">
          <ac:chgData name="Lê Ngọc Lành" userId="8e0c50ca425b090c" providerId="LiveId" clId="{3598AC43-F96F-4B7B-9753-863815C9274C}" dt="2026-04-02T00:53:05.845" v="3038" actId="20577"/>
          <ac:spMkLst>
            <pc:docMk/>
            <pc:sldMk cId="3202216213" sldId="452"/>
            <ac:spMk id="8" creationId="{C46DCF48-C997-AF4C-BB40-4A4418CC10B8}"/>
          </ac:spMkLst>
        </pc:spChg>
      </pc:sldChg>
      <pc:sldChg chg="modSp add mod ord">
        <pc:chgData name="Lê Ngọc Lành" userId="8e0c50ca425b090c" providerId="LiveId" clId="{3598AC43-F96F-4B7B-9753-863815C9274C}" dt="2026-04-02T00:53:22.504" v="3052" actId="20577"/>
        <pc:sldMkLst>
          <pc:docMk/>
          <pc:sldMk cId="620897536" sldId="453"/>
        </pc:sldMkLst>
        <pc:spChg chg="mod">
          <ac:chgData name="Lê Ngọc Lành" userId="8e0c50ca425b090c" providerId="LiveId" clId="{3598AC43-F96F-4B7B-9753-863815C9274C}" dt="2026-04-02T00:53:22.504" v="3052" actId="20577"/>
          <ac:spMkLst>
            <pc:docMk/>
            <pc:sldMk cId="620897536" sldId="453"/>
            <ac:spMk id="8" creationId="{02D1A64B-569E-CA3E-B3D3-BCE0B5C454D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49688" y="0"/>
            <a:ext cx="2946400" cy="498475"/>
          </a:xfrm>
          <a:prstGeom prst="rect">
            <a:avLst/>
          </a:prstGeom>
        </p:spPr>
        <p:txBody>
          <a:bodyPr vert="horz" lIns="91440" tIns="45720" rIns="91440" bIns="45720" rtlCol="0"/>
          <a:lstStyle>
            <a:lvl1pPr algn="r">
              <a:defRPr sz="1200"/>
            </a:lvl1pPr>
          </a:lstStyle>
          <a:p>
            <a:fld id="{4703510E-2DD8-44D2-8140-5CCCAF97B4E9}" type="datetimeFigureOut">
              <a:rPr lang="en-US" smtClean="0"/>
              <a:t>5/21/2026</a:t>
            </a:fld>
            <a:endParaRPr lang="en-US"/>
          </a:p>
        </p:txBody>
      </p:sp>
      <p:sp>
        <p:nvSpPr>
          <p:cNvPr id="4" name="Footer Placeholder 3"/>
          <p:cNvSpPr>
            <a:spLocks noGrp="1"/>
          </p:cNvSpPr>
          <p:nvPr>
            <p:ph type="ftr" sz="quarter" idx="2"/>
          </p:nvPr>
        </p:nvSpPr>
        <p:spPr>
          <a:xfrm>
            <a:off x="0" y="9429750"/>
            <a:ext cx="2946400" cy="49847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49688" y="9429750"/>
            <a:ext cx="2946400" cy="498475"/>
          </a:xfrm>
          <a:prstGeom prst="rect">
            <a:avLst/>
          </a:prstGeom>
        </p:spPr>
        <p:txBody>
          <a:bodyPr vert="horz" lIns="91440" tIns="45720" rIns="91440" bIns="45720" rtlCol="0" anchor="b"/>
          <a:lstStyle>
            <a:lvl1pPr algn="r">
              <a:defRPr sz="1200"/>
            </a:lvl1pPr>
          </a:lstStyle>
          <a:p>
            <a:fld id="{EAA54B8A-DE42-4955-AB74-C41E4CB4D3F6}"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8475"/>
          </a:xfrm>
          <a:prstGeom prst="rect">
            <a:avLst/>
          </a:prstGeom>
        </p:spPr>
        <p:txBody>
          <a:bodyPr vert="horz" lIns="91440" tIns="45720" rIns="91440" bIns="45720" rtlCol="0"/>
          <a:lstStyle>
            <a:lvl1pPr algn="r">
              <a:defRPr sz="1200"/>
            </a:lvl1pPr>
          </a:lstStyle>
          <a:p>
            <a:fld id="{28ED40D3-4564-40BF-B8A4-5D7EEBD71B30}" type="datetimeFigureOut">
              <a:rPr lang="en-US" smtClean="0"/>
              <a:t>5/21/2026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8375"/>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84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8475"/>
          </a:xfrm>
          <a:prstGeom prst="rect">
            <a:avLst/>
          </a:prstGeom>
        </p:spPr>
        <p:txBody>
          <a:bodyPr vert="horz" lIns="91440" tIns="45720" rIns="91440" bIns="45720" rtlCol="0" anchor="b"/>
          <a:lstStyle>
            <a:lvl1pPr algn="r">
              <a:defRPr sz="1200"/>
            </a:lvl1pPr>
          </a:lstStyle>
          <a:p>
            <a:fld id="{C1936BE8-C6B9-419E-9D56-FD3E701AF11E}"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Hiện nay các hệ thống web ngày càng lớn và thay đổi thường xuyên nên nhu cầu kiểm thử phần mềm ngày càng tăng.</a:t>
            </a:r>
          </a:p>
          <a:p>
            <a:r>
              <a:rPr lang="vi-VN" dirty="0"/>
              <a:t>Tuy nhiên việc xây dựng test case và test script thủ công thường tốn nhiều thời gian, phụ thuộc kinh nghiệm tester và khó đảm bảo độ bao phủ đầy đủ.</a:t>
            </a:r>
          </a:p>
          <a:p>
            <a:r>
              <a:rPr lang="vi-VN" dirty="0"/>
              <a:t>Sự phát triển của AI, đặc biệt trong xử lý ngôn ngữ tự nhiên, mở ra khả năng hỗ trợ phân tích Use Case và sinh test case tự động.</a:t>
            </a:r>
          </a:p>
          <a:p>
            <a:endParaRPr lang="en-US" dirty="0"/>
          </a:p>
        </p:txBody>
      </p:sp>
      <p:sp>
        <p:nvSpPr>
          <p:cNvPr id="4" name="Slide Number Placeholder 3"/>
          <p:cNvSpPr>
            <a:spLocks noGrp="1"/>
          </p:cNvSpPr>
          <p:nvPr>
            <p:ph type="sldNum" sz="quarter" idx="5"/>
          </p:nvPr>
        </p:nvSpPr>
        <p:spPr/>
        <p:txBody>
          <a:bodyPr/>
          <a:lstStyle/>
          <a:p>
            <a:fld id="{C1936BE8-C6B9-419E-9D56-FD3E701AF11E}" type="slidenum">
              <a:rPr lang="en-US" smtClean="0"/>
              <a:t>4</a:t>
            </a:fld>
            <a:endParaRPr lang="en-US"/>
          </a:p>
        </p:txBody>
      </p:sp>
    </p:spTree>
    <p:extLst>
      <p:ext uri="{BB962C8B-B14F-4D97-AF65-F5344CB8AC3E}">
        <p14:creationId xmlns:p14="http://schemas.microsoft.com/office/powerpoint/2010/main" val="6131322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F391B-6797-42C7-95CC-5FEF08494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D56B0-8339-86F9-88ED-9750B112D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C43D8-1B70-3643-CBAE-B79A43D705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402CD9-1155-7C54-1B93-61ECC6E8A5B1}"/>
              </a:ext>
            </a:extLst>
          </p:cNvPr>
          <p:cNvSpPr>
            <a:spLocks noGrp="1"/>
          </p:cNvSpPr>
          <p:nvPr>
            <p:ph type="sldNum" sz="quarter" idx="5"/>
          </p:nvPr>
        </p:nvSpPr>
        <p:spPr/>
        <p:txBody>
          <a:bodyPr/>
          <a:lstStyle/>
          <a:p>
            <a:fld id="{C1936BE8-C6B9-419E-9D56-FD3E701AF11E}" type="slidenum">
              <a:rPr lang="en-US" smtClean="0"/>
              <a:t>5</a:t>
            </a:fld>
            <a:endParaRPr lang="en-US"/>
          </a:p>
        </p:txBody>
      </p:sp>
    </p:spTree>
    <p:extLst>
      <p:ext uri="{BB962C8B-B14F-4D97-AF65-F5344CB8AC3E}">
        <p14:creationId xmlns:p14="http://schemas.microsoft.com/office/powerpoint/2010/main" val="3036005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1EF63-4817-4A3A-53EE-4EE87D6B3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788AF1-E239-6516-E786-35D76CC23D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E5948-4C94-112E-52B3-85F4CEADD84F}"/>
              </a:ext>
            </a:extLst>
          </p:cNvPr>
          <p:cNvSpPr>
            <a:spLocks noGrp="1"/>
          </p:cNvSpPr>
          <p:nvPr>
            <p:ph type="body" idx="1"/>
          </p:nvPr>
        </p:nvSpPr>
        <p:spPr/>
        <p:txBody>
          <a:bodyPr/>
          <a:lstStyle/>
          <a:p>
            <a:r>
              <a:rPr lang="vi-VN" dirty="0"/>
              <a:t>Giai đoạn đầu tiên là sinh test case bằng AI.</a:t>
            </a:r>
          </a:p>
          <a:p>
            <a:r>
              <a:rPr lang="vi-VN" dirty="0"/>
              <a:t>Từ Use Case đầu vào, hệ thống sẽ:</a:t>
            </a:r>
            <a:r>
              <a:rPr lang="en-US" dirty="0"/>
              <a:t> </a:t>
            </a:r>
            <a:r>
              <a:rPr lang="vi-VN" dirty="0"/>
              <a:t>phân tích luồng xử lý, </a:t>
            </a:r>
            <a:r>
              <a:rPr lang="en-US" dirty="0"/>
              <a:t> </a:t>
            </a:r>
            <a:r>
              <a:rPr lang="vi-VN" dirty="0"/>
              <a:t>tách execution path, gửi prompt đến mô hình AI, validate kết quả, sau đó xuất test case ra JSON và Excel. </a:t>
            </a:r>
          </a:p>
          <a:p>
            <a:r>
              <a:rPr lang="vi-VN" dirty="0"/>
              <a:t>Giai đoạn thứ hai là sinh test script theo mô hình Keyword-Driven.</a:t>
            </a:r>
          </a:p>
          <a:p>
            <a:r>
              <a:rPr lang="vi-VN" dirty="0"/>
              <a:t>Ở bước này framework không sử dụng AI mà sử dụng cơ chế ánh xạ gồm:</a:t>
            </a:r>
            <a:r>
              <a:rPr lang="en-US" dirty="0"/>
              <a:t> </a:t>
            </a:r>
            <a:r>
              <a:rPr lang="vi-VN" dirty="0"/>
              <a:t>keyword mapping, semantic locator mapping, data binding để chuyển đổi test case thành keyword script hoàn chỉnh.</a:t>
            </a:r>
          </a:p>
          <a:p>
            <a:r>
              <a:rPr lang="vi-VN" dirty="0"/>
              <a:t>Giai đoạn thứ ba là thực thi kiểm thử bằng Selenium và Pytest.</a:t>
            </a:r>
          </a:p>
          <a:p>
            <a:r>
              <a:rPr lang="vi-VN" dirty="0"/>
              <a:t>Framework sẽ:</a:t>
            </a:r>
            <a:r>
              <a:rPr lang="en-US" dirty="0"/>
              <a:t> </a:t>
            </a:r>
            <a:r>
              <a:rPr lang="vi-VN" dirty="0"/>
              <a:t>đọc test script, </a:t>
            </a:r>
            <a:r>
              <a:rPr lang="en-US" dirty="0"/>
              <a:t> </a:t>
            </a:r>
            <a:r>
              <a:rPr lang="vi-VN" dirty="0"/>
              <a:t>dispatch keyword, thực hiện thao tác trên trình duyệt, verify kết quả, ghi log và screenshot nếu xảy ra lỗi. </a:t>
            </a:r>
          </a:p>
          <a:p>
            <a:r>
              <a:rPr lang="vi-VN" dirty="0"/>
              <a:t>Cuối cùng hệ thống xuất báo cáo kiểm thử HTML bằng pytest-html để tổng hợp kết quả thực thi.</a:t>
            </a:r>
          </a:p>
          <a:p>
            <a:endParaRPr lang="en-US" dirty="0"/>
          </a:p>
        </p:txBody>
      </p:sp>
      <p:sp>
        <p:nvSpPr>
          <p:cNvPr id="4" name="Slide Number Placeholder 3">
            <a:extLst>
              <a:ext uri="{FF2B5EF4-FFF2-40B4-BE49-F238E27FC236}">
                <a16:creationId xmlns:a16="http://schemas.microsoft.com/office/drawing/2014/main" id="{270CD197-ECB9-039B-212B-91F85D4B82CB}"/>
              </a:ext>
            </a:extLst>
          </p:cNvPr>
          <p:cNvSpPr>
            <a:spLocks noGrp="1"/>
          </p:cNvSpPr>
          <p:nvPr>
            <p:ph type="sldNum" sz="quarter" idx="5"/>
          </p:nvPr>
        </p:nvSpPr>
        <p:spPr/>
        <p:txBody>
          <a:bodyPr/>
          <a:lstStyle/>
          <a:p>
            <a:fld id="{C1936BE8-C6B9-419E-9D56-FD3E701AF11E}" type="slidenum">
              <a:rPr lang="en-US" smtClean="0"/>
              <a:t>7</a:t>
            </a:fld>
            <a:endParaRPr lang="en-US"/>
          </a:p>
        </p:txBody>
      </p:sp>
    </p:spTree>
    <p:extLst>
      <p:ext uri="{BB962C8B-B14F-4D97-AF65-F5344CB8AC3E}">
        <p14:creationId xmlns:p14="http://schemas.microsoft.com/office/powerpoint/2010/main" val="2015690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32A17-9279-F1A1-ABB7-C75CC8193B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E765E-7724-964C-964C-D5BA9F4C6A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9CC23-3803-0CAE-4D35-2748FC79BF24}"/>
              </a:ext>
            </a:extLst>
          </p:cNvPr>
          <p:cNvSpPr>
            <a:spLocks noGrp="1"/>
          </p:cNvSpPr>
          <p:nvPr>
            <p:ph type="body" idx="1"/>
          </p:nvPr>
        </p:nvSpPr>
        <p:spPr/>
        <p:txBody>
          <a:bodyPr/>
          <a:lstStyle/>
          <a:p>
            <a:r>
              <a:rPr lang="vi-VN" dirty="0"/>
              <a:t>Đầu tiên hệ thống phân tích Use Case và tách thành các execution path.</a:t>
            </a:r>
          </a:p>
          <a:p>
            <a:r>
              <a:rPr lang="vi-VN" dirty="0"/>
              <a:t>Sau đó framework gửi prompt đến mô hình openai/gpt-oss-20b thông qua LM Studio để sinh test case tương ứng cho từng luồng xử lý.</a:t>
            </a:r>
          </a:p>
          <a:p>
            <a:r>
              <a:rPr lang="vi-VN" dirty="0"/>
              <a:t>Kết quả sinh ra tiếp tục được validate nhằm kiểm tra:</a:t>
            </a:r>
            <a:r>
              <a:rPr lang="en-US" dirty="0"/>
              <a:t> </a:t>
            </a:r>
            <a:r>
              <a:rPr lang="vi-VN" dirty="0"/>
              <a:t>cấu trúc, traceability, verify step, missing step. </a:t>
            </a:r>
          </a:p>
          <a:p>
            <a:r>
              <a:rPr lang="vi-VN" dirty="0"/>
              <a:t>Sau khi validate thành công, hệ thống chuẩn hóa dữ liệu và xuất test case ra:</a:t>
            </a:r>
            <a:r>
              <a:rPr lang="en-US" dirty="0"/>
              <a:t> </a:t>
            </a:r>
            <a:r>
              <a:rPr lang="vi-VN" dirty="0"/>
              <a:t>JSON</a:t>
            </a:r>
            <a:r>
              <a:rPr lang="en-US" dirty="0"/>
              <a:t> </a:t>
            </a:r>
            <a:r>
              <a:rPr lang="vi-VN" dirty="0"/>
              <a:t>và Excel để phục vụ cho giai đoạn sinh test script.</a:t>
            </a:r>
          </a:p>
          <a:p>
            <a:endParaRPr lang="en-US" dirty="0"/>
          </a:p>
        </p:txBody>
      </p:sp>
      <p:sp>
        <p:nvSpPr>
          <p:cNvPr id="4" name="Slide Number Placeholder 3">
            <a:extLst>
              <a:ext uri="{FF2B5EF4-FFF2-40B4-BE49-F238E27FC236}">
                <a16:creationId xmlns:a16="http://schemas.microsoft.com/office/drawing/2014/main" id="{FF33B282-24B1-0EC5-0398-91854743C0F0}"/>
              </a:ext>
            </a:extLst>
          </p:cNvPr>
          <p:cNvSpPr>
            <a:spLocks noGrp="1"/>
          </p:cNvSpPr>
          <p:nvPr>
            <p:ph type="sldNum" sz="quarter" idx="5"/>
          </p:nvPr>
        </p:nvSpPr>
        <p:spPr/>
        <p:txBody>
          <a:bodyPr/>
          <a:lstStyle/>
          <a:p>
            <a:fld id="{C1936BE8-C6B9-419E-9D56-FD3E701AF11E}" type="slidenum">
              <a:rPr lang="en-US" smtClean="0"/>
              <a:t>8</a:t>
            </a:fld>
            <a:endParaRPr lang="en-US"/>
          </a:p>
        </p:txBody>
      </p:sp>
    </p:spTree>
    <p:extLst>
      <p:ext uri="{BB962C8B-B14F-4D97-AF65-F5344CB8AC3E}">
        <p14:creationId xmlns:p14="http://schemas.microsoft.com/office/powerpoint/2010/main" val="3023372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48810-4CE7-2CC9-79E4-1603792091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98ACC-503A-A990-542C-7EB6C3D76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26C10E-60C2-A554-F5D9-FFB7C79C6575}"/>
              </a:ext>
            </a:extLst>
          </p:cNvPr>
          <p:cNvSpPr>
            <a:spLocks noGrp="1"/>
          </p:cNvSpPr>
          <p:nvPr>
            <p:ph type="body" idx="1"/>
          </p:nvPr>
        </p:nvSpPr>
        <p:spPr/>
        <p:txBody>
          <a:bodyPr/>
          <a:lstStyle/>
          <a:p>
            <a:r>
              <a:rPr lang="vi-VN" dirty="0"/>
              <a:t>Sau khi có test case, framework tiếp tục thực hiện ánh xạ keyword để chuyển đổi raw step thành keyword chuẩn.</a:t>
            </a:r>
          </a:p>
          <a:p>
            <a:r>
              <a:rPr lang="vi-VN" dirty="0"/>
              <a:t>Đầu tiên hệ thống trích xuất hành động từ step text thông qua module action_extractor.py.</a:t>
            </a:r>
          </a:p>
          <a:p>
            <a:r>
              <a:rPr lang="vi-VN" dirty="0"/>
              <a:t>Sau đó framework so khớp step với các pattern trong ACTION_PATTERNS.</a:t>
            </a:r>
          </a:p>
          <a:p>
            <a:r>
              <a:rPr lang="vi-VN" dirty="0"/>
              <a:t>Hệ thống tính score dựa trên:</a:t>
            </a:r>
            <a:r>
              <a:rPr lang="en-US" dirty="0"/>
              <a:t> </a:t>
            </a:r>
            <a:r>
              <a:rPr lang="vi-VN" dirty="0"/>
              <a:t>pattern matching, độ dài pattern, mức độ ưu tiên. </a:t>
            </a:r>
          </a:p>
          <a:p>
            <a:r>
              <a:rPr lang="vi-VN" dirty="0"/>
              <a:t>Keyword có điểm cao nhất sẽ được chọn làm keyword chính thức cho bước kiểm thử.</a:t>
            </a:r>
          </a:p>
          <a:p>
            <a:r>
              <a:rPr lang="vi-VN" dirty="0"/>
              <a:t>Nếu step là verify step, hệ thống tiếp tục sinh verify keyword tương ứng như:</a:t>
            </a:r>
            <a:r>
              <a:rPr lang="en-US" dirty="0"/>
              <a:t> </a:t>
            </a:r>
            <a:r>
              <a:rPr lang="vi-VN" dirty="0"/>
              <a:t>contains, equals. </a:t>
            </a:r>
          </a:p>
          <a:p>
            <a:r>
              <a:rPr lang="vi-VN" dirty="0"/>
              <a:t>Kết quả cuối cùng là keyword step phục vụ cho quá trình sinh test script.</a:t>
            </a:r>
          </a:p>
          <a:p>
            <a:endParaRPr lang="en-US" dirty="0"/>
          </a:p>
        </p:txBody>
      </p:sp>
      <p:sp>
        <p:nvSpPr>
          <p:cNvPr id="4" name="Slide Number Placeholder 3">
            <a:extLst>
              <a:ext uri="{FF2B5EF4-FFF2-40B4-BE49-F238E27FC236}">
                <a16:creationId xmlns:a16="http://schemas.microsoft.com/office/drawing/2014/main" id="{EC795890-8DF8-046B-0E9A-3162E66B8928}"/>
              </a:ext>
            </a:extLst>
          </p:cNvPr>
          <p:cNvSpPr>
            <a:spLocks noGrp="1"/>
          </p:cNvSpPr>
          <p:nvPr>
            <p:ph type="sldNum" sz="quarter" idx="5"/>
          </p:nvPr>
        </p:nvSpPr>
        <p:spPr/>
        <p:txBody>
          <a:bodyPr/>
          <a:lstStyle/>
          <a:p>
            <a:fld id="{C1936BE8-C6B9-419E-9D56-FD3E701AF11E}" type="slidenum">
              <a:rPr lang="en-US" smtClean="0"/>
              <a:t>9</a:t>
            </a:fld>
            <a:endParaRPr lang="en-US"/>
          </a:p>
        </p:txBody>
      </p:sp>
    </p:spTree>
    <p:extLst>
      <p:ext uri="{BB962C8B-B14F-4D97-AF65-F5344CB8AC3E}">
        <p14:creationId xmlns:p14="http://schemas.microsoft.com/office/powerpoint/2010/main" val="3111641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6A298-476F-E2E8-B0CF-9735D9E448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07BE9-120D-E294-BB76-41F969D70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A1CFD-C333-3897-0EE4-9D6EAF528EB1}"/>
              </a:ext>
            </a:extLst>
          </p:cNvPr>
          <p:cNvSpPr>
            <a:spLocks noGrp="1"/>
          </p:cNvSpPr>
          <p:nvPr>
            <p:ph type="body" idx="1"/>
          </p:nvPr>
        </p:nvSpPr>
        <p:spPr/>
        <p:txBody>
          <a:bodyPr/>
          <a:lstStyle/>
          <a:p>
            <a:r>
              <a:rPr lang="vi-VN" dirty="0"/>
              <a:t>Sau khi xác định keyword, framework tiếp tục thực hiện semantic locator mapping để tìm locator phù hợp.</a:t>
            </a:r>
          </a:p>
          <a:p>
            <a:r>
              <a:rPr lang="vi-VN" dirty="0"/>
              <a:t>Hệ thống đọc toàn bộ locator trong file locator.yaml và lấy semantic text tương ứng.</a:t>
            </a:r>
          </a:p>
          <a:p>
            <a:r>
              <a:rPr lang="vi-VN" dirty="0"/>
              <a:t>Sau đó sử dụng Sentence Transformer để mã hóa step text và semantic text thành vector embedding.</a:t>
            </a:r>
          </a:p>
          <a:p>
            <a:r>
              <a:rPr lang="vi-VN" dirty="0"/>
              <a:t>Framework tiếp tục tính cosine similarity giữa các vector nhằm đo độ tương đồng ngữ nghĩa.</a:t>
            </a:r>
          </a:p>
          <a:p>
            <a:r>
              <a:rPr lang="vi-VN" dirty="0"/>
              <a:t>Ngoài similarity score, hệ thống còn áp dụng bonus rule để ưu tiên các locator phù hợp với:</a:t>
            </a:r>
            <a:r>
              <a:rPr lang="en-US" dirty="0"/>
              <a:t> </a:t>
            </a:r>
            <a:r>
              <a:rPr lang="vi-VN" dirty="0"/>
              <a:t>loại hành động, semantic text, hoặc data key. </a:t>
            </a:r>
          </a:p>
          <a:p>
            <a:r>
              <a:rPr lang="vi-VN" dirty="0"/>
              <a:t>Sau khi ranking toàn bộ candidate locator, framework chọn locator có tổng điểm cao nhất để gắn vào keyword step.</a:t>
            </a:r>
          </a:p>
          <a:p>
            <a:endParaRPr lang="en-US" dirty="0"/>
          </a:p>
        </p:txBody>
      </p:sp>
      <p:sp>
        <p:nvSpPr>
          <p:cNvPr id="4" name="Slide Number Placeholder 3">
            <a:extLst>
              <a:ext uri="{FF2B5EF4-FFF2-40B4-BE49-F238E27FC236}">
                <a16:creationId xmlns:a16="http://schemas.microsoft.com/office/drawing/2014/main" id="{130659C0-166F-9AC4-EEA3-C30C3A11D207}"/>
              </a:ext>
            </a:extLst>
          </p:cNvPr>
          <p:cNvSpPr>
            <a:spLocks noGrp="1"/>
          </p:cNvSpPr>
          <p:nvPr>
            <p:ph type="sldNum" sz="quarter" idx="5"/>
          </p:nvPr>
        </p:nvSpPr>
        <p:spPr/>
        <p:txBody>
          <a:bodyPr/>
          <a:lstStyle/>
          <a:p>
            <a:fld id="{C1936BE8-C6B9-419E-9D56-FD3E701AF11E}" type="slidenum">
              <a:rPr lang="en-US" smtClean="0"/>
              <a:t>10</a:t>
            </a:fld>
            <a:endParaRPr lang="en-US"/>
          </a:p>
        </p:txBody>
      </p:sp>
    </p:spTree>
    <p:extLst>
      <p:ext uri="{BB962C8B-B14F-4D97-AF65-F5344CB8AC3E}">
        <p14:creationId xmlns:p14="http://schemas.microsoft.com/office/powerpoint/2010/main" val="1569742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E493E-5D4C-EEFA-31C9-62E3F8A8D7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E75961-61A7-833E-F15F-68CA0FC76A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169FD-FC40-856E-0451-228DD949DE5E}"/>
              </a:ext>
            </a:extLst>
          </p:cNvPr>
          <p:cNvSpPr>
            <a:spLocks noGrp="1"/>
          </p:cNvSpPr>
          <p:nvPr>
            <p:ph type="body" idx="1"/>
          </p:nvPr>
        </p:nvSpPr>
        <p:spPr/>
        <p:txBody>
          <a:bodyPr/>
          <a:lstStyle/>
          <a:p>
            <a:r>
              <a:rPr lang="vi-VN" dirty="0"/>
              <a:t>Sau khi hoàn thành ánh xạ keyword và locator, framework tiếp tục thực hiện data mapping.</a:t>
            </a:r>
          </a:p>
          <a:p>
            <a:r>
              <a:rPr lang="vi-VN" dirty="0"/>
              <a:t>Hệ thống đầu tiên kiểm tra step hiện tại có cần dữ liệu đầu vào hay không.</a:t>
            </a:r>
          </a:p>
          <a:p>
            <a:r>
              <a:rPr lang="vi-VN" dirty="0"/>
              <a:t>Sau đó framework phân tích nội dung step để suy ra điều kiện dữ liệu như:</a:t>
            </a:r>
            <a:r>
              <a:rPr lang="en-US" dirty="0"/>
              <a:t> </a:t>
            </a:r>
            <a:r>
              <a:rPr lang="vi-VN" dirty="0"/>
              <a:t>empty, invalid_char, min_length, valid. </a:t>
            </a:r>
          </a:p>
          <a:p>
            <a:r>
              <a:rPr lang="vi-VN" dirty="0"/>
              <a:t>Tiếp theo hệ thống đọc danh sách data_key từ locator đã ánh xạ và duyệt toàn bộ nguồn dữ liệu kiểm thử.</a:t>
            </a:r>
          </a:p>
          <a:p>
            <a:r>
              <a:rPr lang="vi-VN" dirty="0"/>
              <a:t>Framework validate từng giá trị dữ liệu, tính score cho từng dòng dữ liệu và chọn dòng phù hợp nhất với điều kiện kiểm thử hiện tại.</a:t>
            </a:r>
          </a:p>
          <a:p>
            <a:r>
              <a:rPr lang="vi-VN" dirty="0"/>
              <a:t>Cuối cùng giá trị dữ liệu được bind trực tiếp vào keyword step để phục vụ quá trình thực thi kiểm thử tự động.</a:t>
            </a:r>
          </a:p>
          <a:p>
            <a:endParaRPr lang="vi-VN" dirty="0"/>
          </a:p>
          <a:p>
            <a:endParaRPr lang="en-US" dirty="0"/>
          </a:p>
        </p:txBody>
      </p:sp>
      <p:sp>
        <p:nvSpPr>
          <p:cNvPr id="4" name="Slide Number Placeholder 3">
            <a:extLst>
              <a:ext uri="{FF2B5EF4-FFF2-40B4-BE49-F238E27FC236}">
                <a16:creationId xmlns:a16="http://schemas.microsoft.com/office/drawing/2014/main" id="{B36B4558-0929-B571-DE57-8E4977B5502F}"/>
              </a:ext>
            </a:extLst>
          </p:cNvPr>
          <p:cNvSpPr>
            <a:spLocks noGrp="1"/>
          </p:cNvSpPr>
          <p:nvPr>
            <p:ph type="sldNum" sz="quarter" idx="5"/>
          </p:nvPr>
        </p:nvSpPr>
        <p:spPr/>
        <p:txBody>
          <a:bodyPr/>
          <a:lstStyle/>
          <a:p>
            <a:fld id="{C1936BE8-C6B9-419E-9D56-FD3E701AF11E}" type="slidenum">
              <a:rPr lang="en-US" smtClean="0"/>
              <a:t>11</a:t>
            </a:fld>
            <a:endParaRPr lang="en-US"/>
          </a:p>
        </p:txBody>
      </p:sp>
    </p:spTree>
    <p:extLst>
      <p:ext uri="{BB962C8B-B14F-4D97-AF65-F5344CB8AC3E}">
        <p14:creationId xmlns:p14="http://schemas.microsoft.com/office/powerpoint/2010/main" val="40335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POM giúp quản lý giao diện theo từng trang, </a:t>
            </a:r>
            <a:endParaRPr lang="en-US" dirty="0"/>
          </a:p>
          <a:p>
            <a:r>
              <a:rPr lang="vi-VN" dirty="0"/>
              <a:t>KDT giúp chuẩn hóa các bước kiểm thử, </a:t>
            </a:r>
            <a:endParaRPr lang="en-US" dirty="0"/>
          </a:p>
          <a:p>
            <a:r>
              <a:rPr lang="vi-VN" dirty="0"/>
              <a:t>DDT giúp tách dữ liệu khỏi logic kiểm thử.</a:t>
            </a:r>
            <a:endParaRPr lang="en-US" dirty="0"/>
          </a:p>
        </p:txBody>
      </p:sp>
      <p:sp>
        <p:nvSpPr>
          <p:cNvPr id="4" name="Slide Number Placeholder 3"/>
          <p:cNvSpPr>
            <a:spLocks noGrp="1"/>
          </p:cNvSpPr>
          <p:nvPr>
            <p:ph type="sldNum" sz="quarter" idx="5"/>
          </p:nvPr>
        </p:nvSpPr>
        <p:spPr/>
        <p:txBody>
          <a:bodyPr/>
          <a:lstStyle/>
          <a:p>
            <a:fld id="{C1936BE8-C6B9-419E-9D56-FD3E701AF11E}" type="slidenum">
              <a:rPr lang="en-US" smtClean="0"/>
              <a:t>12</a:t>
            </a:fld>
            <a:endParaRPr lang="en-US"/>
          </a:p>
        </p:txBody>
      </p:sp>
    </p:spTree>
    <p:extLst>
      <p:ext uri="{BB962C8B-B14F-4D97-AF65-F5344CB8AC3E}">
        <p14:creationId xmlns:p14="http://schemas.microsoft.com/office/powerpoint/2010/main" val="13400842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Kiến</a:t>
            </a:r>
            <a:r>
              <a:rPr lang="en-US" dirty="0"/>
              <a:t> </a:t>
            </a:r>
            <a:r>
              <a:rPr lang="en-US" dirty="0" err="1"/>
              <a:t>trúc</a:t>
            </a:r>
            <a:r>
              <a:rPr lang="en-US" dirty="0"/>
              <a:t> </a:t>
            </a:r>
            <a:r>
              <a:rPr lang="en-US" dirty="0" err="1"/>
              <a:t>gồm</a:t>
            </a:r>
            <a:r>
              <a:rPr lang="en-US" dirty="0"/>
              <a:t> </a:t>
            </a:r>
            <a:r>
              <a:rPr lang="en-US" dirty="0" err="1"/>
              <a:t>các</a:t>
            </a:r>
            <a:r>
              <a:rPr lang="en-US" dirty="0"/>
              <a:t> module:</a:t>
            </a:r>
          </a:p>
          <a:p>
            <a:r>
              <a:rPr lang="en-US" dirty="0"/>
              <a:t>core: </a:t>
            </a:r>
            <a:r>
              <a:rPr lang="en-US" dirty="0" err="1"/>
              <a:t>xử</a:t>
            </a:r>
            <a:r>
              <a:rPr lang="en-US" dirty="0"/>
              <a:t> </a:t>
            </a:r>
            <a:r>
              <a:rPr lang="en-US" dirty="0" err="1"/>
              <a:t>lý</a:t>
            </a:r>
            <a:r>
              <a:rPr lang="en-US" dirty="0"/>
              <a:t> keyword </a:t>
            </a:r>
            <a:r>
              <a:rPr lang="en-US" dirty="0" err="1"/>
              <a:t>và</a:t>
            </a:r>
            <a:r>
              <a:rPr lang="en-US" dirty="0"/>
              <a:t> </a:t>
            </a:r>
            <a:r>
              <a:rPr lang="en-US" dirty="0" err="1"/>
              <a:t>điều</a:t>
            </a:r>
            <a:r>
              <a:rPr lang="en-US" dirty="0"/>
              <a:t> </a:t>
            </a:r>
            <a:r>
              <a:rPr lang="en-US" dirty="0" err="1"/>
              <a:t>phối</a:t>
            </a:r>
            <a:r>
              <a:rPr lang="en-US" dirty="0"/>
              <a:t> </a:t>
            </a:r>
          </a:p>
          <a:p>
            <a:r>
              <a:rPr lang="en-US" dirty="0"/>
              <a:t>pages: POM </a:t>
            </a:r>
            <a:r>
              <a:rPr lang="en-US" dirty="0" err="1"/>
              <a:t>quản</a:t>
            </a:r>
            <a:r>
              <a:rPr lang="en-US" dirty="0"/>
              <a:t> </a:t>
            </a:r>
            <a:r>
              <a:rPr lang="en-US" dirty="0" err="1"/>
              <a:t>lý</a:t>
            </a:r>
            <a:r>
              <a:rPr lang="en-US" dirty="0"/>
              <a:t> </a:t>
            </a:r>
            <a:r>
              <a:rPr lang="en-US" dirty="0" err="1"/>
              <a:t>giao</a:t>
            </a:r>
            <a:r>
              <a:rPr lang="en-US" dirty="0"/>
              <a:t> </a:t>
            </a:r>
            <a:r>
              <a:rPr lang="en-US" dirty="0" err="1"/>
              <a:t>diện</a:t>
            </a:r>
            <a:r>
              <a:rPr lang="en-US" dirty="0"/>
              <a:t> </a:t>
            </a:r>
          </a:p>
          <a:p>
            <a:r>
              <a:rPr lang="en-US" dirty="0"/>
              <a:t>utils: mapping, loader, logger </a:t>
            </a:r>
          </a:p>
          <a:p>
            <a:r>
              <a:rPr lang="en-US" dirty="0"/>
              <a:t>AI: </a:t>
            </a:r>
            <a:r>
              <a:rPr lang="en-US" dirty="0" err="1"/>
              <a:t>sinh</a:t>
            </a:r>
            <a:r>
              <a:rPr lang="en-US" dirty="0"/>
              <a:t> test case </a:t>
            </a:r>
            <a:r>
              <a:rPr lang="en-US" dirty="0" err="1"/>
              <a:t>và</a:t>
            </a:r>
            <a:r>
              <a:rPr lang="en-US" dirty="0"/>
              <a:t> test script </a:t>
            </a:r>
          </a:p>
          <a:p>
            <a:r>
              <a:rPr lang="en-US" dirty="0"/>
              <a:t>resources: </a:t>
            </a:r>
            <a:r>
              <a:rPr lang="en-US" dirty="0" err="1"/>
              <a:t>dữ</a:t>
            </a:r>
            <a:r>
              <a:rPr lang="en-US" dirty="0"/>
              <a:t> </a:t>
            </a:r>
            <a:r>
              <a:rPr lang="en-US" dirty="0" err="1"/>
              <a:t>liệu</a:t>
            </a:r>
            <a:r>
              <a:rPr lang="en-US" dirty="0"/>
              <a:t> </a:t>
            </a:r>
            <a:r>
              <a:rPr lang="en-US" dirty="0" err="1"/>
              <a:t>và</a:t>
            </a:r>
            <a:r>
              <a:rPr lang="en-US" dirty="0"/>
              <a:t> locator </a:t>
            </a:r>
          </a:p>
          <a:p>
            <a:r>
              <a:rPr lang="en-US" dirty="0"/>
              <a:t>test: </a:t>
            </a:r>
            <a:r>
              <a:rPr lang="en-US" dirty="0" err="1"/>
              <a:t>thực</a:t>
            </a:r>
            <a:r>
              <a:rPr lang="en-US" dirty="0"/>
              <a:t> </a:t>
            </a:r>
            <a:r>
              <a:rPr lang="en-US" dirty="0" err="1"/>
              <a:t>thi</a:t>
            </a:r>
            <a:r>
              <a:rPr lang="en-US" dirty="0"/>
              <a:t> test case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 </a:t>
            </a:r>
            <a:r>
              <a:rPr lang="vi-VN" dirty="0"/>
              <a:t>Hệ thống được chia thành nhiều module như core, pages, utils và AI, giúp tách biệt rõ ràng các chức năng. Toàn bộ quy trình hoạt động theo pipeline từ Use Case, qua AI xử lý, sinh test case, test script và thực thi kiểm thử.</a:t>
            </a:r>
          </a:p>
          <a:p>
            <a:endParaRPr lang="en-US" dirty="0"/>
          </a:p>
        </p:txBody>
      </p:sp>
      <p:sp>
        <p:nvSpPr>
          <p:cNvPr id="4" name="Slide Number Placeholder 3"/>
          <p:cNvSpPr>
            <a:spLocks noGrp="1"/>
          </p:cNvSpPr>
          <p:nvPr>
            <p:ph type="sldNum" sz="quarter" idx="5"/>
          </p:nvPr>
        </p:nvSpPr>
        <p:spPr/>
        <p:txBody>
          <a:bodyPr/>
          <a:lstStyle/>
          <a:p>
            <a:fld id="{C1936BE8-C6B9-419E-9D56-FD3E701AF11E}" type="slidenum">
              <a:rPr lang="en-US" smtClean="0"/>
              <a:t>13</a:t>
            </a:fld>
            <a:endParaRPr lang="en-US"/>
          </a:p>
        </p:txBody>
      </p:sp>
    </p:spTree>
    <p:extLst>
      <p:ext uri="{BB962C8B-B14F-4D97-AF65-F5344CB8AC3E}">
        <p14:creationId xmlns:p14="http://schemas.microsoft.com/office/powerpoint/2010/main" val="32338208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6663E-7919-70E0-7312-A85937A1A4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56E4DE-E8F0-B9CA-86EB-0C5DD39E31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72322C-D986-1C41-BE1E-0C0C221558F5}"/>
              </a:ext>
            </a:extLst>
          </p:cNvPr>
          <p:cNvSpPr>
            <a:spLocks noGrp="1"/>
          </p:cNvSpPr>
          <p:nvPr>
            <p:ph type="body" idx="1"/>
          </p:nvPr>
        </p:nvSpPr>
        <p:spPr/>
        <p:txBody>
          <a:bodyPr/>
          <a:lstStyle/>
          <a:p>
            <a:r>
              <a:rPr lang="vi-VN" dirty="0"/>
              <a:t>Trong quy trình truyền thống, tester phải thực hiện gần như toàn bộ công việc thủ công:</a:t>
            </a:r>
            <a:r>
              <a:rPr lang="en-US" dirty="0"/>
              <a:t> </a:t>
            </a:r>
            <a:r>
              <a:rPr lang="vi-VN" dirty="0"/>
              <a:t>phân tích nghiệp vụ, thiết kế test case, viết keyword script, mapping locator, chuẩn bị dữ liệu kiểm thử. </a:t>
            </a:r>
          </a:p>
          <a:p>
            <a:r>
              <a:rPr lang="vi-VN" dirty="0"/>
              <a:t>Điều này tốn nhiều thời gian và phụ thuộc lớn vào kinh nghiệm của kiểm thử viên.</a:t>
            </a:r>
          </a:p>
          <a:p>
            <a:r>
              <a:rPr lang="vi-VN" dirty="0"/>
              <a:t>Sau khi áp dụng AI, hệ thống có khả năng tự động sinh test case từ Use Case.</a:t>
            </a:r>
          </a:p>
          <a:p>
            <a:r>
              <a:rPr lang="vi-VN" dirty="0"/>
              <a:t>Tiếp theo framework sử dụng cơ chế ánh xạ gồm:</a:t>
            </a:r>
            <a:r>
              <a:rPr lang="en-US" dirty="0"/>
              <a:t> </a:t>
            </a:r>
            <a:r>
              <a:rPr lang="vi-VN" dirty="0"/>
              <a:t>Keyword Mapping, Semantic Locator Mapping, Data Binding để tự động sinh test script hoàn chỉnh.</a:t>
            </a:r>
          </a:p>
          <a:p>
            <a:r>
              <a:rPr lang="vi-VN" dirty="0"/>
              <a:t>Nhờ đó hệ thống giúp</a:t>
            </a:r>
            <a:r>
              <a:rPr lang="en-US" dirty="0"/>
              <a:t> </a:t>
            </a:r>
            <a:r>
              <a:rPr lang="vi-VN" dirty="0"/>
              <a:t>giảm đáng kể thời gian xây dựng test script, tăng tính nhất quán, nâng cao khả năng tái sử dụng, và hỗ trợ mở rộng framework dễ dàng hơn. </a:t>
            </a:r>
          </a:p>
          <a:p>
            <a:r>
              <a:rPr lang="vi-VN" dirty="0"/>
              <a:t>Tuy nhiên các bước review vẫn cần tester tham gia nhằm đảm bảo độ chính xác trước khi thực thi kiểm thử tự động.</a:t>
            </a:r>
          </a:p>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7992179-2C69-9CEF-B4C7-1032D9213171}"/>
              </a:ext>
            </a:extLst>
          </p:cNvPr>
          <p:cNvSpPr>
            <a:spLocks noGrp="1"/>
          </p:cNvSpPr>
          <p:nvPr>
            <p:ph type="sldNum" sz="quarter" idx="5"/>
          </p:nvPr>
        </p:nvSpPr>
        <p:spPr/>
        <p:txBody>
          <a:bodyPr/>
          <a:lstStyle/>
          <a:p>
            <a:fld id="{C1936BE8-C6B9-419E-9D56-FD3E701AF11E}" type="slidenum">
              <a:rPr lang="en-US" smtClean="0"/>
              <a:t>14</a:t>
            </a:fld>
            <a:endParaRPr lang="en-US"/>
          </a:p>
        </p:txBody>
      </p:sp>
    </p:spTree>
    <p:extLst>
      <p:ext uri="{BB962C8B-B14F-4D97-AF65-F5344CB8AC3E}">
        <p14:creationId xmlns:p14="http://schemas.microsoft.com/office/powerpoint/2010/main" val="4406141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C1B20-263F-C070-E854-A0E2C171AB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B0F91-DFA3-987D-6434-EA7923818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F3BC3-8D96-63EB-58CA-A3A74ABE8ABC}"/>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Use Case: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Test Case Generation: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AI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Use Case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test case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Excution</a:t>
            </a:r>
            <a:r>
              <a:rPr lang="en-US" sz="1200" kern="1200" dirty="0">
                <a:solidFill>
                  <a:schemeClr val="tx1"/>
                </a:solidFill>
                <a:effectLst/>
                <a:latin typeface="+mn-lt"/>
                <a:ea typeface="+mn-ea"/>
                <a:cs typeface="+mn-cs"/>
              </a:rPr>
              <a:t> path.</a:t>
            </a:r>
          </a:p>
          <a:p>
            <a:r>
              <a:rPr lang="en-US" sz="1200" kern="1200" dirty="0">
                <a:solidFill>
                  <a:schemeClr val="tx1"/>
                </a:solidFill>
                <a:effectLst/>
                <a:latin typeface="+mn-lt"/>
                <a:ea typeface="+mn-ea"/>
                <a:cs typeface="+mn-cs"/>
              </a:rPr>
              <a:t>Test Script Generation: </a:t>
            </a:r>
            <a:r>
              <a:rPr lang="en-US" sz="1200" kern="1200" dirty="0" err="1">
                <a:solidFill>
                  <a:schemeClr val="tx1"/>
                </a:solidFill>
                <a:effectLst/>
                <a:latin typeface="+mn-lt"/>
                <a:ea typeface="+mn-ea"/>
                <a:cs typeface="+mn-cs"/>
              </a:rPr>
              <a:t>Chuyển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đổi</a:t>
            </a:r>
            <a:r>
              <a:rPr lang="en-US" sz="1200" kern="1200" dirty="0">
                <a:solidFill>
                  <a:schemeClr val="tx1"/>
                </a:solidFill>
                <a:effectLst/>
                <a:latin typeface="+mn-lt"/>
                <a:ea typeface="+mn-ea"/>
                <a:cs typeface="+mn-cs"/>
              </a:rPr>
              <a:t> test case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test script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xạ</a:t>
            </a:r>
            <a:r>
              <a:rPr lang="en-US" sz="1200" kern="1200" dirty="0">
                <a:solidFill>
                  <a:schemeClr val="tx1"/>
                </a:solidFill>
                <a:effectLst/>
                <a:latin typeface="+mn-lt"/>
                <a:ea typeface="+mn-ea"/>
                <a:cs typeface="+mn-cs"/>
              </a:rPr>
              <a:t> keyword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locator.</a:t>
            </a:r>
          </a:p>
          <a:p>
            <a:r>
              <a:rPr lang="en-US" sz="1200" kern="1200" dirty="0">
                <a:solidFill>
                  <a:schemeClr val="tx1"/>
                </a:solidFill>
                <a:effectLst/>
                <a:latin typeface="+mn-lt"/>
                <a:ea typeface="+mn-ea"/>
                <a:cs typeface="+mn-cs"/>
              </a:rPr>
              <a:t>Test Execution: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a:t>
            </a:r>
            <a:r>
              <a:rPr lang="en-US" sz="1200" kern="1200" dirty="0">
                <a:solidFill>
                  <a:schemeClr val="tx1"/>
                </a:solidFill>
                <a:effectLst/>
                <a:latin typeface="+mn-lt"/>
                <a:ea typeface="+mn-ea"/>
                <a:cs typeface="+mn-cs"/>
              </a:rPr>
              <a:t> test script </a:t>
            </a:r>
            <a:r>
              <a:rPr lang="en-US" sz="1200" kern="1200" dirty="0" err="1">
                <a:solidFill>
                  <a:schemeClr val="tx1"/>
                </a:solidFill>
                <a:effectLst/>
                <a:latin typeface="+mn-lt"/>
                <a:ea typeface="+mn-ea"/>
                <a:cs typeface="+mn-cs"/>
              </a:rPr>
              <a:t>thông</a:t>
            </a:r>
            <a:r>
              <a:rPr lang="en-US" sz="1200" kern="1200" dirty="0">
                <a:solidFill>
                  <a:schemeClr val="tx1"/>
                </a:solidFill>
                <a:effectLst/>
                <a:latin typeface="+mn-lt"/>
                <a:ea typeface="+mn-ea"/>
                <a:cs typeface="+mn-cs"/>
              </a:rPr>
              <a:t> qua framework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Report: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dưới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báo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cáo</a:t>
            </a:r>
            <a:r>
              <a:rPr lang="en-US" sz="1200" kern="1200" dirty="0">
                <a:solidFill>
                  <a:schemeClr val="tx1"/>
                </a:solidFill>
                <a:effectLst/>
                <a:latin typeface="+mn-lt"/>
                <a:ea typeface="+mn-ea"/>
                <a:cs typeface="+mn-cs"/>
              </a:rPr>
              <a:t> HTML.</a:t>
            </a:r>
          </a:p>
          <a:p>
            <a:endParaRPr lang="en-US" dirty="0"/>
          </a:p>
        </p:txBody>
      </p:sp>
      <p:sp>
        <p:nvSpPr>
          <p:cNvPr id="4" name="Slide Number Placeholder 3">
            <a:extLst>
              <a:ext uri="{FF2B5EF4-FFF2-40B4-BE49-F238E27FC236}">
                <a16:creationId xmlns:a16="http://schemas.microsoft.com/office/drawing/2014/main" id="{B54AD261-F5D4-F2ED-EA69-E7C1B3BB62C0}"/>
              </a:ext>
            </a:extLst>
          </p:cNvPr>
          <p:cNvSpPr>
            <a:spLocks noGrp="1"/>
          </p:cNvSpPr>
          <p:nvPr>
            <p:ph type="sldNum" sz="quarter" idx="5"/>
          </p:nvPr>
        </p:nvSpPr>
        <p:spPr/>
        <p:txBody>
          <a:bodyPr/>
          <a:lstStyle/>
          <a:p>
            <a:fld id="{C1936BE8-C6B9-419E-9D56-FD3E701AF11E}" type="slidenum">
              <a:rPr lang="en-US" smtClean="0"/>
              <a:t>16</a:t>
            </a:fld>
            <a:endParaRPr lang="en-US"/>
          </a:p>
        </p:txBody>
      </p:sp>
    </p:spTree>
    <p:extLst>
      <p:ext uri="{BB962C8B-B14F-4D97-AF65-F5344CB8AC3E}">
        <p14:creationId xmlns:p14="http://schemas.microsoft.com/office/powerpoint/2010/main" val="3738378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Đề tài đã xây dựng được hệ thống ứng dụng AI hỗ trợ sinh test case từ Use Case.</a:t>
            </a:r>
          </a:p>
          <a:p>
            <a:r>
              <a:rPr lang="vi-VN" dirty="0"/>
              <a:t>Đồng thời xây dựng framework Hybrid-Driven Testing bằng Selenium và Pytest.</a:t>
            </a:r>
          </a:p>
          <a:p>
            <a:r>
              <a:rPr lang="vi-VN" dirty="0"/>
              <a:t>Framework hỗ trợ:</a:t>
            </a:r>
            <a:r>
              <a:rPr lang="en-US" dirty="0"/>
              <a:t> </a:t>
            </a:r>
            <a:r>
              <a:rPr lang="vi-VN" dirty="0"/>
              <a:t>keyword mapping,semantic locator mapping,</a:t>
            </a:r>
            <a:r>
              <a:rPr lang="en-US" dirty="0"/>
              <a:t> </a:t>
            </a:r>
            <a:r>
              <a:rPr lang="vi-VN" dirty="0"/>
              <a:t>data binding</a:t>
            </a:r>
            <a:r>
              <a:rPr lang="en-US" dirty="0"/>
              <a:t> </a:t>
            </a:r>
            <a:r>
              <a:rPr lang="vi-VN" dirty="0"/>
              <a:t>và thực thi kiểm thử tự động trên website Bemori.</a:t>
            </a:r>
          </a:p>
          <a:p>
            <a:endParaRPr lang="en-US" dirty="0"/>
          </a:p>
        </p:txBody>
      </p:sp>
      <p:sp>
        <p:nvSpPr>
          <p:cNvPr id="4" name="Slide Number Placeholder 3"/>
          <p:cNvSpPr>
            <a:spLocks noGrp="1"/>
          </p:cNvSpPr>
          <p:nvPr>
            <p:ph type="sldNum" sz="quarter" idx="5"/>
          </p:nvPr>
        </p:nvSpPr>
        <p:spPr/>
        <p:txBody>
          <a:bodyPr/>
          <a:lstStyle/>
          <a:p>
            <a:fld id="{C1936BE8-C6B9-419E-9D56-FD3E701AF11E}" type="slidenum">
              <a:rPr lang="en-US" smtClean="0"/>
              <a:t>19</a:t>
            </a:fld>
            <a:endParaRPr lang="en-US"/>
          </a:p>
        </p:txBody>
      </p:sp>
    </p:spTree>
    <p:extLst>
      <p:ext uri="{BB962C8B-B14F-4D97-AF65-F5344CB8AC3E}">
        <p14:creationId xmlns:p14="http://schemas.microsoft.com/office/powerpoint/2010/main" val="18086565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Bên cạnh kết quả đạt được, hệ thống vẫn còn một số hạn chế như:</a:t>
            </a:r>
            <a:br>
              <a:rPr lang="vi-VN" dirty="0"/>
            </a:br>
            <a:r>
              <a:rPr lang="vi-VN" dirty="0"/>
              <a:t>chưa hỗ trợ mobile testing và API testing, đồng thời số lượng keyword còn hạn chế.</a:t>
            </a:r>
          </a:p>
          <a:p>
            <a:r>
              <a:rPr lang="vi-VN" dirty="0"/>
              <a:t>Trong tương lai, hệ thống sẽ được mở rộng theo hướng:</a:t>
            </a:r>
            <a:br>
              <a:rPr lang="vi-VN" dirty="0"/>
            </a:br>
            <a:r>
              <a:rPr lang="vi-VN" dirty="0"/>
              <a:t>tích hợp CI/CD, hỗ trợ mobile testing, API testing và ứng dụng các kỹ thuật AI nâng cao hơn.</a:t>
            </a:r>
          </a:p>
          <a:p>
            <a:endParaRPr lang="en-US" dirty="0"/>
          </a:p>
        </p:txBody>
      </p:sp>
      <p:sp>
        <p:nvSpPr>
          <p:cNvPr id="4" name="Slide Number Placeholder 3"/>
          <p:cNvSpPr>
            <a:spLocks noGrp="1"/>
          </p:cNvSpPr>
          <p:nvPr>
            <p:ph type="sldNum" sz="quarter" idx="5"/>
          </p:nvPr>
        </p:nvSpPr>
        <p:spPr/>
        <p:txBody>
          <a:bodyPr/>
          <a:lstStyle/>
          <a:p>
            <a:fld id="{C1936BE8-C6B9-419E-9D56-FD3E701AF11E}" type="slidenum">
              <a:rPr lang="en-US" smtClean="0"/>
              <a:t>20</a:t>
            </a:fld>
            <a:endParaRPr lang="en-US"/>
          </a:p>
        </p:txBody>
      </p:sp>
    </p:spTree>
    <p:extLst>
      <p:ext uri="{BB962C8B-B14F-4D97-AF65-F5344CB8AC3E}">
        <p14:creationId xmlns:p14="http://schemas.microsoft.com/office/powerpoint/2010/main" val="18880761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GiaBa-UTEHY">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RUONG">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3209" y="331948"/>
            <a:ext cx="6464263" cy="699342"/>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KHOA CƠ KHÍ">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7" name="Picture 16" descr="A collage of buildings&#10;&#10;Description automatically generated"/>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pic>
        <p:nvPicPr>
          <p:cNvPr id="7" name="Picture 6"/>
          <p:cNvPicPr>
            <a:picLocks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433175" y="329805"/>
            <a:ext cx="6048819" cy="8310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KHOA CKDL">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2" y="329805"/>
            <a:ext cx="6048826" cy="831026"/>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CN May &amp;T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5" y="329805"/>
            <a:ext cx="6048819" cy="831026"/>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CNT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5" y="329805"/>
            <a:ext cx="6048819" cy="831025"/>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KHCB">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8" y="329805"/>
            <a:ext cx="6048812" cy="831025"/>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DĐ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8" y="329805"/>
            <a:ext cx="6048812" cy="831024"/>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CNHH &amp;M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8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33178" y="334428"/>
            <a:ext cx="6048812" cy="821778"/>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NN">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63289" y="334428"/>
            <a:ext cx="5988589" cy="821778"/>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K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66831" y="334428"/>
            <a:ext cx="5981505" cy="821778"/>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PK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66831" y="334833"/>
            <a:ext cx="5981505" cy="820967"/>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LLCT">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69782" y="334833"/>
            <a:ext cx="5975602" cy="820967"/>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GDTC&amp;QP">
    <p:spTree>
      <p:nvGrpSpPr>
        <p:cNvPr id="1" name=""/>
        <p:cNvGrpSpPr/>
        <p:nvPr/>
      </p:nvGrpSpPr>
      <p:grpSpPr>
        <a:xfrm>
          <a:off x="0" y="0"/>
          <a:ext cx="0" cy="0"/>
          <a:chOff x="0" y="0"/>
          <a:chExt cx="0" cy="0"/>
        </a:xfrm>
      </p:grpSpPr>
      <p:pic>
        <p:nvPicPr>
          <p:cNvPr id="20" name="Picture 19" descr="A black background with lines&#10;&#10;Description automatically generated"/>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13719239" cy="6858000"/>
          </a:xfrm>
          <a:prstGeom prst="rect">
            <a:avLst/>
          </a:prstGeom>
        </p:spPr>
      </p:pic>
      <p:sp>
        <p:nvSpPr>
          <p:cNvPr id="2" name="Title 1"/>
          <p:cNvSpPr>
            <a:spLocks noGrp="1"/>
          </p:cNvSpPr>
          <p:nvPr>
            <p:ph type="ctrTitle"/>
          </p:nvPr>
        </p:nvSpPr>
        <p:spPr>
          <a:xfrm>
            <a:off x="240481" y="1782501"/>
            <a:ext cx="6596991" cy="1405577"/>
          </a:xfrm>
        </p:spPr>
        <p:txBody>
          <a:bodyPr anchor="ctr">
            <a:noAutofit/>
          </a:bodyPr>
          <a:lstStyle>
            <a:lvl1pPr algn="ctr">
              <a:defRPr sz="4000">
                <a:solidFill>
                  <a:schemeClr val="tx1"/>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17087" y="3582634"/>
            <a:ext cx="6620386" cy="1655762"/>
          </a:xfrm>
        </p:spPr>
        <p:txBody>
          <a:bodyPr anchor="ctr">
            <a:normAutofit/>
          </a:bodyPr>
          <a:lstStyle>
            <a:lvl1pPr marL="0" indent="0" algn="ctr">
              <a:buNone/>
              <a:defRPr sz="28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p:cNvSpPr>
            <a:spLocks noGrp="1"/>
          </p:cNvSpPr>
          <p:nvPr>
            <p:ph type="sldNum" sz="quarter" idx="12"/>
          </p:nvPr>
        </p:nvSpPr>
        <p:spPr>
          <a:xfrm>
            <a:off x="8861164" y="6275903"/>
            <a:ext cx="2743200" cy="365125"/>
          </a:xfrm>
        </p:spPr>
        <p:txBody>
          <a:bodyPr/>
          <a:lstStyle>
            <a:lvl1pPr>
              <a:defRPr sz="1400">
                <a:solidFill>
                  <a:schemeClr val="tx1"/>
                </a:solidFill>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469782" y="338765"/>
            <a:ext cx="5975602" cy="813102"/>
          </a:xfrm>
          <a:prstGeom prst="rect">
            <a:avLst/>
          </a:prstGeom>
        </p:spPr>
      </p:pic>
      <p:pic>
        <p:nvPicPr>
          <p:cNvPr id="17" name="Picture 16" descr="A collage of buildings&#10;&#10;Description automatically generated"/>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96445" y="426461"/>
            <a:ext cx="5495555" cy="6032004"/>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1229" y="0"/>
            <a:ext cx="12189542" cy="6857999"/>
          </a:xfrm>
          <a:prstGeom prst="rect">
            <a:avLst/>
          </a:prstGeom>
        </p:spPr>
      </p:pic>
      <p:sp>
        <p:nvSpPr>
          <p:cNvPr id="2" name="Title 1"/>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230819" y="6334918"/>
            <a:ext cx="2743200" cy="365125"/>
          </a:xfrm>
        </p:spPr>
        <p:txBody>
          <a:body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a:xfrm>
            <a:off x="3734909" y="6356350"/>
            <a:ext cx="4114800" cy="365125"/>
          </a:xfrm>
        </p:spPr>
        <p:txBody>
          <a:bodyPr/>
          <a:lstStyle/>
          <a:p>
            <a:endParaRPr lang="en-US"/>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1229" y="0"/>
            <a:ext cx="12189542" cy="6857999"/>
          </a:xfrm>
          <a:prstGeom prst="rect">
            <a:avLst/>
          </a:prstGeom>
        </p:spPr>
      </p:pic>
      <p:sp>
        <p:nvSpPr>
          <p:cNvPr id="2" name="Title 1"/>
          <p:cNvSpPr>
            <a:spLocks noGrp="1"/>
          </p:cNvSpPr>
          <p:nvPr>
            <p:ph type="title"/>
          </p:nvPr>
        </p:nvSpPr>
        <p:spPr>
          <a:xfrm>
            <a:off x="230819" y="1"/>
            <a:ext cx="9619238" cy="681036"/>
          </a:xfrm>
        </p:spPr>
        <p:txBody>
          <a:bodyPr>
            <a:normAutofit/>
          </a:bodyPr>
          <a:lstStyle>
            <a:lvl1pPr>
              <a:defRPr sz="3200"/>
            </a:lvl1pPr>
          </a:lstStyle>
          <a:p>
            <a:r>
              <a:rPr lang="en-US"/>
              <a:t>Click to edit Master title style</a:t>
            </a:r>
          </a:p>
        </p:txBody>
      </p:sp>
      <p:sp>
        <p:nvSpPr>
          <p:cNvPr id="3" name="Content Placeholder 2"/>
          <p:cNvSpPr>
            <a:spLocks noGrp="1"/>
          </p:cNvSpPr>
          <p:nvPr>
            <p:ph idx="1"/>
          </p:nvPr>
        </p:nvSpPr>
        <p:spPr>
          <a:xfrm>
            <a:off x="230819" y="775504"/>
            <a:ext cx="11771791" cy="5401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230819" y="6334918"/>
            <a:ext cx="2743200" cy="365125"/>
          </a:xfrm>
        </p:spPr>
        <p:txBody>
          <a:body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a:xfrm>
            <a:off x="3734909" y="6356350"/>
            <a:ext cx="4114800" cy="365125"/>
          </a:xfrm>
        </p:spPr>
        <p:txBody>
          <a:bodyPr/>
          <a:lstStyle/>
          <a:p>
            <a:endParaRPr lang="en-US"/>
          </a:p>
        </p:txBody>
      </p:sp>
      <p:sp>
        <p:nvSpPr>
          <p:cNvPr id="6" name="Slide Number Placeholder 5"/>
          <p:cNvSpPr>
            <a:spLocks noGrp="1"/>
          </p:cNvSpPr>
          <p:nvPr>
            <p:ph type="sldNum" sz="quarter" idx="12"/>
          </p:nvPr>
        </p:nvSpPr>
        <p:spPr>
          <a:xfrm>
            <a:off x="9338569" y="6414022"/>
            <a:ext cx="2743200" cy="365125"/>
          </a:xfrm>
        </p:spPr>
        <p:txBody>
          <a:bodyPr/>
          <a:lstStyle>
            <a:lvl1pPr>
              <a:defRPr>
                <a:latin typeface="Times New Roman" panose="02020603050405020304" pitchFamily="18" charset="0"/>
                <a:cs typeface="Times New Roman" panose="02020603050405020304" pitchFamily="18" charset="0"/>
              </a:defRPr>
            </a:lvl1pPr>
          </a:lstStyle>
          <a:p>
            <a:fld id="{61747C95-3AE6-4FC3-BEF5-3AF60B1E4490}" type="slidenum">
              <a:rPr lang="en-US" smtClean="0"/>
              <a:t>‹#›</a:t>
            </a:fld>
            <a:endParaRPr lang="en-US"/>
          </a:p>
        </p:txBody>
      </p:sp>
      <p:pic>
        <p:nvPicPr>
          <p:cNvPr id="9" name="Picture 8" descr="A person holding a card with a bouquet of flowers&#10;&#10;Description automatically generated"/>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77" y="707671"/>
            <a:ext cx="12189541" cy="6150054"/>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D602975-B289-4314-8493-37304AB31C48}"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D602975-B289-4314-8493-37304AB31C48}"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D602975-B289-4314-8493-37304AB31C48}" type="datetimeFigureOut">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602975-B289-4314-8493-37304AB31C48}" type="datetimeFigureOut">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747C95-3AE6-4FC3-BEF5-3AF60B1E4490}" type="slidenum">
              <a:rPr lang="en-US" smtClean="0"/>
              <a:t>‹#›</a:t>
            </a:fld>
            <a:endParaRPr lang="en-US"/>
          </a:p>
        </p:txBody>
      </p:sp>
      <p:grpSp>
        <p:nvGrpSpPr>
          <p:cNvPr id="11" name="Group 10"/>
          <p:cNvGrpSpPr/>
          <p:nvPr userDrawn="1"/>
        </p:nvGrpSpPr>
        <p:grpSpPr>
          <a:xfrm>
            <a:off x="5562600" y="-212634"/>
            <a:ext cx="9723120" cy="6568984"/>
            <a:chOff x="5765711" y="766150"/>
            <a:chExt cx="6803076" cy="4596189"/>
          </a:xfrm>
        </p:grpSpPr>
        <p:sp>
          <p:nvSpPr>
            <p:cNvPr id="6" name="Rectangle 5"/>
            <p:cNvSpPr/>
            <p:nvPr userDrawn="1"/>
          </p:nvSpPr>
          <p:spPr>
            <a:xfrm rot="2700000">
              <a:off x="5765711" y="1908218"/>
              <a:ext cx="384721" cy="384721"/>
            </a:xfrm>
            <a:prstGeom prst="rect">
              <a:avLst/>
            </a:prstGeom>
            <a:solidFill>
              <a:srgbClr val="00B0F0"/>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7" name="Rectangle 6"/>
            <p:cNvSpPr/>
            <p:nvPr userDrawn="1"/>
          </p:nvSpPr>
          <p:spPr>
            <a:xfrm rot="2700000">
              <a:off x="6152172" y="2195720"/>
              <a:ext cx="1737049" cy="1737049"/>
            </a:xfrm>
            <a:prstGeom prst="rect">
              <a:avLst/>
            </a:prstGeom>
            <a:solidFill>
              <a:srgbClr val="00B05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9" name="Rectangle 8"/>
            <p:cNvSpPr/>
            <p:nvPr userDrawn="1"/>
          </p:nvSpPr>
          <p:spPr>
            <a:xfrm rot="2700000">
              <a:off x="7310581" y="3251267"/>
              <a:ext cx="1487359" cy="1487359"/>
            </a:xfrm>
            <a:prstGeom prst="rect">
              <a:avLst/>
            </a:prstGeom>
            <a:solidFill>
              <a:srgbClr val="00B0F0"/>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5" name="Rectangle 4"/>
            <p:cNvSpPr/>
            <p:nvPr userDrawn="1"/>
          </p:nvSpPr>
          <p:spPr>
            <a:xfrm rot="2700000">
              <a:off x="7972598" y="766150"/>
              <a:ext cx="4596189" cy="4596189"/>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US"/>
            </a:p>
          </p:txBody>
        </p:sp>
        <p:sp>
          <p:nvSpPr>
            <p:cNvPr id="8" name="Rectangle 7"/>
            <p:cNvSpPr/>
            <p:nvPr userDrawn="1"/>
          </p:nvSpPr>
          <p:spPr>
            <a:xfrm rot="2700000">
              <a:off x="6728295" y="2190471"/>
              <a:ext cx="1747549" cy="1747549"/>
            </a:xfrm>
            <a:prstGeom prst="rect">
              <a:avLst/>
            </a:prstGeom>
            <a:solidFill>
              <a:schemeClr val="bg1"/>
            </a:solidFill>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sp>
          <p:nvSpPr>
            <p:cNvPr id="10" name="Rectangle 9"/>
            <p:cNvSpPr/>
            <p:nvPr userDrawn="1"/>
          </p:nvSpPr>
          <p:spPr>
            <a:xfrm rot="2700000">
              <a:off x="6248428" y="4310369"/>
              <a:ext cx="544142" cy="544142"/>
            </a:xfrm>
            <a:prstGeom prst="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en-US" b="0" cap="none" spc="0">
                <a:ln w="0"/>
                <a:solidFill>
                  <a:schemeClr val="accent1"/>
                </a:solidFill>
                <a:effectLst>
                  <a:outerShdw blurRad="38100" dist="25400" dir="5400000" algn="ctr" rotWithShape="0">
                    <a:srgbClr val="6E747A">
                      <a:alpha val="43000"/>
                    </a:srgbClr>
                  </a:outerShdw>
                </a:effectLst>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D602975-B289-4314-8493-37304AB31C48}"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D602975-B289-4314-8493-37304AB31C48}"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602975-B289-4314-8493-37304AB31C48}"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747C95-3AE6-4FC3-BEF5-3AF60B1E4490}"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1803" y="1"/>
            <a:ext cx="9028253" cy="68103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775504"/>
            <a:ext cx="10515600" cy="540145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602975-B289-4314-8493-37304AB31C48}" type="datetimeFigureOut">
              <a:rPr lang="en-US" smtClean="0"/>
              <a:t>5/21/2026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747C95-3AE6-4FC3-BEF5-3AF60B1E4490}"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000" kern="1200">
          <a:solidFill>
            <a:schemeClr val="bg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24.jp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0665" y="1782445"/>
            <a:ext cx="8312785" cy="1936750"/>
          </a:xfrm>
        </p:spPr>
        <p:txBody>
          <a:bodyPr/>
          <a:lstStyle/>
          <a:p>
            <a:pPr algn="l">
              <a:lnSpc>
                <a:spcPct val="150000"/>
              </a:lnSpc>
            </a:pPr>
            <a:r>
              <a:rPr lang="en-US" sz="2800" b="1" cap="all" dirty="0">
                <a:latin typeface="Arial" panose="020B0604020202020204" pitchFamily="34" charset="0"/>
                <a:cs typeface="Arial" panose="020B0604020202020204" pitchFamily="34" charset="0"/>
              </a:rPr>
              <a:t>ỨNG DỤNG AI SINH TESTCASE CHO FRAMEWORK KIỂM THỬ TỰ ĐỘNG WEB</a:t>
            </a:r>
            <a:endParaRPr lang="en-US" sz="2800" b="1" dirty="0">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217087" y="4248114"/>
            <a:ext cx="6620386" cy="1655762"/>
          </a:xfrm>
        </p:spPr>
        <p:txBody>
          <a:bodyPr>
            <a:normAutofit/>
          </a:bodyPr>
          <a:lstStyle/>
          <a:p>
            <a:pPr algn="l"/>
            <a:r>
              <a:rPr lang="en-US" sz="2200" dirty="0">
                <a:latin typeface="Arial" panose="020B0604020202020204" pitchFamily="34" charset="0"/>
                <a:cs typeface="Arial" panose="020B0604020202020204" pitchFamily="34" charset="0"/>
              </a:rPr>
              <a:t>GVHD: </a:t>
            </a:r>
            <a:r>
              <a:rPr lang="en-US" sz="2200" dirty="0" err="1">
                <a:latin typeface="Arial" panose="020B0604020202020204" pitchFamily="34" charset="0"/>
                <a:cs typeface="Arial" panose="020B0604020202020204" pitchFamily="34" charset="0"/>
              </a:rPr>
              <a:t>ThS</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Đỗ</a:t>
            </a:r>
            <a:r>
              <a:rPr lang="en-US" sz="2200" dirty="0">
                <a:latin typeface="Arial" panose="020B0604020202020204" pitchFamily="34" charset="0"/>
                <a:cs typeface="Arial" panose="020B0604020202020204" pitchFamily="34" charset="0"/>
              </a:rPr>
              <a:t> Thị Thu Trang</a:t>
            </a:r>
          </a:p>
          <a:p>
            <a:pPr algn="l"/>
            <a:r>
              <a:rPr lang="en-US" sz="2200" dirty="0">
                <a:latin typeface="Arial" panose="020B0604020202020204" pitchFamily="34" charset="0"/>
                <a:cs typeface="Arial" panose="020B0604020202020204" pitchFamily="34" charset="0"/>
              </a:rPr>
              <a:t>Sinh </a:t>
            </a:r>
            <a:r>
              <a:rPr lang="en-US" sz="2200" dirty="0" err="1">
                <a:latin typeface="Arial" panose="020B0604020202020204" pitchFamily="34" charset="0"/>
                <a:cs typeface="Arial" panose="020B0604020202020204" pitchFamily="34" charset="0"/>
              </a:rPr>
              <a:t>viên</a:t>
            </a:r>
            <a:r>
              <a:rPr lang="en-US" sz="2200" dirty="0">
                <a:latin typeface="Arial" panose="020B0604020202020204" pitchFamily="34" charset="0"/>
                <a:cs typeface="Arial" panose="020B0604020202020204" pitchFamily="34" charset="0"/>
              </a:rPr>
              <a:t>: Lê Thị Ánh</a:t>
            </a:r>
          </a:p>
          <a:p>
            <a:pPr algn="l"/>
            <a:r>
              <a:rPr lang="en-US" sz="2200" dirty="0" err="1">
                <a:latin typeface="Arial" panose="020B0604020202020204" pitchFamily="34" charset="0"/>
                <a:cs typeface="Arial" panose="020B0604020202020204" pitchFamily="34" charset="0"/>
              </a:rPr>
              <a:t>Mã</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sinh</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viên</a:t>
            </a:r>
            <a:r>
              <a:rPr lang="en-US" sz="2200" dirty="0">
                <a:latin typeface="Arial" panose="020B0604020202020204" pitchFamily="34" charset="0"/>
                <a:cs typeface="Arial" panose="020B0604020202020204" pitchFamily="34" charset="0"/>
              </a:rPr>
              <a:t>: 12522012</a:t>
            </a: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3">
                                            <p:txEl>
                                              <p:pRg st="0" end="0"/>
                                            </p:txEl>
                                          </p:spTgt>
                                        </p:tgtEl>
                                        <p:attrNameLst>
                                          <p:attrName>style.visibility</p:attrName>
                                        </p:attrNameLst>
                                      </p:cBhvr>
                                      <p:to>
                                        <p:strVal val="visible"/>
                                      </p:to>
                                    </p:set>
                                    <p:animEffect transition="in" filter="fade">
                                      <p:cBhvr>
                                        <p:cTn id="25" dur="1000"/>
                                        <p:tgtEl>
                                          <p:spTgt spid="3">
                                            <p:txEl>
                                              <p:pRg st="0" end="0"/>
                                            </p:txEl>
                                          </p:spTgt>
                                        </p:tgtEl>
                                      </p:cBhvr>
                                    </p:animEffect>
                                    <p:anim calcmode="lin" valueType="num">
                                      <p:cBhvr>
                                        <p:cTn id="26"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27" dur="1000" fill="hold"/>
                                        <p:tgtEl>
                                          <p:spTgt spid="3">
                                            <p:txEl>
                                              <p:pRg st="0" end="0"/>
                                            </p:txEl>
                                          </p:spTgt>
                                        </p:tgtEl>
                                        <p:attrNameLst>
                                          <p:attrName>ppt_y</p:attrName>
                                        </p:attrNameLst>
                                      </p:cBhvr>
                                      <p:tavLst>
                                        <p:tav tm="0">
                                          <p:val>
                                            <p:strVal val="#ppt_y+.1"/>
                                          </p:val>
                                        </p:tav>
                                        <p:tav tm="100000">
                                          <p:val>
                                            <p:strVal val="#ppt_y"/>
                                          </p:val>
                                        </p:tav>
                                      </p:tavLst>
                                    </p:anim>
                                  </p:childTnLst>
                                </p:cTn>
                              </p:par>
                              <p:par>
                                <p:cTn id="28" presetID="42" presetClass="entr" presetSubtype="0" fill="hold" nodeType="withEffect">
                                  <p:stCondLst>
                                    <p:cond delay="0"/>
                                  </p:stCondLst>
                                  <p:childTnLst>
                                    <p:set>
                                      <p:cBhvr>
                                        <p:cTn id="29" dur="1" fill="hold">
                                          <p:stCondLst>
                                            <p:cond delay="0"/>
                                          </p:stCondLst>
                                        </p:cTn>
                                        <p:tgtEl>
                                          <p:spTgt spid="3">
                                            <p:txEl>
                                              <p:pRg st="1" end="1"/>
                                            </p:txEl>
                                          </p:spTgt>
                                        </p:tgtEl>
                                        <p:attrNameLst>
                                          <p:attrName>style.visibility</p:attrName>
                                        </p:attrNameLst>
                                      </p:cBhvr>
                                      <p:to>
                                        <p:strVal val="visible"/>
                                      </p:to>
                                    </p:set>
                                    <p:animEffect transition="in" filter="fade">
                                      <p:cBhvr>
                                        <p:cTn id="30" dur="1000"/>
                                        <p:tgtEl>
                                          <p:spTgt spid="3">
                                            <p:txEl>
                                              <p:pRg st="1" end="1"/>
                                            </p:txEl>
                                          </p:spTgt>
                                        </p:tgtEl>
                                      </p:cBhvr>
                                    </p:animEffect>
                                    <p:anim calcmode="lin" valueType="num">
                                      <p:cBhvr>
                                        <p:cTn id="3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32" dur="1000" fill="hold"/>
                                        <p:tgtEl>
                                          <p:spTgt spid="3">
                                            <p:txEl>
                                              <p:pRg st="1" end="1"/>
                                            </p:txEl>
                                          </p:spTgt>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3">
                                            <p:txEl>
                                              <p:pRg st="2" end="2"/>
                                            </p:txEl>
                                          </p:spTgt>
                                        </p:tgtEl>
                                        <p:attrNameLst>
                                          <p:attrName>style.visibility</p:attrName>
                                        </p:attrNameLst>
                                      </p:cBhvr>
                                      <p:to>
                                        <p:strVal val="visible"/>
                                      </p:to>
                                    </p:set>
                                    <p:animEffect transition="in" filter="fade">
                                      <p:cBhvr>
                                        <p:cTn id="35" dur="1000"/>
                                        <p:tgtEl>
                                          <p:spTgt spid="3">
                                            <p:txEl>
                                              <p:pRg st="2" end="2"/>
                                            </p:txEl>
                                          </p:spTgt>
                                        </p:tgtEl>
                                      </p:cBhvr>
                                    </p:animEffect>
                                    <p:anim calcmode="lin" valueType="num">
                                      <p:cBhvr>
                                        <p:cTn id="36"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1B1BB-53BB-4068-400D-64C892031067}"/>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7E61ECEB-747E-A51A-CC5D-DC35FF512772}"/>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2</a:t>
            </a:fld>
            <a:endParaRPr lang="en-US" altLang="en-US" sz="1400"/>
          </a:p>
        </p:txBody>
      </p:sp>
      <p:sp>
        <p:nvSpPr>
          <p:cNvPr id="2" name="Rectangle 2">
            <a:extLst>
              <a:ext uri="{FF2B5EF4-FFF2-40B4-BE49-F238E27FC236}">
                <a16:creationId xmlns:a16="http://schemas.microsoft.com/office/drawing/2014/main" id="{5A81B7D0-87DC-5B1F-1FC4-7C334FA7327B}"/>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Nội</a:t>
            </a:r>
            <a:r>
              <a:rPr lang="en-US" altLang="en-US" b="1" dirty="0">
                <a:latin typeface="Arial" panose="020B0604020202020204" pitchFamily="34" charset="0"/>
                <a:cs typeface="Arial" panose="020B0604020202020204" pitchFamily="34" charset="0"/>
              </a:rPr>
              <a:t> dung</a:t>
            </a:r>
          </a:p>
        </p:txBody>
      </p:sp>
      <p:sp>
        <p:nvSpPr>
          <p:cNvPr id="8198" name="Google Shape;98;p2">
            <a:extLst>
              <a:ext uri="{FF2B5EF4-FFF2-40B4-BE49-F238E27FC236}">
                <a16:creationId xmlns:a16="http://schemas.microsoft.com/office/drawing/2014/main" id="{901879EA-B960-27A2-BC75-953EE9E74CC8}"/>
              </a:ext>
            </a:extLst>
          </p:cNvPr>
          <p:cNvSpPr/>
          <p:nvPr/>
        </p:nvSpPr>
        <p:spPr>
          <a:xfrm>
            <a:off x="2742180" y="2358132"/>
            <a:ext cx="5424985"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a:solidFill>
                  <a:schemeClr val="dk1"/>
                </a:solidFill>
              </a:rPr>
              <a:t>Phân </a:t>
            </a:r>
            <a:r>
              <a:rPr lang="en-US" sz="1800" b="1" dirty="0" err="1">
                <a:solidFill>
                  <a:schemeClr val="dk1"/>
                </a:solidFill>
              </a:rPr>
              <a:t>tích</a:t>
            </a:r>
            <a:r>
              <a:rPr lang="en-US" sz="1800" b="1" dirty="0">
                <a:solidFill>
                  <a:schemeClr val="dk1"/>
                </a:solidFill>
              </a:rPr>
              <a:t> </a:t>
            </a:r>
            <a:r>
              <a:rPr lang="en-US" b="1" dirty="0" err="1">
                <a:solidFill>
                  <a:schemeClr val="dk1"/>
                </a:solidFill>
              </a:rPr>
              <a:t>và</a:t>
            </a:r>
            <a:r>
              <a:rPr lang="en-US" b="1" dirty="0">
                <a:solidFill>
                  <a:schemeClr val="dk1"/>
                </a:solidFill>
              </a:rPr>
              <a:t> </a:t>
            </a:r>
            <a:r>
              <a:rPr lang="en-US" b="1" dirty="0" err="1">
                <a:solidFill>
                  <a:schemeClr val="dk1"/>
                </a:solidFill>
              </a:rPr>
              <a:t>thiết</a:t>
            </a:r>
            <a:r>
              <a:rPr lang="en-US" b="1" dirty="0">
                <a:solidFill>
                  <a:schemeClr val="dk1"/>
                </a:solidFill>
              </a:rPr>
              <a:t> </a:t>
            </a:r>
            <a:r>
              <a:rPr lang="en-US" b="1" dirty="0" err="1">
                <a:solidFill>
                  <a:schemeClr val="dk1"/>
                </a:solidFill>
              </a:rPr>
              <a:t>kế</a:t>
            </a:r>
            <a:r>
              <a:rPr lang="en-US" b="1" dirty="0">
                <a:solidFill>
                  <a:schemeClr val="dk1"/>
                </a:solidFill>
              </a:rPr>
              <a:t> </a:t>
            </a:r>
            <a:r>
              <a:rPr lang="en-US" b="1" dirty="0" err="1">
                <a:solidFill>
                  <a:schemeClr val="dk1"/>
                </a:solidFill>
              </a:rPr>
              <a:t>hệ</a:t>
            </a:r>
            <a:r>
              <a:rPr lang="en-US" b="1" dirty="0">
                <a:solidFill>
                  <a:schemeClr val="dk1"/>
                </a:solidFill>
              </a:rPr>
              <a:t> </a:t>
            </a:r>
            <a:r>
              <a:rPr lang="en-US" b="1" dirty="0" err="1">
                <a:solidFill>
                  <a:schemeClr val="dk1"/>
                </a:solidFill>
              </a:rPr>
              <a:t>thống</a:t>
            </a:r>
            <a:endParaRPr lang="vi-VN" dirty="0"/>
          </a:p>
        </p:txBody>
      </p:sp>
      <p:sp>
        <p:nvSpPr>
          <p:cNvPr id="8199" name="Google Shape;99;p2">
            <a:extLst>
              <a:ext uri="{FF2B5EF4-FFF2-40B4-BE49-F238E27FC236}">
                <a16:creationId xmlns:a16="http://schemas.microsoft.com/office/drawing/2014/main" id="{8C1B226A-6060-32EF-30AB-D7CD0D670AD9}"/>
              </a:ext>
            </a:extLst>
          </p:cNvPr>
          <p:cNvSpPr/>
          <p:nvPr/>
        </p:nvSpPr>
        <p:spPr>
          <a:xfrm>
            <a:off x="1987550" y="1164122"/>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dk1"/>
                </a:solidFill>
              </a:rPr>
              <a:t>Giới</a:t>
            </a:r>
            <a:r>
              <a:rPr lang="en-US" b="1" dirty="0">
                <a:solidFill>
                  <a:schemeClr val="dk1"/>
                </a:solidFill>
              </a:rPr>
              <a:t> </a:t>
            </a:r>
            <a:r>
              <a:rPr lang="en-US" b="1" dirty="0" err="1">
                <a:solidFill>
                  <a:schemeClr val="dk1"/>
                </a:solidFill>
              </a:rPr>
              <a:t>thiệu</a:t>
            </a:r>
            <a:r>
              <a:rPr lang="en-US" b="1" dirty="0">
                <a:solidFill>
                  <a:schemeClr val="dk1"/>
                </a:solidFill>
              </a:rPr>
              <a:t> </a:t>
            </a:r>
            <a:r>
              <a:rPr lang="en-US" b="1" dirty="0" err="1">
                <a:solidFill>
                  <a:schemeClr val="dk1"/>
                </a:solidFill>
              </a:rPr>
              <a:t>đề</a:t>
            </a:r>
            <a:r>
              <a:rPr lang="en-US" b="1" dirty="0">
                <a:solidFill>
                  <a:schemeClr val="dk1"/>
                </a:solidFill>
              </a:rPr>
              <a:t> </a:t>
            </a:r>
            <a:r>
              <a:rPr lang="en-US" b="1" dirty="0" err="1">
                <a:solidFill>
                  <a:schemeClr val="dk1"/>
                </a:solidFill>
              </a:rPr>
              <a:t>tài</a:t>
            </a:r>
            <a:endParaRPr dirty="0"/>
          </a:p>
        </p:txBody>
      </p:sp>
      <p:grpSp>
        <p:nvGrpSpPr>
          <p:cNvPr id="8200" name="Google Shape;100;p2">
            <a:extLst>
              <a:ext uri="{FF2B5EF4-FFF2-40B4-BE49-F238E27FC236}">
                <a16:creationId xmlns:a16="http://schemas.microsoft.com/office/drawing/2014/main" id="{2DC8872A-6334-0CC7-E5DE-7D07586F5143}"/>
              </a:ext>
            </a:extLst>
          </p:cNvPr>
          <p:cNvGrpSpPr/>
          <p:nvPr/>
        </p:nvGrpSpPr>
        <p:grpSpPr>
          <a:xfrm>
            <a:off x="1462085" y="1258450"/>
            <a:ext cx="381000" cy="381000"/>
            <a:chOff x="2078" y="1680"/>
            <a:chExt cx="1615" cy="1615"/>
          </a:xfrm>
        </p:grpSpPr>
        <p:sp>
          <p:nvSpPr>
            <p:cNvPr id="8201" name="Google Shape;101;p2">
              <a:extLst>
                <a:ext uri="{FF2B5EF4-FFF2-40B4-BE49-F238E27FC236}">
                  <a16:creationId xmlns:a16="http://schemas.microsoft.com/office/drawing/2014/main" id="{63AFFF18-8226-5824-8FC7-2B9245CB7303}"/>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2" name="Google Shape;102;p2">
              <a:extLst>
                <a:ext uri="{FF2B5EF4-FFF2-40B4-BE49-F238E27FC236}">
                  <a16:creationId xmlns:a16="http://schemas.microsoft.com/office/drawing/2014/main" id="{0011D3E0-D58E-783F-DBB4-ECBB1672FEF0}"/>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3" name="Google Shape;103;p2">
              <a:extLst>
                <a:ext uri="{FF2B5EF4-FFF2-40B4-BE49-F238E27FC236}">
                  <a16:creationId xmlns:a16="http://schemas.microsoft.com/office/drawing/2014/main" id="{617054B1-B539-09A0-E1F1-F3AF69A5628D}"/>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4" name="Google Shape;104;p2">
              <a:extLst>
                <a:ext uri="{FF2B5EF4-FFF2-40B4-BE49-F238E27FC236}">
                  <a16:creationId xmlns:a16="http://schemas.microsoft.com/office/drawing/2014/main" id="{D0A17ADD-9B89-5013-9868-A3CDECFA1ACD}"/>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5" name="Google Shape;105;p2">
              <a:extLst>
                <a:ext uri="{FF2B5EF4-FFF2-40B4-BE49-F238E27FC236}">
                  <a16:creationId xmlns:a16="http://schemas.microsoft.com/office/drawing/2014/main" id="{1FA3D793-E0FA-89FB-0D36-5D46A1625A7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6" name="Google Shape;106;p2">
              <a:extLst>
                <a:ext uri="{FF2B5EF4-FFF2-40B4-BE49-F238E27FC236}">
                  <a16:creationId xmlns:a16="http://schemas.microsoft.com/office/drawing/2014/main" id="{56E3AF41-1210-122B-677D-ABC5486AC62D}"/>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grpSp>
        <p:nvGrpSpPr>
          <p:cNvPr id="8207" name="Google Shape;107;p2">
            <a:extLst>
              <a:ext uri="{FF2B5EF4-FFF2-40B4-BE49-F238E27FC236}">
                <a16:creationId xmlns:a16="http://schemas.microsoft.com/office/drawing/2014/main" id="{368F859D-F768-0DF9-FED4-7799E4F89B80}"/>
              </a:ext>
            </a:extLst>
          </p:cNvPr>
          <p:cNvGrpSpPr/>
          <p:nvPr/>
        </p:nvGrpSpPr>
        <p:grpSpPr>
          <a:xfrm>
            <a:off x="2268817" y="2454610"/>
            <a:ext cx="381000" cy="381000"/>
            <a:chOff x="2078" y="1680"/>
            <a:chExt cx="1615" cy="1615"/>
          </a:xfrm>
        </p:grpSpPr>
        <p:sp>
          <p:nvSpPr>
            <p:cNvPr id="8208" name="Google Shape;108;p2">
              <a:extLst>
                <a:ext uri="{FF2B5EF4-FFF2-40B4-BE49-F238E27FC236}">
                  <a16:creationId xmlns:a16="http://schemas.microsoft.com/office/drawing/2014/main" id="{113776E7-6CEC-9C66-7392-7EFDFFD03019}"/>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9" name="Google Shape;109;p2">
              <a:extLst>
                <a:ext uri="{FF2B5EF4-FFF2-40B4-BE49-F238E27FC236}">
                  <a16:creationId xmlns:a16="http://schemas.microsoft.com/office/drawing/2014/main" id="{0FC37094-1C2E-204D-4A9E-3B4508A50098}"/>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0" name="Google Shape;110;p2">
              <a:extLst>
                <a:ext uri="{FF2B5EF4-FFF2-40B4-BE49-F238E27FC236}">
                  <a16:creationId xmlns:a16="http://schemas.microsoft.com/office/drawing/2014/main" id="{E786FD2A-7968-9483-A452-AF62060B439C}"/>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1" name="Google Shape;111;p2">
              <a:extLst>
                <a:ext uri="{FF2B5EF4-FFF2-40B4-BE49-F238E27FC236}">
                  <a16:creationId xmlns:a16="http://schemas.microsoft.com/office/drawing/2014/main" id="{8457939D-136E-CAD3-43B2-EDCCD02A665D}"/>
                </a:ext>
              </a:extLst>
            </p:cNvPr>
            <p:cNvSpPr/>
            <p:nvPr/>
          </p:nvSpPr>
          <p:spPr>
            <a:xfrm>
              <a:off x="2254" y="1856"/>
              <a:ext cx="1262" cy="1264"/>
            </a:xfrm>
            <a:prstGeom prst="ellipse">
              <a:avLst/>
            </a:prstGeom>
            <a:gradFill>
              <a:gsLst>
                <a:gs pos="0">
                  <a:srgbClr val="000000"/>
                </a:gs>
                <a:gs pos="100000">
                  <a:srgbClr val="48BE67"/>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2" name="Google Shape;112;p2">
              <a:extLst>
                <a:ext uri="{FF2B5EF4-FFF2-40B4-BE49-F238E27FC236}">
                  <a16:creationId xmlns:a16="http://schemas.microsoft.com/office/drawing/2014/main" id="{46C5EBC0-0BF7-7CFA-39C8-1B88251B18E3}"/>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3" name="Google Shape;113;p2">
              <a:extLst>
                <a:ext uri="{FF2B5EF4-FFF2-40B4-BE49-F238E27FC236}">
                  <a16:creationId xmlns:a16="http://schemas.microsoft.com/office/drawing/2014/main" id="{EEBD57AA-162C-28F6-741D-5BA8687DF70F}"/>
                </a:ext>
              </a:extLst>
            </p:cNvPr>
            <p:cNvSpPr/>
            <p:nvPr/>
          </p:nvSpPr>
          <p:spPr>
            <a:xfrm>
              <a:off x="2337" y="1939"/>
              <a:ext cx="1096" cy="1098"/>
            </a:xfrm>
            <a:prstGeom prst="ellipse">
              <a:avLst/>
            </a:prstGeom>
            <a:gradFill>
              <a:gsLst>
                <a:gs pos="0">
                  <a:srgbClr val="48BE67"/>
                </a:gs>
                <a:gs pos="100000">
                  <a:srgbClr val="33884A"/>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14" name="Google Shape;128;p2">
            <a:extLst>
              <a:ext uri="{FF2B5EF4-FFF2-40B4-BE49-F238E27FC236}">
                <a16:creationId xmlns:a16="http://schemas.microsoft.com/office/drawing/2014/main" id="{FA3DE995-A49F-40A4-7AF1-1CD8BB4922A8}"/>
              </a:ext>
            </a:extLst>
          </p:cNvPr>
          <p:cNvSpPr/>
          <p:nvPr/>
        </p:nvSpPr>
        <p:spPr>
          <a:xfrm>
            <a:off x="2823719" y="3795345"/>
            <a:ext cx="5343421" cy="529445"/>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err="1">
                <a:solidFill>
                  <a:schemeClr val="dk1"/>
                </a:solidFill>
              </a:rPr>
              <a:t>Triển</a:t>
            </a:r>
            <a:r>
              <a:rPr lang="en-US" sz="1800" b="1" dirty="0">
                <a:solidFill>
                  <a:schemeClr val="dk1"/>
                </a:solidFill>
              </a:rPr>
              <a:t> </a:t>
            </a:r>
            <a:r>
              <a:rPr lang="en-US" sz="1800" b="1" dirty="0" err="1">
                <a:solidFill>
                  <a:schemeClr val="dk1"/>
                </a:solidFill>
              </a:rPr>
              <a:t>khai</a:t>
            </a:r>
            <a:r>
              <a:rPr lang="en-US" sz="1800" b="1" dirty="0">
                <a:solidFill>
                  <a:schemeClr val="dk1"/>
                </a:solidFill>
              </a:rPr>
              <a:t> </a:t>
            </a:r>
            <a:r>
              <a:rPr lang="en-US" sz="1800" b="1" dirty="0" err="1">
                <a:solidFill>
                  <a:schemeClr val="dk1"/>
                </a:solidFill>
              </a:rPr>
              <a:t>và</a:t>
            </a:r>
            <a:r>
              <a:rPr lang="en-US" sz="1800" b="1" dirty="0">
                <a:solidFill>
                  <a:schemeClr val="dk1"/>
                </a:solidFill>
              </a:rPr>
              <a:t> </a:t>
            </a:r>
            <a:r>
              <a:rPr lang="en-US" sz="1800" b="1" dirty="0" err="1">
                <a:solidFill>
                  <a:schemeClr val="dk1"/>
                </a:solidFill>
              </a:rPr>
              <a:t>thực</a:t>
            </a:r>
            <a:r>
              <a:rPr lang="en-US" sz="1800" b="1" dirty="0">
                <a:solidFill>
                  <a:schemeClr val="dk1"/>
                </a:solidFill>
              </a:rPr>
              <a:t> </a:t>
            </a:r>
            <a:r>
              <a:rPr lang="en-US" sz="1800" b="1" dirty="0" err="1">
                <a:solidFill>
                  <a:schemeClr val="dk1"/>
                </a:solidFill>
              </a:rPr>
              <a:t>nghiệm</a:t>
            </a:r>
            <a:endParaRPr lang="en-US" dirty="0"/>
          </a:p>
        </p:txBody>
      </p:sp>
      <p:grpSp>
        <p:nvGrpSpPr>
          <p:cNvPr id="8215" name="Google Shape;129;p2">
            <a:extLst>
              <a:ext uri="{FF2B5EF4-FFF2-40B4-BE49-F238E27FC236}">
                <a16:creationId xmlns:a16="http://schemas.microsoft.com/office/drawing/2014/main" id="{A8F66889-ACDF-C4B9-E705-D1C07B31D8AD}"/>
              </a:ext>
            </a:extLst>
          </p:cNvPr>
          <p:cNvGrpSpPr/>
          <p:nvPr/>
        </p:nvGrpSpPr>
        <p:grpSpPr>
          <a:xfrm>
            <a:off x="2402936" y="3873408"/>
            <a:ext cx="381000" cy="381000"/>
            <a:chOff x="2078" y="1680"/>
            <a:chExt cx="1615" cy="1615"/>
          </a:xfrm>
        </p:grpSpPr>
        <p:sp>
          <p:nvSpPr>
            <p:cNvPr id="8216" name="Google Shape;130;p2">
              <a:extLst>
                <a:ext uri="{FF2B5EF4-FFF2-40B4-BE49-F238E27FC236}">
                  <a16:creationId xmlns:a16="http://schemas.microsoft.com/office/drawing/2014/main" id="{F9445364-8C81-7770-979D-7B6E242F0638}"/>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7" name="Google Shape;131;p2">
              <a:extLst>
                <a:ext uri="{FF2B5EF4-FFF2-40B4-BE49-F238E27FC236}">
                  <a16:creationId xmlns:a16="http://schemas.microsoft.com/office/drawing/2014/main" id="{62B19454-EA13-094C-E461-359D0975AF07}"/>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8" name="Google Shape;132;p2">
              <a:extLst>
                <a:ext uri="{FF2B5EF4-FFF2-40B4-BE49-F238E27FC236}">
                  <a16:creationId xmlns:a16="http://schemas.microsoft.com/office/drawing/2014/main" id="{9A55866C-9D90-ED12-F163-EABA7C64AF57}"/>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9" name="Google Shape;133;p2">
              <a:extLst>
                <a:ext uri="{FF2B5EF4-FFF2-40B4-BE49-F238E27FC236}">
                  <a16:creationId xmlns:a16="http://schemas.microsoft.com/office/drawing/2014/main" id="{982EC400-737B-FBA4-5FF5-766644520DFA}"/>
                </a:ext>
              </a:extLst>
            </p:cNvPr>
            <p:cNvSpPr/>
            <p:nvPr/>
          </p:nvSpPr>
          <p:spPr>
            <a:xfrm>
              <a:off x="2254" y="1856"/>
              <a:ext cx="1262" cy="1264"/>
            </a:xfrm>
            <a:prstGeom prst="ellipse">
              <a:avLst/>
            </a:prstGeom>
            <a:gradFill>
              <a:gsLst>
                <a:gs pos="0">
                  <a:srgbClr val="000000"/>
                </a:gs>
                <a:gs pos="100000">
                  <a:srgbClr val="8D67E1"/>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0" name="Google Shape;134;p2">
              <a:extLst>
                <a:ext uri="{FF2B5EF4-FFF2-40B4-BE49-F238E27FC236}">
                  <a16:creationId xmlns:a16="http://schemas.microsoft.com/office/drawing/2014/main" id="{B10CC68C-8972-F3BF-FDCD-A8A9BAA64BB7}"/>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1" name="Google Shape;135;p2">
              <a:extLst>
                <a:ext uri="{FF2B5EF4-FFF2-40B4-BE49-F238E27FC236}">
                  <a16:creationId xmlns:a16="http://schemas.microsoft.com/office/drawing/2014/main" id="{31561E10-944C-DE42-554A-B1CA68904748}"/>
                </a:ext>
              </a:extLst>
            </p:cNvPr>
            <p:cNvSpPr/>
            <p:nvPr/>
          </p:nvSpPr>
          <p:spPr>
            <a:xfrm>
              <a:off x="2337" y="1939"/>
              <a:ext cx="1096" cy="1098"/>
            </a:xfrm>
            <a:prstGeom prst="ellipse">
              <a:avLst/>
            </a:prstGeom>
            <a:gradFill>
              <a:gsLst>
                <a:gs pos="0">
                  <a:srgbClr val="8D67E1"/>
                </a:gs>
                <a:gs pos="100000">
                  <a:srgbClr val="654AA2"/>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22" name="Google Shape;136;p2">
            <a:extLst>
              <a:ext uri="{FF2B5EF4-FFF2-40B4-BE49-F238E27FC236}">
                <a16:creationId xmlns:a16="http://schemas.microsoft.com/office/drawing/2014/main" id="{61AB8805-6171-1EBE-77E2-866A678EDFE9}"/>
              </a:ext>
            </a:extLst>
          </p:cNvPr>
          <p:cNvSpPr/>
          <p:nvPr/>
        </p:nvSpPr>
        <p:spPr>
          <a:xfrm rot="5400000">
            <a:off x="-2403921" y="1239529"/>
            <a:ext cx="4824413" cy="4770438"/>
          </a:xfrm>
          <a:custGeom>
            <a:avLst/>
            <a:gdLst/>
            <a:ahLst/>
            <a:cxnLst/>
            <a:rect l="l" t="t" r="r" b="b"/>
            <a:pathLst>
              <a:path w="21600" h="21600" extrusionOk="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a:gsLst>
              <a:gs pos="0">
                <a:srgbClr val="F4F4F4"/>
              </a:gs>
              <a:gs pos="50000">
                <a:schemeClr val="lt2"/>
              </a:gs>
              <a:gs pos="100000">
                <a:srgbClr val="F4F4F4"/>
              </a:gs>
            </a:gsLst>
            <a:lin ang="0" scaled="0"/>
          </a:gradFill>
          <a:ln w="9525" cap="flat" cmpd="sng">
            <a:solidFill>
              <a:srgbClr val="B3ABE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3" name="Google Shape;137;p2">
            <a:extLst>
              <a:ext uri="{FF2B5EF4-FFF2-40B4-BE49-F238E27FC236}">
                <a16:creationId xmlns:a16="http://schemas.microsoft.com/office/drawing/2014/main" id="{3FC6AC60-854B-C029-2FD9-973189AB1415}"/>
              </a:ext>
            </a:extLst>
          </p:cNvPr>
          <p:cNvSpPr/>
          <p:nvPr/>
        </p:nvSpPr>
        <p:spPr>
          <a:xfrm rot="5400000" flipH="1">
            <a:off x="-1998313" y="1675297"/>
            <a:ext cx="4032250" cy="3929063"/>
          </a:xfrm>
          <a:custGeom>
            <a:avLst/>
            <a:gdLst/>
            <a:ahLst/>
            <a:cxnLst/>
            <a:rect l="l" t="t" r="r" b="b"/>
            <a:pathLst>
              <a:path w="21600" h="21600" extrusionOk="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solidFill>
            <a:schemeClr val="accent6">
              <a:lumMod val="60000"/>
              <a:lumOff val="40000"/>
            </a:schemeClr>
          </a:solidFill>
          <a:ln>
            <a:solidFill>
              <a:schemeClr val="accent6">
                <a:lumMod val="60000"/>
                <a:lumOff val="4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56" name="Google Shape;139;p2">
            <a:extLst>
              <a:ext uri="{FF2B5EF4-FFF2-40B4-BE49-F238E27FC236}">
                <a16:creationId xmlns:a16="http://schemas.microsoft.com/office/drawing/2014/main" id="{563B2398-3B63-800A-715F-C8E6425BC7AF}"/>
              </a:ext>
            </a:extLst>
          </p:cNvPr>
          <p:cNvSpPr/>
          <p:nvPr/>
        </p:nvSpPr>
        <p:spPr>
          <a:xfrm>
            <a:off x="2310338" y="5230563"/>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dk1"/>
                </a:solidFill>
                <a:latin typeface="Arial"/>
                <a:ea typeface="Arial"/>
                <a:cs typeface="Arial"/>
                <a:sym typeface="Arial"/>
              </a:rPr>
              <a:t>Kết</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luận</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và</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hướng</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phát</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triển</a:t>
            </a:r>
            <a:endParaRPr sz="1800" b="1" dirty="0">
              <a:solidFill>
                <a:schemeClr val="dk1"/>
              </a:solidFill>
              <a:latin typeface="Arial"/>
              <a:ea typeface="Arial"/>
              <a:cs typeface="Arial"/>
              <a:sym typeface="Arial"/>
            </a:endParaRPr>
          </a:p>
        </p:txBody>
      </p:sp>
      <p:grpSp>
        <p:nvGrpSpPr>
          <p:cNvPr id="19457" name="Google Shape;140;p2">
            <a:extLst>
              <a:ext uri="{FF2B5EF4-FFF2-40B4-BE49-F238E27FC236}">
                <a16:creationId xmlns:a16="http://schemas.microsoft.com/office/drawing/2014/main" id="{9119E3E3-4C89-AF14-3E25-F8D506F23C2D}"/>
              </a:ext>
            </a:extLst>
          </p:cNvPr>
          <p:cNvGrpSpPr/>
          <p:nvPr/>
        </p:nvGrpSpPr>
        <p:grpSpPr>
          <a:xfrm>
            <a:off x="1817252" y="5238327"/>
            <a:ext cx="381000" cy="381000"/>
            <a:chOff x="2078" y="1680"/>
            <a:chExt cx="1615" cy="1615"/>
          </a:xfrm>
        </p:grpSpPr>
        <p:sp>
          <p:nvSpPr>
            <p:cNvPr id="19459" name="Google Shape;141;p2">
              <a:extLst>
                <a:ext uri="{FF2B5EF4-FFF2-40B4-BE49-F238E27FC236}">
                  <a16:creationId xmlns:a16="http://schemas.microsoft.com/office/drawing/2014/main" id="{D5D38F2C-4246-B6AD-21B2-4D75B2486C76}"/>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0" name="Google Shape;142;p2">
              <a:extLst>
                <a:ext uri="{FF2B5EF4-FFF2-40B4-BE49-F238E27FC236}">
                  <a16:creationId xmlns:a16="http://schemas.microsoft.com/office/drawing/2014/main" id="{84D4F7D2-A6B4-6F5A-3661-9907897D7DC6}"/>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1" name="Google Shape;143;p2">
              <a:extLst>
                <a:ext uri="{FF2B5EF4-FFF2-40B4-BE49-F238E27FC236}">
                  <a16:creationId xmlns:a16="http://schemas.microsoft.com/office/drawing/2014/main" id="{09214939-1B5F-8C35-FF51-0D3E4268939D}"/>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2" name="Google Shape;144;p2">
              <a:extLst>
                <a:ext uri="{FF2B5EF4-FFF2-40B4-BE49-F238E27FC236}">
                  <a16:creationId xmlns:a16="http://schemas.microsoft.com/office/drawing/2014/main" id="{49627124-7F82-2161-36A8-2D94B2BB5FFB}"/>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3" name="Google Shape;145;p2">
              <a:extLst>
                <a:ext uri="{FF2B5EF4-FFF2-40B4-BE49-F238E27FC236}">
                  <a16:creationId xmlns:a16="http://schemas.microsoft.com/office/drawing/2014/main" id="{C0B9EA01-1D65-5B65-F6A3-9D661E94274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4" name="Google Shape;146;p2">
              <a:extLst>
                <a:ext uri="{FF2B5EF4-FFF2-40B4-BE49-F238E27FC236}">
                  <a16:creationId xmlns:a16="http://schemas.microsoft.com/office/drawing/2014/main" id="{F1F3F445-8C65-F3C5-79D5-0EE8A5B8683B}"/>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extLst>
      <p:ext uri="{BB962C8B-B14F-4D97-AF65-F5344CB8AC3E}">
        <p14:creationId xmlns:p14="http://schemas.microsoft.com/office/powerpoint/2010/main" val="145754388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199"/>
                                        </p:tgtEl>
                                        <p:attrNameLst>
                                          <p:attrName>style.visibility</p:attrName>
                                        </p:attrNameLst>
                                      </p:cBhvr>
                                      <p:to>
                                        <p:strVal val="visible"/>
                                      </p:to>
                                    </p:set>
                                    <p:anim calcmode="lin" valueType="num">
                                      <p:cBhvr additive="base">
                                        <p:cTn id="7" dur="500" fill="hold"/>
                                        <p:tgtEl>
                                          <p:spTgt spid="8199"/>
                                        </p:tgtEl>
                                        <p:attrNameLst>
                                          <p:attrName>ppt_x</p:attrName>
                                        </p:attrNameLst>
                                      </p:cBhvr>
                                      <p:tavLst>
                                        <p:tav tm="0">
                                          <p:val>
                                            <p:strVal val="#ppt_x"/>
                                          </p:val>
                                        </p:tav>
                                        <p:tav tm="100000">
                                          <p:val>
                                            <p:strVal val="#ppt_x"/>
                                          </p:val>
                                        </p:tav>
                                      </p:tavLst>
                                    </p:anim>
                                    <p:anim calcmode="lin" valueType="num">
                                      <p:cBhvr additive="base">
                                        <p:cTn id="8" dur="500" fill="hold"/>
                                        <p:tgtEl>
                                          <p:spTgt spid="8199"/>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8200"/>
                                        </p:tgtEl>
                                        <p:attrNameLst>
                                          <p:attrName>style.visibility</p:attrName>
                                        </p:attrNameLst>
                                      </p:cBhvr>
                                      <p:to>
                                        <p:strVal val="visible"/>
                                      </p:to>
                                    </p:set>
                                    <p:anim calcmode="lin" valueType="num">
                                      <p:cBhvr additive="base">
                                        <p:cTn id="11" dur="500" fill="hold"/>
                                        <p:tgtEl>
                                          <p:spTgt spid="8200"/>
                                        </p:tgtEl>
                                        <p:attrNameLst>
                                          <p:attrName>ppt_x</p:attrName>
                                        </p:attrNameLst>
                                      </p:cBhvr>
                                      <p:tavLst>
                                        <p:tav tm="0">
                                          <p:val>
                                            <p:strVal val="#ppt_x"/>
                                          </p:val>
                                        </p:tav>
                                        <p:tav tm="100000">
                                          <p:val>
                                            <p:strVal val="#ppt_x"/>
                                          </p:val>
                                        </p:tav>
                                      </p:tavLst>
                                    </p:anim>
                                    <p:anim calcmode="lin" valueType="num">
                                      <p:cBhvr additive="base">
                                        <p:cTn id="12" dur="500" fill="hold"/>
                                        <p:tgtEl>
                                          <p:spTgt spid="820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8198"/>
                                        </p:tgtEl>
                                        <p:attrNameLst>
                                          <p:attrName>style.visibility</p:attrName>
                                        </p:attrNameLst>
                                      </p:cBhvr>
                                      <p:to>
                                        <p:strVal val="visible"/>
                                      </p:to>
                                    </p:set>
                                    <p:anim calcmode="lin" valueType="num">
                                      <p:cBhvr additive="base">
                                        <p:cTn id="17" dur="500" fill="hold"/>
                                        <p:tgtEl>
                                          <p:spTgt spid="8198"/>
                                        </p:tgtEl>
                                        <p:attrNameLst>
                                          <p:attrName>ppt_x</p:attrName>
                                        </p:attrNameLst>
                                      </p:cBhvr>
                                      <p:tavLst>
                                        <p:tav tm="0">
                                          <p:val>
                                            <p:strVal val="#ppt_x"/>
                                          </p:val>
                                        </p:tav>
                                        <p:tav tm="100000">
                                          <p:val>
                                            <p:strVal val="#ppt_x"/>
                                          </p:val>
                                        </p:tav>
                                      </p:tavLst>
                                    </p:anim>
                                    <p:anim calcmode="lin" valueType="num">
                                      <p:cBhvr additive="base">
                                        <p:cTn id="18" dur="500" fill="hold"/>
                                        <p:tgtEl>
                                          <p:spTgt spid="8198"/>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8207"/>
                                        </p:tgtEl>
                                        <p:attrNameLst>
                                          <p:attrName>style.visibility</p:attrName>
                                        </p:attrNameLst>
                                      </p:cBhvr>
                                      <p:to>
                                        <p:strVal val="visible"/>
                                      </p:to>
                                    </p:set>
                                    <p:anim calcmode="lin" valueType="num">
                                      <p:cBhvr additive="base">
                                        <p:cTn id="21" dur="500" fill="hold"/>
                                        <p:tgtEl>
                                          <p:spTgt spid="8207"/>
                                        </p:tgtEl>
                                        <p:attrNameLst>
                                          <p:attrName>ppt_x</p:attrName>
                                        </p:attrNameLst>
                                      </p:cBhvr>
                                      <p:tavLst>
                                        <p:tav tm="0">
                                          <p:val>
                                            <p:strVal val="#ppt_x"/>
                                          </p:val>
                                        </p:tav>
                                        <p:tav tm="100000">
                                          <p:val>
                                            <p:strVal val="#ppt_x"/>
                                          </p:val>
                                        </p:tav>
                                      </p:tavLst>
                                    </p:anim>
                                    <p:anim calcmode="lin" valueType="num">
                                      <p:cBhvr additive="base">
                                        <p:cTn id="22" dur="500" fill="hold"/>
                                        <p:tgtEl>
                                          <p:spTgt spid="820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8214"/>
                                        </p:tgtEl>
                                        <p:attrNameLst>
                                          <p:attrName>style.visibility</p:attrName>
                                        </p:attrNameLst>
                                      </p:cBhvr>
                                      <p:to>
                                        <p:strVal val="visible"/>
                                      </p:to>
                                    </p:set>
                                    <p:anim calcmode="lin" valueType="num">
                                      <p:cBhvr additive="base">
                                        <p:cTn id="27" dur="500" fill="hold"/>
                                        <p:tgtEl>
                                          <p:spTgt spid="8214"/>
                                        </p:tgtEl>
                                        <p:attrNameLst>
                                          <p:attrName>ppt_x</p:attrName>
                                        </p:attrNameLst>
                                      </p:cBhvr>
                                      <p:tavLst>
                                        <p:tav tm="0">
                                          <p:val>
                                            <p:strVal val="#ppt_x"/>
                                          </p:val>
                                        </p:tav>
                                        <p:tav tm="100000">
                                          <p:val>
                                            <p:strVal val="#ppt_x"/>
                                          </p:val>
                                        </p:tav>
                                      </p:tavLst>
                                    </p:anim>
                                    <p:anim calcmode="lin" valueType="num">
                                      <p:cBhvr additive="base">
                                        <p:cTn id="28" dur="500" fill="hold"/>
                                        <p:tgtEl>
                                          <p:spTgt spid="8214"/>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8215"/>
                                        </p:tgtEl>
                                        <p:attrNameLst>
                                          <p:attrName>style.visibility</p:attrName>
                                        </p:attrNameLst>
                                      </p:cBhvr>
                                      <p:to>
                                        <p:strVal val="visible"/>
                                      </p:to>
                                    </p:set>
                                    <p:anim calcmode="lin" valueType="num">
                                      <p:cBhvr additive="base">
                                        <p:cTn id="31" dur="500" fill="hold"/>
                                        <p:tgtEl>
                                          <p:spTgt spid="8215"/>
                                        </p:tgtEl>
                                        <p:attrNameLst>
                                          <p:attrName>ppt_x</p:attrName>
                                        </p:attrNameLst>
                                      </p:cBhvr>
                                      <p:tavLst>
                                        <p:tav tm="0">
                                          <p:val>
                                            <p:strVal val="#ppt_x"/>
                                          </p:val>
                                        </p:tav>
                                        <p:tav tm="100000">
                                          <p:val>
                                            <p:strVal val="#ppt_x"/>
                                          </p:val>
                                        </p:tav>
                                      </p:tavLst>
                                    </p:anim>
                                    <p:anim calcmode="lin" valueType="num">
                                      <p:cBhvr additive="base">
                                        <p:cTn id="32" dur="500" fill="hold"/>
                                        <p:tgtEl>
                                          <p:spTgt spid="821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6"/>
                                        </p:tgtEl>
                                        <p:attrNameLst>
                                          <p:attrName>style.visibility</p:attrName>
                                        </p:attrNameLst>
                                      </p:cBhvr>
                                      <p:to>
                                        <p:strVal val="visible"/>
                                      </p:to>
                                    </p:set>
                                    <p:anim calcmode="lin" valueType="num">
                                      <p:cBhvr additive="base">
                                        <p:cTn id="37" dur="500" fill="hold"/>
                                        <p:tgtEl>
                                          <p:spTgt spid="19456"/>
                                        </p:tgtEl>
                                        <p:attrNameLst>
                                          <p:attrName>ppt_x</p:attrName>
                                        </p:attrNameLst>
                                      </p:cBhvr>
                                      <p:tavLst>
                                        <p:tav tm="0">
                                          <p:val>
                                            <p:strVal val="#ppt_x"/>
                                          </p:val>
                                        </p:tav>
                                        <p:tav tm="100000">
                                          <p:val>
                                            <p:strVal val="#ppt_x"/>
                                          </p:val>
                                        </p:tav>
                                      </p:tavLst>
                                    </p:anim>
                                    <p:anim calcmode="lin" valueType="num">
                                      <p:cBhvr additive="base">
                                        <p:cTn id="38" dur="500" fill="hold"/>
                                        <p:tgtEl>
                                          <p:spTgt spid="19456"/>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19457"/>
                                        </p:tgtEl>
                                        <p:attrNameLst>
                                          <p:attrName>style.visibility</p:attrName>
                                        </p:attrNameLst>
                                      </p:cBhvr>
                                      <p:to>
                                        <p:strVal val="visible"/>
                                      </p:to>
                                    </p:set>
                                    <p:anim calcmode="lin" valueType="num">
                                      <p:cBhvr additive="base">
                                        <p:cTn id="41" dur="500" fill="hold"/>
                                        <p:tgtEl>
                                          <p:spTgt spid="19457"/>
                                        </p:tgtEl>
                                        <p:attrNameLst>
                                          <p:attrName>ppt_x</p:attrName>
                                        </p:attrNameLst>
                                      </p:cBhvr>
                                      <p:tavLst>
                                        <p:tav tm="0">
                                          <p:val>
                                            <p:strVal val="#ppt_x"/>
                                          </p:val>
                                        </p:tav>
                                        <p:tav tm="100000">
                                          <p:val>
                                            <p:strVal val="#ppt_x"/>
                                          </p:val>
                                        </p:tav>
                                      </p:tavLst>
                                    </p:anim>
                                    <p:anim calcmode="lin" valueType="num">
                                      <p:cBhvr additive="base">
                                        <p:cTn id="42" dur="500" fill="hold"/>
                                        <p:tgtEl>
                                          <p:spTgt spid="194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8" grpId="0" animBg="1"/>
      <p:bldP spid="8199" grpId="0" animBg="1"/>
      <p:bldP spid="8214" grpId="0" animBg="1"/>
      <p:bldP spid="1945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8F9F9-CF5F-182D-9FBC-4C16D1DDD315}"/>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0D87269B-F84B-209B-AF86-18A9BE019ED5}"/>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3</a:t>
            </a:fld>
            <a:endParaRPr lang="en-US" altLang="en-US" sz="1400"/>
          </a:p>
        </p:txBody>
      </p:sp>
      <p:sp>
        <p:nvSpPr>
          <p:cNvPr id="2" name="Rectangle 2">
            <a:extLst>
              <a:ext uri="{FF2B5EF4-FFF2-40B4-BE49-F238E27FC236}">
                <a16:creationId xmlns:a16="http://schemas.microsoft.com/office/drawing/2014/main" id="{EE4D0724-31CF-975A-A3C3-A4D7A5A7917E}"/>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Nội</a:t>
            </a:r>
            <a:r>
              <a:rPr lang="en-US" altLang="en-US" b="1" dirty="0">
                <a:latin typeface="Arial" panose="020B0604020202020204" pitchFamily="34" charset="0"/>
                <a:cs typeface="Arial" panose="020B0604020202020204" pitchFamily="34" charset="0"/>
              </a:rPr>
              <a:t> dung</a:t>
            </a:r>
          </a:p>
        </p:txBody>
      </p:sp>
      <p:sp>
        <p:nvSpPr>
          <p:cNvPr id="8198" name="Google Shape;98;p2">
            <a:extLst>
              <a:ext uri="{FF2B5EF4-FFF2-40B4-BE49-F238E27FC236}">
                <a16:creationId xmlns:a16="http://schemas.microsoft.com/office/drawing/2014/main" id="{CE47ACCE-5AB9-49DB-6C2E-FDA56A3E446D}"/>
              </a:ext>
            </a:extLst>
          </p:cNvPr>
          <p:cNvSpPr/>
          <p:nvPr/>
        </p:nvSpPr>
        <p:spPr>
          <a:xfrm>
            <a:off x="2742180" y="2358132"/>
            <a:ext cx="5424985"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a:solidFill>
                  <a:schemeClr val="accent3">
                    <a:lumMod val="40000"/>
                    <a:lumOff val="60000"/>
                  </a:schemeClr>
                </a:solidFill>
              </a:rPr>
              <a:t>Phân </a:t>
            </a:r>
            <a:r>
              <a:rPr lang="en-US" sz="1800" b="1" dirty="0" err="1">
                <a:solidFill>
                  <a:schemeClr val="accent3">
                    <a:lumMod val="40000"/>
                    <a:lumOff val="60000"/>
                  </a:schemeClr>
                </a:solidFill>
              </a:rPr>
              <a:t>tích</a:t>
            </a:r>
            <a:r>
              <a:rPr lang="en-US" sz="1800" b="1" dirty="0">
                <a:solidFill>
                  <a:schemeClr val="accent3">
                    <a:lumMod val="40000"/>
                    <a:lumOff val="60000"/>
                  </a:schemeClr>
                </a:solidFill>
              </a:rPr>
              <a:t> </a:t>
            </a:r>
            <a:r>
              <a:rPr lang="en-US" b="1" dirty="0" err="1">
                <a:solidFill>
                  <a:schemeClr val="accent3">
                    <a:lumMod val="40000"/>
                    <a:lumOff val="60000"/>
                  </a:schemeClr>
                </a:solidFill>
              </a:rPr>
              <a:t>và</a:t>
            </a:r>
            <a:r>
              <a:rPr lang="en-US" b="1" dirty="0">
                <a:solidFill>
                  <a:schemeClr val="accent3">
                    <a:lumMod val="40000"/>
                    <a:lumOff val="60000"/>
                  </a:schemeClr>
                </a:solidFill>
              </a:rPr>
              <a:t> </a:t>
            </a:r>
            <a:r>
              <a:rPr lang="en-US" b="1" dirty="0" err="1">
                <a:solidFill>
                  <a:schemeClr val="accent3">
                    <a:lumMod val="40000"/>
                    <a:lumOff val="60000"/>
                  </a:schemeClr>
                </a:solidFill>
              </a:rPr>
              <a:t>thiết</a:t>
            </a:r>
            <a:r>
              <a:rPr lang="en-US" b="1" dirty="0">
                <a:solidFill>
                  <a:schemeClr val="accent3">
                    <a:lumMod val="40000"/>
                    <a:lumOff val="60000"/>
                  </a:schemeClr>
                </a:solidFill>
              </a:rPr>
              <a:t> </a:t>
            </a:r>
            <a:r>
              <a:rPr lang="en-US" b="1" dirty="0" err="1">
                <a:solidFill>
                  <a:schemeClr val="accent3">
                    <a:lumMod val="40000"/>
                    <a:lumOff val="60000"/>
                  </a:schemeClr>
                </a:solidFill>
              </a:rPr>
              <a:t>kế</a:t>
            </a:r>
            <a:r>
              <a:rPr lang="en-US" b="1" dirty="0">
                <a:solidFill>
                  <a:schemeClr val="accent3">
                    <a:lumMod val="40000"/>
                    <a:lumOff val="60000"/>
                  </a:schemeClr>
                </a:solidFill>
              </a:rPr>
              <a:t> </a:t>
            </a:r>
            <a:r>
              <a:rPr lang="en-US" b="1" dirty="0" err="1">
                <a:solidFill>
                  <a:schemeClr val="accent3">
                    <a:lumMod val="40000"/>
                    <a:lumOff val="60000"/>
                  </a:schemeClr>
                </a:solidFill>
              </a:rPr>
              <a:t>hệ</a:t>
            </a:r>
            <a:r>
              <a:rPr lang="en-US" b="1" dirty="0">
                <a:solidFill>
                  <a:schemeClr val="accent3">
                    <a:lumMod val="40000"/>
                    <a:lumOff val="60000"/>
                  </a:schemeClr>
                </a:solidFill>
              </a:rPr>
              <a:t> </a:t>
            </a:r>
            <a:r>
              <a:rPr lang="en-US" b="1" dirty="0" err="1">
                <a:solidFill>
                  <a:schemeClr val="accent3">
                    <a:lumMod val="40000"/>
                    <a:lumOff val="60000"/>
                  </a:schemeClr>
                </a:solidFill>
              </a:rPr>
              <a:t>thống</a:t>
            </a:r>
            <a:endParaRPr lang="vi-VN" dirty="0">
              <a:solidFill>
                <a:schemeClr val="accent3">
                  <a:lumMod val="40000"/>
                  <a:lumOff val="60000"/>
                </a:schemeClr>
              </a:solidFill>
            </a:endParaRPr>
          </a:p>
        </p:txBody>
      </p:sp>
      <p:sp>
        <p:nvSpPr>
          <p:cNvPr id="8199" name="Google Shape;99;p2">
            <a:extLst>
              <a:ext uri="{FF2B5EF4-FFF2-40B4-BE49-F238E27FC236}">
                <a16:creationId xmlns:a16="http://schemas.microsoft.com/office/drawing/2014/main" id="{6FD83EB2-BE2B-3836-BA4D-281BA5708E9E}"/>
              </a:ext>
            </a:extLst>
          </p:cNvPr>
          <p:cNvSpPr/>
          <p:nvPr/>
        </p:nvSpPr>
        <p:spPr>
          <a:xfrm>
            <a:off x="1987550" y="1164122"/>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dk1"/>
                </a:solidFill>
              </a:rPr>
              <a:t>Giới</a:t>
            </a:r>
            <a:r>
              <a:rPr lang="en-US" b="1" dirty="0">
                <a:solidFill>
                  <a:schemeClr val="dk1"/>
                </a:solidFill>
              </a:rPr>
              <a:t> </a:t>
            </a:r>
            <a:r>
              <a:rPr lang="en-US" b="1" dirty="0" err="1">
                <a:solidFill>
                  <a:schemeClr val="dk1"/>
                </a:solidFill>
              </a:rPr>
              <a:t>thiệu</a:t>
            </a:r>
            <a:r>
              <a:rPr lang="en-US" b="1" dirty="0">
                <a:solidFill>
                  <a:schemeClr val="dk1"/>
                </a:solidFill>
              </a:rPr>
              <a:t> </a:t>
            </a:r>
            <a:r>
              <a:rPr lang="en-US" b="1" dirty="0" err="1">
                <a:solidFill>
                  <a:schemeClr val="dk1"/>
                </a:solidFill>
              </a:rPr>
              <a:t>đề</a:t>
            </a:r>
            <a:r>
              <a:rPr lang="en-US" b="1" dirty="0">
                <a:solidFill>
                  <a:schemeClr val="dk1"/>
                </a:solidFill>
              </a:rPr>
              <a:t> </a:t>
            </a:r>
            <a:r>
              <a:rPr lang="en-US" b="1" dirty="0" err="1">
                <a:solidFill>
                  <a:schemeClr val="dk1"/>
                </a:solidFill>
              </a:rPr>
              <a:t>tài</a:t>
            </a:r>
            <a:endParaRPr dirty="0"/>
          </a:p>
        </p:txBody>
      </p:sp>
      <p:grpSp>
        <p:nvGrpSpPr>
          <p:cNvPr id="8200" name="Google Shape;100;p2">
            <a:extLst>
              <a:ext uri="{FF2B5EF4-FFF2-40B4-BE49-F238E27FC236}">
                <a16:creationId xmlns:a16="http://schemas.microsoft.com/office/drawing/2014/main" id="{22F00F54-7BEF-27EE-E55C-B0087A6FB9E1}"/>
              </a:ext>
            </a:extLst>
          </p:cNvPr>
          <p:cNvGrpSpPr/>
          <p:nvPr/>
        </p:nvGrpSpPr>
        <p:grpSpPr>
          <a:xfrm>
            <a:off x="1462085" y="1258450"/>
            <a:ext cx="381000" cy="381000"/>
            <a:chOff x="2078" y="1680"/>
            <a:chExt cx="1615" cy="1615"/>
          </a:xfrm>
        </p:grpSpPr>
        <p:sp>
          <p:nvSpPr>
            <p:cNvPr id="8201" name="Google Shape;101;p2">
              <a:extLst>
                <a:ext uri="{FF2B5EF4-FFF2-40B4-BE49-F238E27FC236}">
                  <a16:creationId xmlns:a16="http://schemas.microsoft.com/office/drawing/2014/main" id="{5E8A8F6E-5BEF-5563-2D89-B52842FF306C}"/>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2" name="Google Shape;102;p2">
              <a:extLst>
                <a:ext uri="{FF2B5EF4-FFF2-40B4-BE49-F238E27FC236}">
                  <a16:creationId xmlns:a16="http://schemas.microsoft.com/office/drawing/2014/main" id="{339146AF-44DE-061C-5295-1F89AB2402BD}"/>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3" name="Google Shape;103;p2">
              <a:extLst>
                <a:ext uri="{FF2B5EF4-FFF2-40B4-BE49-F238E27FC236}">
                  <a16:creationId xmlns:a16="http://schemas.microsoft.com/office/drawing/2014/main" id="{3A3413E2-3D3E-4AF9-827C-3BF6B58C1695}"/>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4" name="Google Shape;104;p2">
              <a:extLst>
                <a:ext uri="{FF2B5EF4-FFF2-40B4-BE49-F238E27FC236}">
                  <a16:creationId xmlns:a16="http://schemas.microsoft.com/office/drawing/2014/main" id="{BC4D22F1-18A3-BD6F-6DE5-C3BFBC2F776B}"/>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5" name="Google Shape;105;p2">
              <a:extLst>
                <a:ext uri="{FF2B5EF4-FFF2-40B4-BE49-F238E27FC236}">
                  <a16:creationId xmlns:a16="http://schemas.microsoft.com/office/drawing/2014/main" id="{74BAD549-CF81-0A28-CF07-097B5FCFA10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6" name="Google Shape;106;p2">
              <a:extLst>
                <a:ext uri="{FF2B5EF4-FFF2-40B4-BE49-F238E27FC236}">
                  <a16:creationId xmlns:a16="http://schemas.microsoft.com/office/drawing/2014/main" id="{5FE7BDC1-29A8-AAAE-285F-EDB05183CB65}"/>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grpSp>
        <p:nvGrpSpPr>
          <p:cNvPr id="8207" name="Google Shape;107;p2">
            <a:extLst>
              <a:ext uri="{FF2B5EF4-FFF2-40B4-BE49-F238E27FC236}">
                <a16:creationId xmlns:a16="http://schemas.microsoft.com/office/drawing/2014/main" id="{7EB771B1-AE67-A9F0-3170-8CDC7C30C88A}"/>
              </a:ext>
            </a:extLst>
          </p:cNvPr>
          <p:cNvGrpSpPr/>
          <p:nvPr/>
        </p:nvGrpSpPr>
        <p:grpSpPr>
          <a:xfrm>
            <a:off x="2268817" y="2454610"/>
            <a:ext cx="381000" cy="381000"/>
            <a:chOff x="2078" y="1680"/>
            <a:chExt cx="1615" cy="1615"/>
          </a:xfrm>
        </p:grpSpPr>
        <p:sp>
          <p:nvSpPr>
            <p:cNvPr id="8208" name="Google Shape;108;p2">
              <a:extLst>
                <a:ext uri="{FF2B5EF4-FFF2-40B4-BE49-F238E27FC236}">
                  <a16:creationId xmlns:a16="http://schemas.microsoft.com/office/drawing/2014/main" id="{E88CE62C-4886-EE41-54D0-EAA7897CCCC4}"/>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9" name="Google Shape;109;p2">
              <a:extLst>
                <a:ext uri="{FF2B5EF4-FFF2-40B4-BE49-F238E27FC236}">
                  <a16:creationId xmlns:a16="http://schemas.microsoft.com/office/drawing/2014/main" id="{960804BE-9732-D952-5C85-2B365A9105DC}"/>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0" name="Google Shape;110;p2">
              <a:extLst>
                <a:ext uri="{FF2B5EF4-FFF2-40B4-BE49-F238E27FC236}">
                  <a16:creationId xmlns:a16="http://schemas.microsoft.com/office/drawing/2014/main" id="{64C23058-F4E1-C7CC-8927-B248CDE6E3C6}"/>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1" name="Google Shape;111;p2">
              <a:extLst>
                <a:ext uri="{FF2B5EF4-FFF2-40B4-BE49-F238E27FC236}">
                  <a16:creationId xmlns:a16="http://schemas.microsoft.com/office/drawing/2014/main" id="{0A01D03C-DB12-0E22-1679-14452E1A04D4}"/>
                </a:ext>
              </a:extLst>
            </p:cNvPr>
            <p:cNvSpPr/>
            <p:nvPr/>
          </p:nvSpPr>
          <p:spPr>
            <a:xfrm>
              <a:off x="2254" y="1856"/>
              <a:ext cx="1262" cy="1264"/>
            </a:xfrm>
            <a:prstGeom prst="ellipse">
              <a:avLst/>
            </a:prstGeom>
            <a:gradFill>
              <a:gsLst>
                <a:gs pos="0">
                  <a:srgbClr val="000000"/>
                </a:gs>
                <a:gs pos="100000">
                  <a:srgbClr val="48BE67"/>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2" name="Google Shape;112;p2">
              <a:extLst>
                <a:ext uri="{FF2B5EF4-FFF2-40B4-BE49-F238E27FC236}">
                  <a16:creationId xmlns:a16="http://schemas.microsoft.com/office/drawing/2014/main" id="{2A11DCC4-B5F7-3C1F-98C8-7DFD547B3D4A}"/>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3" name="Google Shape;113;p2">
              <a:extLst>
                <a:ext uri="{FF2B5EF4-FFF2-40B4-BE49-F238E27FC236}">
                  <a16:creationId xmlns:a16="http://schemas.microsoft.com/office/drawing/2014/main" id="{9F5C9E00-AD7E-4952-6CEA-2083855B867E}"/>
                </a:ext>
              </a:extLst>
            </p:cNvPr>
            <p:cNvSpPr/>
            <p:nvPr/>
          </p:nvSpPr>
          <p:spPr>
            <a:xfrm>
              <a:off x="2337" y="1939"/>
              <a:ext cx="1096" cy="1098"/>
            </a:xfrm>
            <a:prstGeom prst="ellipse">
              <a:avLst/>
            </a:prstGeom>
            <a:gradFill>
              <a:gsLst>
                <a:gs pos="0">
                  <a:srgbClr val="48BE67"/>
                </a:gs>
                <a:gs pos="100000">
                  <a:srgbClr val="33884A"/>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14" name="Google Shape;128;p2">
            <a:extLst>
              <a:ext uri="{FF2B5EF4-FFF2-40B4-BE49-F238E27FC236}">
                <a16:creationId xmlns:a16="http://schemas.microsoft.com/office/drawing/2014/main" id="{E823EA31-325A-051F-519E-5F1FDEECD287}"/>
              </a:ext>
            </a:extLst>
          </p:cNvPr>
          <p:cNvSpPr/>
          <p:nvPr/>
        </p:nvSpPr>
        <p:spPr>
          <a:xfrm>
            <a:off x="2823719" y="3795345"/>
            <a:ext cx="5343421" cy="529445"/>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err="1">
                <a:solidFill>
                  <a:schemeClr val="accent3">
                    <a:lumMod val="40000"/>
                    <a:lumOff val="60000"/>
                  </a:schemeClr>
                </a:solidFill>
              </a:rPr>
              <a:t>Triển</a:t>
            </a:r>
            <a:r>
              <a:rPr lang="en-US" sz="1800" b="1" dirty="0">
                <a:solidFill>
                  <a:schemeClr val="accent3">
                    <a:lumMod val="40000"/>
                    <a:lumOff val="60000"/>
                  </a:schemeClr>
                </a:solidFill>
              </a:rPr>
              <a:t> </a:t>
            </a:r>
            <a:r>
              <a:rPr lang="en-US" sz="1800" b="1" dirty="0" err="1">
                <a:solidFill>
                  <a:schemeClr val="accent3">
                    <a:lumMod val="40000"/>
                    <a:lumOff val="60000"/>
                  </a:schemeClr>
                </a:solidFill>
              </a:rPr>
              <a:t>khai</a:t>
            </a:r>
            <a:r>
              <a:rPr lang="en-US" sz="1800" b="1" dirty="0">
                <a:solidFill>
                  <a:schemeClr val="accent3">
                    <a:lumMod val="40000"/>
                    <a:lumOff val="60000"/>
                  </a:schemeClr>
                </a:solidFill>
              </a:rPr>
              <a:t> </a:t>
            </a:r>
            <a:r>
              <a:rPr lang="en-US" sz="1800" b="1" dirty="0" err="1">
                <a:solidFill>
                  <a:schemeClr val="accent3">
                    <a:lumMod val="40000"/>
                    <a:lumOff val="60000"/>
                  </a:schemeClr>
                </a:solidFill>
              </a:rPr>
              <a:t>và</a:t>
            </a:r>
            <a:r>
              <a:rPr lang="en-US" sz="1800" b="1" dirty="0">
                <a:solidFill>
                  <a:schemeClr val="accent3">
                    <a:lumMod val="40000"/>
                    <a:lumOff val="60000"/>
                  </a:schemeClr>
                </a:solidFill>
              </a:rPr>
              <a:t> </a:t>
            </a:r>
            <a:r>
              <a:rPr lang="en-US" sz="1800" b="1" dirty="0" err="1">
                <a:solidFill>
                  <a:schemeClr val="accent3">
                    <a:lumMod val="40000"/>
                    <a:lumOff val="60000"/>
                  </a:schemeClr>
                </a:solidFill>
              </a:rPr>
              <a:t>thực</a:t>
            </a:r>
            <a:r>
              <a:rPr lang="en-US" sz="1800" b="1" dirty="0">
                <a:solidFill>
                  <a:schemeClr val="accent3">
                    <a:lumMod val="40000"/>
                    <a:lumOff val="60000"/>
                  </a:schemeClr>
                </a:solidFill>
              </a:rPr>
              <a:t> </a:t>
            </a:r>
            <a:r>
              <a:rPr lang="en-US" sz="1800" b="1" dirty="0" err="1">
                <a:solidFill>
                  <a:schemeClr val="accent3">
                    <a:lumMod val="40000"/>
                    <a:lumOff val="60000"/>
                  </a:schemeClr>
                </a:solidFill>
              </a:rPr>
              <a:t>nghiệm</a:t>
            </a:r>
            <a:endParaRPr lang="en-US" dirty="0">
              <a:solidFill>
                <a:schemeClr val="accent3">
                  <a:lumMod val="40000"/>
                  <a:lumOff val="60000"/>
                </a:schemeClr>
              </a:solidFill>
            </a:endParaRPr>
          </a:p>
        </p:txBody>
      </p:sp>
      <p:grpSp>
        <p:nvGrpSpPr>
          <p:cNvPr id="8215" name="Google Shape;129;p2">
            <a:extLst>
              <a:ext uri="{FF2B5EF4-FFF2-40B4-BE49-F238E27FC236}">
                <a16:creationId xmlns:a16="http://schemas.microsoft.com/office/drawing/2014/main" id="{06C81B6E-FCE6-B282-0182-473143E2C40B}"/>
              </a:ext>
            </a:extLst>
          </p:cNvPr>
          <p:cNvGrpSpPr/>
          <p:nvPr/>
        </p:nvGrpSpPr>
        <p:grpSpPr>
          <a:xfrm>
            <a:off x="2402936" y="3873408"/>
            <a:ext cx="381000" cy="381000"/>
            <a:chOff x="2078" y="1680"/>
            <a:chExt cx="1615" cy="1615"/>
          </a:xfrm>
        </p:grpSpPr>
        <p:sp>
          <p:nvSpPr>
            <p:cNvPr id="8216" name="Google Shape;130;p2">
              <a:extLst>
                <a:ext uri="{FF2B5EF4-FFF2-40B4-BE49-F238E27FC236}">
                  <a16:creationId xmlns:a16="http://schemas.microsoft.com/office/drawing/2014/main" id="{2218AF1E-5F6C-92E7-6290-1F33AAFB4123}"/>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7" name="Google Shape;131;p2">
              <a:extLst>
                <a:ext uri="{FF2B5EF4-FFF2-40B4-BE49-F238E27FC236}">
                  <a16:creationId xmlns:a16="http://schemas.microsoft.com/office/drawing/2014/main" id="{D4919841-2046-DD08-90AA-9CAE3187AC58}"/>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8" name="Google Shape;132;p2">
              <a:extLst>
                <a:ext uri="{FF2B5EF4-FFF2-40B4-BE49-F238E27FC236}">
                  <a16:creationId xmlns:a16="http://schemas.microsoft.com/office/drawing/2014/main" id="{3081C414-14C6-906B-1151-49F8F5CC9BD8}"/>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9" name="Google Shape;133;p2">
              <a:extLst>
                <a:ext uri="{FF2B5EF4-FFF2-40B4-BE49-F238E27FC236}">
                  <a16:creationId xmlns:a16="http://schemas.microsoft.com/office/drawing/2014/main" id="{28907A37-FC57-A22A-2C9F-C29AB2DED14E}"/>
                </a:ext>
              </a:extLst>
            </p:cNvPr>
            <p:cNvSpPr/>
            <p:nvPr/>
          </p:nvSpPr>
          <p:spPr>
            <a:xfrm>
              <a:off x="2254" y="1856"/>
              <a:ext cx="1262" cy="1264"/>
            </a:xfrm>
            <a:prstGeom prst="ellipse">
              <a:avLst/>
            </a:prstGeom>
            <a:gradFill>
              <a:gsLst>
                <a:gs pos="0">
                  <a:srgbClr val="000000"/>
                </a:gs>
                <a:gs pos="100000">
                  <a:srgbClr val="8D67E1"/>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0" name="Google Shape;134;p2">
              <a:extLst>
                <a:ext uri="{FF2B5EF4-FFF2-40B4-BE49-F238E27FC236}">
                  <a16:creationId xmlns:a16="http://schemas.microsoft.com/office/drawing/2014/main" id="{68874E0F-107E-B057-4620-E38D57475AD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1" name="Google Shape;135;p2">
              <a:extLst>
                <a:ext uri="{FF2B5EF4-FFF2-40B4-BE49-F238E27FC236}">
                  <a16:creationId xmlns:a16="http://schemas.microsoft.com/office/drawing/2014/main" id="{4566C53B-8E7D-AB11-5DDE-74F958F0600D}"/>
                </a:ext>
              </a:extLst>
            </p:cNvPr>
            <p:cNvSpPr/>
            <p:nvPr/>
          </p:nvSpPr>
          <p:spPr>
            <a:xfrm>
              <a:off x="2337" y="1939"/>
              <a:ext cx="1096" cy="1098"/>
            </a:xfrm>
            <a:prstGeom prst="ellipse">
              <a:avLst/>
            </a:prstGeom>
            <a:gradFill>
              <a:gsLst>
                <a:gs pos="0">
                  <a:srgbClr val="8D67E1"/>
                </a:gs>
                <a:gs pos="100000">
                  <a:srgbClr val="654AA2"/>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22" name="Google Shape;136;p2">
            <a:extLst>
              <a:ext uri="{FF2B5EF4-FFF2-40B4-BE49-F238E27FC236}">
                <a16:creationId xmlns:a16="http://schemas.microsoft.com/office/drawing/2014/main" id="{27C13AAA-BBA1-8F6A-67BE-B64388C60348}"/>
              </a:ext>
            </a:extLst>
          </p:cNvPr>
          <p:cNvSpPr/>
          <p:nvPr/>
        </p:nvSpPr>
        <p:spPr>
          <a:xfrm rot="5400000">
            <a:off x="-2403921" y="1239529"/>
            <a:ext cx="4824413" cy="4770438"/>
          </a:xfrm>
          <a:custGeom>
            <a:avLst/>
            <a:gdLst/>
            <a:ahLst/>
            <a:cxnLst/>
            <a:rect l="l" t="t" r="r" b="b"/>
            <a:pathLst>
              <a:path w="21600" h="21600" extrusionOk="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a:gsLst>
              <a:gs pos="0">
                <a:srgbClr val="F4F4F4"/>
              </a:gs>
              <a:gs pos="50000">
                <a:schemeClr val="lt2"/>
              </a:gs>
              <a:gs pos="100000">
                <a:srgbClr val="F4F4F4"/>
              </a:gs>
            </a:gsLst>
            <a:lin ang="0" scaled="0"/>
          </a:gradFill>
          <a:ln w="9525" cap="flat" cmpd="sng">
            <a:solidFill>
              <a:srgbClr val="B3ABE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3" name="Google Shape;137;p2">
            <a:extLst>
              <a:ext uri="{FF2B5EF4-FFF2-40B4-BE49-F238E27FC236}">
                <a16:creationId xmlns:a16="http://schemas.microsoft.com/office/drawing/2014/main" id="{EAF191C5-6464-3966-6CEA-2B27C4A20DA0}"/>
              </a:ext>
            </a:extLst>
          </p:cNvPr>
          <p:cNvSpPr/>
          <p:nvPr/>
        </p:nvSpPr>
        <p:spPr>
          <a:xfrm rot="5400000" flipH="1">
            <a:off x="-1998313" y="1675297"/>
            <a:ext cx="4032250" cy="3929063"/>
          </a:xfrm>
          <a:custGeom>
            <a:avLst/>
            <a:gdLst/>
            <a:ahLst/>
            <a:cxnLst/>
            <a:rect l="l" t="t" r="r" b="b"/>
            <a:pathLst>
              <a:path w="21600" h="21600" extrusionOk="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solidFill>
            <a:schemeClr val="accent6">
              <a:lumMod val="60000"/>
              <a:lumOff val="40000"/>
            </a:schemeClr>
          </a:solidFill>
          <a:ln>
            <a:solidFill>
              <a:schemeClr val="accent6">
                <a:lumMod val="60000"/>
                <a:lumOff val="4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56" name="Google Shape;139;p2">
            <a:extLst>
              <a:ext uri="{FF2B5EF4-FFF2-40B4-BE49-F238E27FC236}">
                <a16:creationId xmlns:a16="http://schemas.microsoft.com/office/drawing/2014/main" id="{0F742F2A-0267-EC5E-DFFB-7E4F7736EC63}"/>
              </a:ext>
            </a:extLst>
          </p:cNvPr>
          <p:cNvSpPr/>
          <p:nvPr/>
        </p:nvSpPr>
        <p:spPr>
          <a:xfrm>
            <a:off x="2310338" y="5230563"/>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latin typeface="Arial"/>
                <a:ea typeface="Arial"/>
                <a:cs typeface="Arial"/>
                <a:sym typeface="Arial"/>
              </a:rPr>
              <a:t>Kết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luận</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và</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hướng</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phát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triển</a:t>
            </a:r>
            <a:endParaRPr sz="1800" b="1" dirty="0">
              <a:solidFill>
                <a:schemeClr val="accent3">
                  <a:lumMod val="40000"/>
                  <a:lumOff val="60000"/>
                </a:schemeClr>
              </a:solidFill>
              <a:latin typeface="Arial"/>
              <a:ea typeface="Arial"/>
              <a:cs typeface="Arial"/>
              <a:sym typeface="Arial"/>
            </a:endParaRPr>
          </a:p>
        </p:txBody>
      </p:sp>
      <p:grpSp>
        <p:nvGrpSpPr>
          <p:cNvPr id="19457" name="Google Shape;140;p2">
            <a:extLst>
              <a:ext uri="{FF2B5EF4-FFF2-40B4-BE49-F238E27FC236}">
                <a16:creationId xmlns:a16="http://schemas.microsoft.com/office/drawing/2014/main" id="{4469CA45-482F-AA59-239C-021E28A23D14}"/>
              </a:ext>
            </a:extLst>
          </p:cNvPr>
          <p:cNvGrpSpPr/>
          <p:nvPr/>
        </p:nvGrpSpPr>
        <p:grpSpPr>
          <a:xfrm>
            <a:off x="1817252" y="5238327"/>
            <a:ext cx="381000" cy="381000"/>
            <a:chOff x="2078" y="1680"/>
            <a:chExt cx="1615" cy="1615"/>
          </a:xfrm>
        </p:grpSpPr>
        <p:sp>
          <p:nvSpPr>
            <p:cNvPr id="19459" name="Google Shape;141;p2">
              <a:extLst>
                <a:ext uri="{FF2B5EF4-FFF2-40B4-BE49-F238E27FC236}">
                  <a16:creationId xmlns:a16="http://schemas.microsoft.com/office/drawing/2014/main" id="{1AC90260-8959-51A0-5582-1004CE7EFF0B}"/>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0" name="Google Shape;142;p2">
              <a:extLst>
                <a:ext uri="{FF2B5EF4-FFF2-40B4-BE49-F238E27FC236}">
                  <a16:creationId xmlns:a16="http://schemas.microsoft.com/office/drawing/2014/main" id="{71814F59-CAE5-2BEA-3351-1FDDD383B1B0}"/>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1" name="Google Shape;143;p2">
              <a:extLst>
                <a:ext uri="{FF2B5EF4-FFF2-40B4-BE49-F238E27FC236}">
                  <a16:creationId xmlns:a16="http://schemas.microsoft.com/office/drawing/2014/main" id="{5D4CE909-6DCB-4B9D-11B4-E41E26533B84}"/>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2" name="Google Shape;144;p2">
              <a:extLst>
                <a:ext uri="{FF2B5EF4-FFF2-40B4-BE49-F238E27FC236}">
                  <a16:creationId xmlns:a16="http://schemas.microsoft.com/office/drawing/2014/main" id="{7110160F-C5F0-9DD1-9BEE-F953E4CA8491}"/>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3" name="Google Shape;145;p2">
              <a:extLst>
                <a:ext uri="{FF2B5EF4-FFF2-40B4-BE49-F238E27FC236}">
                  <a16:creationId xmlns:a16="http://schemas.microsoft.com/office/drawing/2014/main" id="{57EC159E-0685-C577-BAEA-D0A3299CCFCC}"/>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4" name="Google Shape;146;p2">
              <a:extLst>
                <a:ext uri="{FF2B5EF4-FFF2-40B4-BE49-F238E27FC236}">
                  <a16:creationId xmlns:a16="http://schemas.microsoft.com/office/drawing/2014/main" id="{02C262CE-FD15-2902-C152-A1E8ADC0247B}"/>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extLst>
      <p:ext uri="{BB962C8B-B14F-4D97-AF65-F5344CB8AC3E}">
        <p14:creationId xmlns:p14="http://schemas.microsoft.com/office/powerpoint/2010/main" val="3999770797"/>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9E23C-7107-E615-95B2-8E804B139F55}"/>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8418C296-93A7-5205-00D0-46D536CBD4DC}"/>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4</a:t>
            </a:fld>
            <a:endParaRPr lang="en-US" altLang="en-US" sz="1400"/>
          </a:p>
        </p:txBody>
      </p:sp>
      <p:sp>
        <p:nvSpPr>
          <p:cNvPr id="2" name="Rectangle 2">
            <a:extLst>
              <a:ext uri="{FF2B5EF4-FFF2-40B4-BE49-F238E27FC236}">
                <a16:creationId xmlns:a16="http://schemas.microsoft.com/office/drawing/2014/main" id="{7DF6CBD4-A523-9E6A-AAF1-6A4468296AB4}"/>
              </a:ext>
            </a:extLst>
          </p:cNvPr>
          <p:cNvSpPr>
            <a:spLocks noGrp="1" noChangeArrowheads="1"/>
          </p:cNvSpPr>
          <p:nvPr>
            <p:ph type="title"/>
          </p:nvPr>
        </p:nvSpPr>
        <p:spPr>
          <a:xfrm>
            <a:off x="906236" y="144624"/>
            <a:ext cx="8077200" cy="609600"/>
          </a:xfrm>
        </p:spPr>
        <p:txBody>
          <a:bodyPr>
            <a:normAutofit/>
          </a:bodyPr>
          <a:lstStyle/>
          <a:p>
            <a:pPr>
              <a:defRPr/>
            </a:pPr>
            <a:r>
              <a:rPr lang="en-US" altLang="en-US" sz="3600" b="1" dirty="0" err="1">
                <a:latin typeface="Arial" panose="020B0604020202020204" pitchFamily="34" charset="0"/>
                <a:cs typeface="Arial" panose="020B0604020202020204" pitchFamily="34" charset="0"/>
              </a:rPr>
              <a:t>Giới</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thiệu</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đề</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tài</a:t>
            </a:r>
            <a:endParaRPr lang="en-US" altLang="en-US" sz="3600"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D5F858B9-983B-952F-0296-8F0CC1B3B5C1}"/>
              </a:ext>
            </a:extLst>
          </p:cNvPr>
          <p:cNvSpPr>
            <a:spLocks noGrp="1" noChangeArrowheads="1"/>
          </p:cNvSpPr>
          <p:nvPr>
            <p:ph type="body" idx="1"/>
          </p:nvPr>
        </p:nvSpPr>
        <p:spPr>
          <a:xfrm>
            <a:off x="906236" y="1184989"/>
            <a:ext cx="10474778" cy="5328526"/>
          </a:xfrm>
        </p:spPr>
        <p:txBody>
          <a:bodyPr>
            <a:normAutofit/>
          </a:bodyPr>
          <a:lstStyle/>
          <a:p>
            <a:pPr marL="0" indent="0" algn="just">
              <a:lnSpc>
                <a:spcPct val="150000"/>
              </a:lnSpc>
              <a:spcBef>
                <a:spcPts val="0"/>
              </a:spcBef>
              <a:buNone/>
              <a:defRPr/>
            </a:pPr>
            <a:r>
              <a:rPr lang="en-US" altLang="en-US" sz="2400" b="1" dirty="0" err="1">
                <a:latin typeface="Arial" panose="020B0604020202020204" pitchFamily="34" charset="0"/>
                <a:cs typeface="Arial" panose="020B0604020202020204" pitchFamily="34" charset="0"/>
              </a:rPr>
              <a:t>Bối</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cảnh</a:t>
            </a:r>
            <a:r>
              <a:rPr lang="en-US" altLang="en-US" sz="2400" b="1" dirty="0">
                <a:latin typeface="Arial" panose="020B0604020202020204" pitchFamily="34" charset="0"/>
                <a:cs typeface="Arial" panose="020B0604020202020204" pitchFamily="34" charset="0"/>
              </a:rPr>
              <a:t> &amp; </a:t>
            </a:r>
            <a:r>
              <a:rPr lang="en-US" altLang="en-US" sz="2400" b="1" dirty="0" err="1">
                <a:latin typeface="Arial" panose="020B0604020202020204" pitchFamily="34" charset="0"/>
                <a:cs typeface="Arial" panose="020B0604020202020204" pitchFamily="34" charset="0"/>
              </a:rPr>
              <a:t>vấn</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đề</a:t>
            </a:r>
            <a:r>
              <a:rPr lang="en-US" altLang="en-US" sz="2400" b="1" dirty="0">
                <a:latin typeface="Arial" panose="020B0604020202020204" pitchFamily="34" charset="0"/>
                <a:cs typeface="Arial" panose="020B0604020202020204" pitchFamily="34" charset="0"/>
              </a:rPr>
              <a:t>:</a:t>
            </a: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Kiểm thử thủ công tốn nhiều thời gian</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Phụ thuộc kinh nghiệm tester</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Khó đảm bảo độ bao phủ</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AI hỗ trợ phân tích Use Case và sinh test case</a:t>
            </a:r>
            <a:endParaRPr lang="en-US"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241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fade">
                                      <p:cBhvr>
                                        <p:cTn id="7" dur="1000"/>
                                        <p:tgtEl>
                                          <p:spTgt spid="8195">
                                            <p:txEl>
                                              <p:pRg st="0" end="0"/>
                                            </p:txEl>
                                          </p:spTgt>
                                        </p:tgtEl>
                                      </p:cBhvr>
                                    </p:animEffect>
                                    <p:anim calcmode="lin" valueType="num">
                                      <p:cBhvr>
                                        <p:cTn id="8" dur="1000" fill="hold"/>
                                        <p:tgtEl>
                                          <p:spTgt spid="819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195">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CCAEB-CC4C-8D77-3ECA-A411F53E496C}"/>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FEB73D35-9EC9-CE40-920C-2B087DC01DDA}"/>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5</a:t>
            </a:fld>
            <a:endParaRPr lang="en-US" altLang="en-US" sz="1400"/>
          </a:p>
        </p:txBody>
      </p:sp>
      <p:sp>
        <p:nvSpPr>
          <p:cNvPr id="2" name="Rectangle 2">
            <a:extLst>
              <a:ext uri="{FF2B5EF4-FFF2-40B4-BE49-F238E27FC236}">
                <a16:creationId xmlns:a16="http://schemas.microsoft.com/office/drawing/2014/main" id="{1BF9DEA2-2EDF-6F8F-09C4-E9A858F5ABBC}"/>
              </a:ext>
            </a:extLst>
          </p:cNvPr>
          <p:cNvSpPr>
            <a:spLocks noGrp="1" noChangeArrowheads="1"/>
          </p:cNvSpPr>
          <p:nvPr>
            <p:ph type="title"/>
          </p:nvPr>
        </p:nvSpPr>
        <p:spPr>
          <a:xfrm>
            <a:off x="906236" y="144624"/>
            <a:ext cx="8077200" cy="609600"/>
          </a:xfrm>
        </p:spPr>
        <p:txBody>
          <a:bodyPr>
            <a:normAutofit/>
          </a:bodyPr>
          <a:lstStyle/>
          <a:p>
            <a:pPr>
              <a:defRPr/>
            </a:pPr>
            <a:r>
              <a:rPr lang="en-US" altLang="en-US" sz="3600" b="1" dirty="0" err="1">
                <a:latin typeface="Arial" panose="020B0604020202020204" pitchFamily="34" charset="0"/>
                <a:cs typeface="Arial" panose="020B0604020202020204" pitchFamily="34" charset="0"/>
              </a:rPr>
              <a:t>Giới</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thiệu</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đề</a:t>
            </a:r>
            <a:r>
              <a:rPr lang="en-US" altLang="en-US" sz="3600" b="1" dirty="0">
                <a:latin typeface="Arial" panose="020B0604020202020204" pitchFamily="34" charset="0"/>
                <a:cs typeface="Arial" panose="020B0604020202020204" pitchFamily="34" charset="0"/>
              </a:rPr>
              <a:t> </a:t>
            </a:r>
            <a:r>
              <a:rPr lang="en-US" altLang="en-US" sz="3600" b="1" dirty="0" err="1">
                <a:latin typeface="Arial" panose="020B0604020202020204" pitchFamily="34" charset="0"/>
                <a:cs typeface="Arial" panose="020B0604020202020204" pitchFamily="34" charset="0"/>
              </a:rPr>
              <a:t>tài</a:t>
            </a:r>
            <a:endParaRPr lang="en-US" altLang="en-US" sz="3600"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659AED8D-304A-1C53-738E-D97D9BF35AFB}"/>
              </a:ext>
            </a:extLst>
          </p:cNvPr>
          <p:cNvSpPr>
            <a:spLocks noGrp="1" noChangeArrowheads="1"/>
          </p:cNvSpPr>
          <p:nvPr>
            <p:ph type="body" idx="1"/>
          </p:nvPr>
        </p:nvSpPr>
        <p:spPr>
          <a:xfrm>
            <a:off x="906236" y="1184989"/>
            <a:ext cx="10474778" cy="5328526"/>
          </a:xfrm>
        </p:spPr>
        <p:txBody>
          <a:bodyPr>
            <a:normAutofit/>
          </a:bodyPr>
          <a:lstStyle/>
          <a:p>
            <a:pPr marL="0" indent="0" algn="just">
              <a:lnSpc>
                <a:spcPct val="150000"/>
              </a:lnSpc>
              <a:spcBef>
                <a:spcPts val="0"/>
              </a:spcBef>
              <a:buNone/>
              <a:defRPr/>
            </a:pPr>
            <a:r>
              <a:rPr lang="en-US" altLang="en-US" sz="2400" b="1" dirty="0" err="1">
                <a:latin typeface="Arial" panose="020B0604020202020204" pitchFamily="34" charset="0"/>
                <a:cs typeface="Arial" panose="020B0604020202020204" pitchFamily="34" charset="0"/>
              </a:rPr>
              <a:t>Mục</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tiêu</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đề</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tài</a:t>
            </a:r>
            <a:r>
              <a:rPr lang="en-US" altLang="en-US" sz="2400" b="1" dirty="0">
                <a:latin typeface="Arial" panose="020B0604020202020204" pitchFamily="34" charset="0"/>
                <a:cs typeface="Arial" panose="020B0604020202020204" pitchFamily="34" charset="0"/>
              </a:rPr>
              <a:t>:</a:t>
            </a: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AI sinh test case từ Use Case</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Sinh test script bằng cơ chế ánh xạ</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Xây dựng Hybrid Framework:</a:t>
            </a:r>
            <a:endParaRPr lang="en-US" altLang="en-US" sz="24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altLang="en-US" sz="2400" dirty="0">
                <a:latin typeface="Arial" panose="020B0604020202020204" pitchFamily="34" charset="0"/>
                <a:cs typeface="Arial" panose="020B0604020202020204" pitchFamily="34" charset="0"/>
              </a:rPr>
              <a:t>	+ </a:t>
            </a:r>
            <a:r>
              <a:rPr lang="vi-VN" altLang="en-US" sz="2400" dirty="0">
                <a:latin typeface="Arial" panose="020B0604020202020204" pitchFamily="34" charset="0"/>
                <a:cs typeface="Arial" panose="020B0604020202020204" pitchFamily="34" charset="0"/>
              </a:rPr>
              <a:t>POM</a:t>
            </a:r>
            <a:endParaRPr lang="en-US" altLang="en-US" sz="24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altLang="en-US" sz="2400" dirty="0">
                <a:latin typeface="Arial" panose="020B0604020202020204" pitchFamily="34" charset="0"/>
                <a:cs typeface="Arial" panose="020B0604020202020204" pitchFamily="34" charset="0"/>
              </a:rPr>
              <a:t>	+ </a:t>
            </a:r>
            <a:r>
              <a:rPr lang="vi-VN" altLang="en-US" sz="2400" dirty="0">
                <a:latin typeface="Arial" panose="020B0604020202020204" pitchFamily="34" charset="0"/>
                <a:cs typeface="Arial" panose="020B0604020202020204" pitchFamily="34" charset="0"/>
              </a:rPr>
              <a:t>DDT</a:t>
            </a:r>
            <a:endParaRPr lang="en-US" altLang="en-US" sz="24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altLang="en-US" sz="2400" dirty="0">
                <a:latin typeface="Arial" panose="020B0604020202020204" pitchFamily="34" charset="0"/>
                <a:cs typeface="Arial" panose="020B0604020202020204" pitchFamily="34" charset="0"/>
              </a:rPr>
              <a:t>	+ </a:t>
            </a:r>
            <a:r>
              <a:rPr lang="vi-VN" altLang="en-US" sz="2400" dirty="0">
                <a:latin typeface="Arial" panose="020B0604020202020204" pitchFamily="34" charset="0"/>
                <a:cs typeface="Arial" panose="020B0604020202020204" pitchFamily="34" charset="0"/>
              </a:rPr>
              <a:t>KDT</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Kiểm thử thực tế website Bemori</a:t>
            </a:r>
            <a:endParaRPr lang="en-US"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89536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fade">
                                      <p:cBhvr>
                                        <p:cTn id="7" dur="500"/>
                                        <p:tgtEl>
                                          <p:spTgt spid="819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0978F-6DEF-13F7-68AB-7781B24694E3}"/>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1DA9158B-E23B-AF33-B912-5F2FFD24C90B}"/>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6</a:t>
            </a:fld>
            <a:endParaRPr lang="en-US" altLang="en-US" sz="1400"/>
          </a:p>
        </p:txBody>
      </p:sp>
      <p:sp>
        <p:nvSpPr>
          <p:cNvPr id="2" name="Rectangle 2">
            <a:extLst>
              <a:ext uri="{FF2B5EF4-FFF2-40B4-BE49-F238E27FC236}">
                <a16:creationId xmlns:a16="http://schemas.microsoft.com/office/drawing/2014/main" id="{FCD044C8-9B59-A6FF-81F2-8B1502F8E036}"/>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Nội</a:t>
            </a:r>
            <a:r>
              <a:rPr lang="en-US" altLang="en-US" b="1" dirty="0">
                <a:latin typeface="Arial" panose="020B0604020202020204" pitchFamily="34" charset="0"/>
                <a:cs typeface="Arial" panose="020B0604020202020204" pitchFamily="34" charset="0"/>
              </a:rPr>
              <a:t> dung</a:t>
            </a:r>
          </a:p>
        </p:txBody>
      </p:sp>
      <p:sp>
        <p:nvSpPr>
          <p:cNvPr id="8198" name="Google Shape;98;p2">
            <a:extLst>
              <a:ext uri="{FF2B5EF4-FFF2-40B4-BE49-F238E27FC236}">
                <a16:creationId xmlns:a16="http://schemas.microsoft.com/office/drawing/2014/main" id="{FF401F8C-D871-8313-FD55-C42355BB0727}"/>
              </a:ext>
            </a:extLst>
          </p:cNvPr>
          <p:cNvSpPr/>
          <p:nvPr/>
        </p:nvSpPr>
        <p:spPr>
          <a:xfrm>
            <a:off x="2742180" y="2358132"/>
            <a:ext cx="5424985"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a:solidFill>
                  <a:schemeClr val="dk1"/>
                </a:solidFill>
              </a:rPr>
              <a:t>Phân </a:t>
            </a:r>
            <a:r>
              <a:rPr lang="en-US" sz="1800" b="1" dirty="0" err="1">
                <a:solidFill>
                  <a:schemeClr val="dk1"/>
                </a:solidFill>
              </a:rPr>
              <a:t>tích</a:t>
            </a:r>
            <a:r>
              <a:rPr lang="en-US" sz="1800" b="1" dirty="0">
                <a:solidFill>
                  <a:schemeClr val="dk1"/>
                </a:solidFill>
              </a:rPr>
              <a:t> </a:t>
            </a:r>
            <a:r>
              <a:rPr lang="en-US" b="1" dirty="0" err="1">
                <a:solidFill>
                  <a:schemeClr val="dk1"/>
                </a:solidFill>
              </a:rPr>
              <a:t>và</a:t>
            </a:r>
            <a:r>
              <a:rPr lang="en-US" b="1" dirty="0">
                <a:solidFill>
                  <a:schemeClr val="dk1"/>
                </a:solidFill>
              </a:rPr>
              <a:t> </a:t>
            </a:r>
            <a:r>
              <a:rPr lang="en-US" b="1" dirty="0" err="1">
                <a:solidFill>
                  <a:schemeClr val="dk1"/>
                </a:solidFill>
              </a:rPr>
              <a:t>thiết</a:t>
            </a:r>
            <a:r>
              <a:rPr lang="en-US" b="1" dirty="0">
                <a:solidFill>
                  <a:schemeClr val="dk1"/>
                </a:solidFill>
              </a:rPr>
              <a:t> </a:t>
            </a:r>
            <a:r>
              <a:rPr lang="en-US" b="1" dirty="0" err="1">
                <a:solidFill>
                  <a:schemeClr val="dk1"/>
                </a:solidFill>
              </a:rPr>
              <a:t>kế</a:t>
            </a:r>
            <a:r>
              <a:rPr lang="en-US" b="1" dirty="0">
                <a:solidFill>
                  <a:schemeClr val="dk1"/>
                </a:solidFill>
              </a:rPr>
              <a:t> </a:t>
            </a:r>
            <a:r>
              <a:rPr lang="en-US" b="1" dirty="0" err="1">
                <a:solidFill>
                  <a:schemeClr val="dk1"/>
                </a:solidFill>
              </a:rPr>
              <a:t>hệ</a:t>
            </a:r>
            <a:r>
              <a:rPr lang="en-US" b="1" dirty="0">
                <a:solidFill>
                  <a:schemeClr val="dk1"/>
                </a:solidFill>
              </a:rPr>
              <a:t> </a:t>
            </a:r>
            <a:r>
              <a:rPr lang="en-US" b="1" dirty="0" err="1">
                <a:solidFill>
                  <a:schemeClr val="dk1"/>
                </a:solidFill>
              </a:rPr>
              <a:t>thống</a:t>
            </a:r>
            <a:endParaRPr lang="vi-VN" dirty="0"/>
          </a:p>
        </p:txBody>
      </p:sp>
      <p:sp>
        <p:nvSpPr>
          <p:cNvPr id="8199" name="Google Shape;99;p2">
            <a:extLst>
              <a:ext uri="{FF2B5EF4-FFF2-40B4-BE49-F238E27FC236}">
                <a16:creationId xmlns:a16="http://schemas.microsoft.com/office/drawing/2014/main" id="{BC016EE2-65F8-78F0-51E3-EA4F89FE98C2}"/>
              </a:ext>
            </a:extLst>
          </p:cNvPr>
          <p:cNvSpPr/>
          <p:nvPr/>
        </p:nvSpPr>
        <p:spPr>
          <a:xfrm>
            <a:off x="1987550" y="1164122"/>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rPr>
              <a:t>Giới</a:t>
            </a:r>
            <a:r>
              <a:rPr lang="en-US" b="1" dirty="0">
                <a:solidFill>
                  <a:schemeClr val="accent3">
                    <a:lumMod val="40000"/>
                    <a:lumOff val="60000"/>
                  </a:schemeClr>
                </a:solidFill>
              </a:rPr>
              <a:t> </a:t>
            </a:r>
            <a:r>
              <a:rPr lang="en-US" b="1" dirty="0" err="1">
                <a:solidFill>
                  <a:schemeClr val="accent3">
                    <a:lumMod val="40000"/>
                    <a:lumOff val="60000"/>
                  </a:schemeClr>
                </a:solidFill>
              </a:rPr>
              <a:t>thiệu</a:t>
            </a:r>
            <a:r>
              <a:rPr lang="en-US" b="1" dirty="0">
                <a:solidFill>
                  <a:schemeClr val="accent3">
                    <a:lumMod val="40000"/>
                    <a:lumOff val="60000"/>
                  </a:schemeClr>
                </a:solidFill>
              </a:rPr>
              <a:t> </a:t>
            </a:r>
            <a:r>
              <a:rPr lang="en-US" b="1" dirty="0" err="1">
                <a:solidFill>
                  <a:schemeClr val="accent3">
                    <a:lumMod val="40000"/>
                    <a:lumOff val="60000"/>
                  </a:schemeClr>
                </a:solidFill>
              </a:rPr>
              <a:t>đề</a:t>
            </a:r>
            <a:r>
              <a:rPr lang="en-US" b="1" dirty="0">
                <a:solidFill>
                  <a:schemeClr val="accent3">
                    <a:lumMod val="40000"/>
                    <a:lumOff val="60000"/>
                  </a:schemeClr>
                </a:solidFill>
              </a:rPr>
              <a:t> </a:t>
            </a:r>
            <a:r>
              <a:rPr lang="en-US" b="1" dirty="0" err="1">
                <a:solidFill>
                  <a:schemeClr val="accent3">
                    <a:lumMod val="40000"/>
                    <a:lumOff val="60000"/>
                  </a:schemeClr>
                </a:solidFill>
              </a:rPr>
              <a:t>tài</a:t>
            </a:r>
            <a:endParaRPr dirty="0">
              <a:solidFill>
                <a:schemeClr val="accent3">
                  <a:lumMod val="40000"/>
                  <a:lumOff val="60000"/>
                </a:schemeClr>
              </a:solidFill>
            </a:endParaRPr>
          </a:p>
        </p:txBody>
      </p:sp>
      <p:grpSp>
        <p:nvGrpSpPr>
          <p:cNvPr id="8200" name="Google Shape;100;p2">
            <a:extLst>
              <a:ext uri="{FF2B5EF4-FFF2-40B4-BE49-F238E27FC236}">
                <a16:creationId xmlns:a16="http://schemas.microsoft.com/office/drawing/2014/main" id="{9CDE687D-1CDA-54C4-6931-F6505A7D1016}"/>
              </a:ext>
            </a:extLst>
          </p:cNvPr>
          <p:cNvGrpSpPr/>
          <p:nvPr/>
        </p:nvGrpSpPr>
        <p:grpSpPr>
          <a:xfrm>
            <a:off x="1462085" y="1258450"/>
            <a:ext cx="381000" cy="381000"/>
            <a:chOff x="2078" y="1680"/>
            <a:chExt cx="1615" cy="1615"/>
          </a:xfrm>
        </p:grpSpPr>
        <p:sp>
          <p:nvSpPr>
            <p:cNvPr id="8201" name="Google Shape;101;p2">
              <a:extLst>
                <a:ext uri="{FF2B5EF4-FFF2-40B4-BE49-F238E27FC236}">
                  <a16:creationId xmlns:a16="http://schemas.microsoft.com/office/drawing/2014/main" id="{852AFF29-C63A-D93C-F441-6C712B34C2DD}"/>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2" name="Google Shape;102;p2">
              <a:extLst>
                <a:ext uri="{FF2B5EF4-FFF2-40B4-BE49-F238E27FC236}">
                  <a16:creationId xmlns:a16="http://schemas.microsoft.com/office/drawing/2014/main" id="{1820422F-D757-917D-3E37-5D209663E3CE}"/>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3" name="Google Shape;103;p2">
              <a:extLst>
                <a:ext uri="{FF2B5EF4-FFF2-40B4-BE49-F238E27FC236}">
                  <a16:creationId xmlns:a16="http://schemas.microsoft.com/office/drawing/2014/main" id="{D32215D9-20F5-BED4-369C-E2B1E5FDD1DE}"/>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4" name="Google Shape;104;p2">
              <a:extLst>
                <a:ext uri="{FF2B5EF4-FFF2-40B4-BE49-F238E27FC236}">
                  <a16:creationId xmlns:a16="http://schemas.microsoft.com/office/drawing/2014/main" id="{A6C05B03-31D3-C789-ACFE-97EACB04183B}"/>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5" name="Google Shape;105;p2">
              <a:extLst>
                <a:ext uri="{FF2B5EF4-FFF2-40B4-BE49-F238E27FC236}">
                  <a16:creationId xmlns:a16="http://schemas.microsoft.com/office/drawing/2014/main" id="{C89F9AC0-94E5-9824-AC52-0A071388969C}"/>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6" name="Google Shape;106;p2">
              <a:extLst>
                <a:ext uri="{FF2B5EF4-FFF2-40B4-BE49-F238E27FC236}">
                  <a16:creationId xmlns:a16="http://schemas.microsoft.com/office/drawing/2014/main" id="{00F97772-F195-83C4-4C54-54B277334708}"/>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grpSp>
        <p:nvGrpSpPr>
          <p:cNvPr id="8207" name="Google Shape;107;p2">
            <a:extLst>
              <a:ext uri="{FF2B5EF4-FFF2-40B4-BE49-F238E27FC236}">
                <a16:creationId xmlns:a16="http://schemas.microsoft.com/office/drawing/2014/main" id="{645FB762-CB8A-2523-0F2F-42E15D36F324}"/>
              </a:ext>
            </a:extLst>
          </p:cNvPr>
          <p:cNvGrpSpPr/>
          <p:nvPr/>
        </p:nvGrpSpPr>
        <p:grpSpPr>
          <a:xfrm>
            <a:off x="2268817" y="2454610"/>
            <a:ext cx="381000" cy="381000"/>
            <a:chOff x="2078" y="1680"/>
            <a:chExt cx="1615" cy="1615"/>
          </a:xfrm>
        </p:grpSpPr>
        <p:sp>
          <p:nvSpPr>
            <p:cNvPr id="8208" name="Google Shape;108;p2">
              <a:extLst>
                <a:ext uri="{FF2B5EF4-FFF2-40B4-BE49-F238E27FC236}">
                  <a16:creationId xmlns:a16="http://schemas.microsoft.com/office/drawing/2014/main" id="{F8FB3DFC-423F-A723-AF0A-1ED1285E8F38}"/>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9" name="Google Shape;109;p2">
              <a:extLst>
                <a:ext uri="{FF2B5EF4-FFF2-40B4-BE49-F238E27FC236}">
                  <a16:creationId xmlns:a16="http://schemas.microsoft.com/office/drawing/2014/main" id="{93AFB3A1-5ADD-8A54-688E-9170770B5A3A}"/>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0" name="Google Shape;110;p2">
              <a:extLst>
                <a:ext uri="{FF2B5EF4-FFF2-40B4-BE49-F238E27FC236}">
                  <a16:creationId xmlns:a16="http://schemas.microsoft.com/office/drawing/2014/main" id="{7F592AEF-AD8D-1520-FE96-09D1C65D0C88}"/>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1" name="Google Shape;111;p2">
              <a:extLst>
                <a:ext uri="{FF2B5EF4-FFF2-40B4-BE49-F238E27FC236}">
                  <a16:creationId xmlns:a16="http://schemas.microsoft.com/office/drawing/2014/main" id="{01E7DFEA-02B7-2015-A0E2-0A9C75797315}"/>
                </a:ext>
              </a:extLst>
            </p:cNvPr>
            <p:cNvSpPr/>
            <p:nvPr/>
          </p:nvSpPr>
          <p:spPr>
            <a:xfrm>
              <a:off x="2254" y="1856"/>
              <a:ext cx="1262" cy="1264"/>
            </a:xfrm>
            <a:prstGeom prst="ellipse">
              <a:avLst/>
            </a:prstGeom>
            <a:gradFill>
              <a:gsLst>
                <a:gs pos="0">
                  <a:srgbClr val="000000"/>
                </a:gs>
                <a:gs pos="100000">
                  <a:srgbClr val="48BE67"/>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2" name="Google Shape;112;p2">
              <a:extLst>
                <a:ext uri="{FF2B5EF4-FFF2-40B4-BE49-F238E27FC236}">
                  <a16:creationId xmlns:a16="http://schemas.microsoft.com/office/drawing/2014/main" id="{0219A3C5-0E4A-22FD-DFE0-D660BE75A40D}"/>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3" name="Google Shape;113;p2">
              <a:extLst>
                <a:ext uri="{FF2B5EF4-FFF2-40B4-BE49-F238E27FC236}">
                  <a16:creationId xmlns:a16="http://schemas.microsoft.com/office/drawing/2014/main" id="{DD9B9C1C-0E8B-DE9D-BFC9-21FACC6941C1}"/>
                </a:ext>
              </a:extLst>
            </p:cNvPr>
            <p:cNvSpPr/>
            <p:nvPr/>
          </p:nvSpPr>
          <p:spPr>
            <a:xfrm>
              <a:off x="2337" y="1939"/>
              <a:ext cx="1096" cy="1098"/>
            </a:xfrm>
            <a:prstGeom prst="ellipse">
              <a:avLst/>
            </a:prstGeom>
            <a:gradFill>
              <a:gsLst>
                <a:gs pos="0">
                  <a:srgbClr val="48BE67"/>
                </a:gs>
                <a:gs pos="100000">
                  <a:srgbClr val="33884A"/>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14" name="Google Shape;128;p2">
            <a:extLst>
              <a:ext uri="{FF2B5EF4-FFF2-40B4-BE49-F238E27FC236}">
                <a16:creationId xmlns:a16="http://schemas.microsoft.com/office/drawing/2014/main" id="{9613F38C-B9F0-37DD-60B9-3DFD45745525}"/>
              </a:ext>
            </a:extLst>
          </p:cNvPr>
          <p:cNvSpPr/>
          <p:nvPr/>
        </p:nvSpPr>
        <p:spPr>
          <a:xfrm>
            <a:off x="2823719" y="3795345"/>
            <a:ext cx="5343421" cy="529445"/>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err="1">
                <a:solidFill>
                  <a:schemeClr val="accent3">
                    <a:lumMod val="40000"/>
                    <a:lumOff val="60000"/>
                  </a:schemeClr>
                </a:solidFill>
              </a:rPr>
              <a:t>Triển</a:t>
            </a:r>
            <a:r>
              <a:rPr lang="en-US" sz="1800" b="1" dirty="0">
                <a:solidFill>
                  <a:schemeClr val="accent3">
                    <a:lumMod val="40000"/>
                    <a:lumOff val="60000"/>
                  </a:schemeClr>
                </a:solidFill>
              </a:rPr>
              <a:t> </a:t>
            </a:r>
            <a:r>
              <a:rPr lang="en-US" sz="1800" b="1" dirty="0" err="1">
                <a:solidFill>
                  <a:schemeClr val="accent3">
                    <a:lumMod val="40000"/>
                    <a:lumOff val="60000"/>
                  </a:schemeClr>
                </a:solidFill>
              </a:rPr>
              <a:t>khai</a:t>
            </a:r>
            <a:r>
              <a:rPr lang="en-US" sz="1800" b="1" dirty="0">
                <a:solidFill>
                  <a:schemeClr val="accent3">
                    <a:lumMod val="40000"/>
                    <a:lumOff val="60000"/>
                  </a:schemeClr>
                </a:solidFill>
              </a:rPr>
              <a:t> </a:t>
            </a:r>
            <a:r>
              <a:rPr lang="en-US" sz="1800" b="1" dirty="0" err="1">
                <a:solidFill>
                  <a:schemeClr val="accent3">
                    <a:lumMod val="40000"/>
                    <a:lumOff val="60000"/>
                  </a:schemeClr>
                </a:solidFill>
              </a:rPr>
              <a:t>và</a:t>
            </a:r>
            <a:r>
              <a:rPr lang="en-US" sz="1800" b="1" dirty="0">
                <a:solidFill>
                  <a:schemeClr val="accent3">
                    <a:lumMod val="40000"/>
                    <a:lumOff val="60000"/>
                  </a:schemeClr>
                </a:solidFill>
              </a:rPr>
              <a:t> </a:t>
            </a:r>
            <a:r>
              <a:rPr lang="en-US" sz="1800" b="1" dirty="0" err="1">
                <a:solidFill>
                  <a:schemeClr val="accent3">
                    <a:lumMod val="40000"/>
                    <a:lumOff val="60000"/>
                  </a:schemeClr>
                </a:solidFill>
              </a:rPr>
              <a:t>thực</a:t>
            </a:r>
            <a:r>
              <a:rPr lang="en-US" sz="1800" b="1" dirty="0">
                <a:solidFill>
                  <a:schemeClr val="accent3">
                    <a:lumMod val="40000"/>
                    <a:lumOff val="60000"/>
                  </a:schemeClr>
                </a:solidFill>
              </a:rPr>
              <a:t> </a:t>
            </a:r>
            <a:r>
              <a:rPr lang="en-US" sz="1800" b="1" dirty="0" err="1">
                <a:solidFill>
                  <a:schemeClr val="accent3">
                    <a:lumMod val="40000"/>
                    <a:lumOff val="60000"/>
                  </a:schemeClr>
                </a:solidFill>
              </a:rPr>
              <a:t>nghiệm</a:t>
            </a:r>
            <a:endParaRPr lang="en-US" dirty="0">
              <a:solidFill>
                <a:schemeClr val="accent3">
                  <a:lumMod val="40000"/>
                  <a:lumOff val="60000"/>
                </a:schemeClr>
              </a:solidFill>
            </a:endParaRPr>
          </a:p>
        </p:txBody>
      </p:sp>
      <p:grpSp>
        <p:nvGrpSpPr>
          <p:cNvPr id="8215" name="Google Shape;129;p2">
            <a:extLst>
              <a:ext uri="{FF2B5EF4-FFF2-40B4-BE49-F238E27FC236}">
                <a16:creationId xmlns:a16="http://schemas.microsoft.com/office/drawing/2014/main" id="{D533B246-CE98-49E3-9F2C-2C5E42030DB2}"/>
              </a:ext>
            </a:extLst>
          </p:cNvPr>
          <p:cNvGrpSpPr/>
          <p:nvPr/>
        </p:nvGrpSpPr>
        <p:grpSpPr>
          <a:xfrm>
            <a:off x="2402936" y="3873408"/>
            <a:ext cx="381000" cy="381000"/>
            <a:chOff x="2078" y="1680"/>
            <a:chExt cx="1615" cy="1615"/>
          </a:xfrm>
        </p:grpSpPr>
        <p:sp>
          <p:nvSpPr>
            <p:cNvPr id="8216" name="Google Shape;130;p2">
              <a:extLst>
                <a:ext uri="{FF2B5EF4-FFF2-40B4-BE49-F238E27FC236}">
                  <a16:creationId xmlns:a16="http://schemas.microsoft.com/office/drawing/2014/main" id="{27EE66EC-C764-C91B-1CB2-173C5B7FCAC8}"/>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7" name="Google Shape;131;p2">
              <a:extLst>
                <a:ext uri="{FF2B5EF4-FFF2-40B4-BE49-F238E27FC236}">
                  <a16:creationId xmlns:a16="http://schemas.microsoft.com/office/drawing/2014/main" id="{FD3930E3-36A3-BDFC-411B-97368A642F3F}"/>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8" name="Google Shape;132;p2">
              <a:extLst>
                <a:ext uri="{FF2B5EF4-FFF2-40B4-BE49-F238E27FC236}">
                  <a16:creationId xmlns:a16="http://schemas.microsoft.com/office/drawing/2014/main" id="{241E9621-3686-7CF9-4A13-F7EE50BF3DBD}"/>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9" name="Google Shape;133;p2">
              <a:extLst>
                <a:ext uri="{FF2B5EF4-FFF2-40B4-BE49-F238E27FC236}">
                  <a16:creationId xmlns:a16="http://schemas.microsoft.com/office/drawing/2014/main" id="{66B6C701-7903-EB2C-AC6B-5B9EDC66C1FF}"/>
                </a:ext>
              </a:extLst>
            </p:cNvPr>
            <p:cNvSpPr/>
            <p:nvPr/>
          </p:nvSpPr>
          <p:spPr>
            <a:xfrm>
              <a:off x="2254" y="1856"/>
              <a:ext cx="1262" cy="1264"/>
            </a:xfrm>
            <a:prstGeom prst="ellipse">
              <a:avLst/>
            </a:prstGeom>
            <a:gradFill>
              <a:gsLst>
                <a:gs pos="0">
                  <a:srgbClr val="000000"/>
                </a:gs>
                <a:gs pos="100000">
                  <a:srgbClr val="8D67E1"/>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0" name="Google Shape;134;p2">
              <a:extLst>
                <a:ext uri="{FF2B5EF4-FFF2-40B4-BE49-F238E27FC236}">
                  <a16:creationId xmlns:a16="http://schemas.microsoft.com/office/drawing/2014/main" id="{4D46E428-A8F0-97D1-2FA3-A9F291683C5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1" name="Google Shape;135;p2">
              <a:extLst>
                <a:ext uri="{FF2B5EF4-FFF2-40B4-BE49-F238E27FC236}">
                  <a16:creationId xmlns:a16="http://schemas.microsoft.com/office/drawing/2014/main" id="{C9F71FC9-3803-B422-3C3A-18F2DD027A03}"/>
                </a:ext>
              </a:extLst>
            </p:cNvPr>
            <p:cNvSpPr/>
            <p:nvPr/>
          </p:nvSpPr>
          <p:spPr>
            <a:xfrm>
              <a:off x="2337" y="1939"/>
              <a:ext cx="1096" cy="1098"/>
            </a:xfrm>
            <a:prstGeom prst="ellipse">
              <a:avLst/>
            </a:prstGeom>
            <a:gradFill>
              <a:gsLst>
                <a:gs pos="0">
                  <a:srgbClr val="8D67E1"/>
                </a:gs>
                <a:gs pos="100000">
                  <a:srgbClr val="654AA2"/>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22" name="Google Shape;136;p2">
            <a:extLst>
              <a:ext uri="{FF2B5EF4-FFF2-40B4-BE49-F238E27FC236}">
                <a16:creationId xmlns:a16="http://schemas.microsoft.com/office/drawing/2014/main" id="{9BB75C5D-02BF-130A-6715-1436AFA9863C}"/>
              </a:ext>
            </a:extLst>
          </p:cNvPr>
          <p:cNvSpPr/>
          <p:nvPr/>
        </p:nvSpPr>
        <p:spPr>
          <a:xfrm rot="5400000">
            <a:off x="-2403921" y="1239529"/>
            <a:ext cx="4824413" cy="4770438"/>
          </a:xfrm>
          <a:custGeom>
            <a:avLst/>
            <a:gdLst/>
            <a:ahLst/>
            <a:cxnLst/>
            <a:rect l="l" t="t" r="r" b="b"/>
            <a:pathLst>
              <a:path w="21600" h="21600" extrusionOk="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a:gsLst>
              <a:gs pos="0">
                <a:srgbClr val="F4F4F4"/>
              </a:gs>
              <a:gs pos="50000">
                <a:schemeClr val="lt2"/>
              </a:gs>
              <a:gs pos="100000">
                <a:srgbClr val="F4F4F4"/>
              </a:gs>
            </a:gsLst>
            <a:lin ang="0" scaled="0"/>
          </a:gradFill>
          <a:ln w="9525" cap="flat" cmpd="sng">
            <a:solidFill>
              <a:srgbClr val="B3ABE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3" name="Google Shape;137;p2">
            <a:extLst>
              <a:ext uri="{FF2B5EF4-FFF2-40B4-BE49-F238E27FC236}">
                <a16:creationId xmlns:a16="http://schemas.microsoft.com/office/drawing/2014/main" id="{C59C0FED-0568-FFF5-36C0-45ADBD3BD604}"/>
              </a:ext>
            </a:extLst>
          </p:cNvPr>
          <p:cNvSpPr/>
          <p:nvPr/>
        </p:nvSpPr>
        <p:spPr>
          <a:xfrm rot="5400000" flipH="1">
            <a:off x="-1998313" y="1675297"/>
            <a:ext cx="4032250" cy="3929063"/>
          </a:xfrm>
          <a:custGeom>
            <a:avLst/>
            <a:gdLst/>
            <a:ahLst/>
            <a:cxnLst/>
            <a:rect l="l" t="t" r="r" b="b"/>
            <a:pathLst>
              <a:path w="21600" h="21600" extrusionOk="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solidFill>
            <a:schemeClr val="accent6">
              <a:lumMod val="60000"/>
              <a:lumOff val="40000"/>
            </a:schemeClr>
          </a:solidFill>
          <a:ln>
            <a:solidFill>
              <a:schemeClr val="accent6">
                <a:lumMod val="60000"/>
                <a:lumOff val="4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56" name="Google Shape;139;p2">
            <a:extLst>
              <a:ext uri="{FF2B5EF4-FFF2-40B4-BE49-F238E27FC236}">
                <a16:creationId xmlns:a16="http://schemas.microsoft.com/office/drawing/2014/main" id="{4B28B476-02B6-86C6-DB0C-5091A303D8B1}"/>
              </a:ext>
            </a:extLst>
          </p:cNvPr>
          <p:cNvSpPr/>
          <p:nvPr/>
        </p:nvSpPr>
        <p:spPr>
          <a:xfrm>
            <a:off x="2310338" y="5230563"/>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latin typeface="Arial"/>
                <a:ea typeface="Arial"/>
                <a:cs typeface="Arial"/>
                <a:sym typeface="Arial"/>
              </a:rPr>
              <a:t>Kết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luận</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và</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hướng</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phát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triển</a:t>
            </a:r>
            <a:endParaRPr sz="1800" b="1" dirty="0">
              <a:solidFill>
                <a:schemeClr val="accent3">
                  <a:lumMod val="40000"/>
                  <a:lumOff val="60000"/>
                </a:schemeClr>
              </a:solidFill>
              <a:latin typeface="Arial"/>
              <a:ea typeface="Arial"/>
              <a:cs typeface="Arial"/>
              <a:sym typeface="Arial"/>
            </a:endParaRPr>
          </a:p>
        </p:txBody>
      </p:sp>
      <p:grpSp>
        <p:nvGrpSpPr>
          <p:cNvPr id="19457" name="Google Shape;140;p2">
            <a:extLst>
              <a:ext uri="{FF2B5EF4-FFF2-40B4-BE49-F238E27FC236}">
                <a16:creationId xmlns:a16="http://schemas.microsoft.com/office/drawing/2014/main" id="{4752686D-9623-9394-D09D-598FA21B8C19}"/>
              </a:ext>
            </a:extLst>
          </p:cNvPr>
          <p:cNvGrpSpPr/>
          <p:nvPr/>
        </p:nvGrpSpPr>
        <p:grpSpPr>
          <a:xfrm>
            <a:off x="1817252" y="5238327"/>
            <a:ext cx="381000" cy="381000"/>
            <a:chOff x="2078" y="1680"/>
            <a:chExt cx="1615" cy="1615"/>
          </a:xfrm>
        </p:grpSpPr>
        <p:sp>
          <p:nvSpPr>
            <p:cNvPr id="19459" name="Google Shape;141;p2">
              <a:extLst>
                <a:ext uri="{FF2B5EF4-FFF2-40B4-BE49-F238E27FC236}">
                  <a16:creationId xmlns:a16="http://schemas.microsoft.com/office/drawing/2014/main" id="{3DFFCD2A-4E70-044E-98F8-36E86AE142E5}"/>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0" name="Google Shape;142;p2">
              <a:extLst>
                <a:ext uri="{FF2B5EF4-FFF2-40B4-BE49-F238E27FC236}">
                  <a16:creationId xmlns:a16="http://schemas.microsoft.com/office/drawing/2014/main" id="{1D683BF0-FCDB-3C6D-B2E7-3AED347DEFF1}"/>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1" name="Google Shape;143;p2">
              <a:extLst>
                <a:ext uri="{FF2B5EF4-FFF2-40B4-BE49-F238E27FC236}">
                  <a16:creationId xmlns:a16="http://schemas.microsoft.com/office/drawing/2014/main" id="{30C1002C-9540-C1A8-34F0-BABDE51B7474}"/>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2" name="Google Shape;144;p2">
              <a:extLst>
                <a:ext uri="{FF2B5EF4-FFF2-40B4-BE49-F238E27FC236}">
                  <a16:creationId xmlns:a16="http://schemas.microsoft.com/office/drawing/2014/main" id="{1AF1E0CB-DF89-3B27-B6E4-CC293E752DFE}"/>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3" name="Google Shape;145;p2">
              <a:extLst>
                <a:ext uri="{FF2B5EF4-FFF2-40B4-BE49-F238E27FC236}">
                  <a16:creationId xmlns:a16="http://schemas.microsoft.com/office/drawing/2014/main" id="{CA33577C-3A80-9E3C-F3AE-CD211868B112}"/>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4" name="Google Shape;146;p2">
              <a:extLst>
                <a:ext uri="{FF2B5EF4-FFF2-40B4-BE49-F238E27FC236}">
                  <a16:creationId xmlns:a16="http://schemas.microsoft.com/office/drawing/2014/main" id="{8E7FBADA-3266-F3C8-3B64-01E12FB22152}"/>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extLst>
      <p:ext uri="{BB962C8B-B14F-4D97-AF65-F5344CB8AC3E}">
        <p14:creationId xmlns:p14="http://schemas.microsoft.com/office/powerpoint/2010/main" val="2355617707"/>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5017C-C599-9DE4-9794-D607C4775D5E}"/>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2A29C524-2F00-183D-9632-B4B150863856}"/>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7</a:t>
            </a:fld>
            <a:endParaRPr lang="en-US" altLang="en-US" sz="1400"/>
          </a:p>
        </p:txBody>
      </p:sp>
      <p:sp>
        <p:nvSpPr>
          <p:cNvPr id="2" name="Rectangle 2">
            <a:extLst>
              <a:ext uri="{FF2B5EF4-FFF2-40B4-BE49-F238E27FC236}">
                <a16:creationId xmlns:a16="http://schemas.microsoft.com/office/drawing/2014/main" id="{D641E19B-830A-0A2F-60F8-959902CC5CAB}"/>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Phân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pic>
        <p:nvPicPr>
          <p:cNvPr id="12" name="Content Placeholder 11">
            <a:extLst>
              <a:ext uri="{FF2B5EF4-FFF2-40B4-BE49-F238E27FC236}">
                <a16:creationId xmlns:a16="http://schemas.microsoft.com/office/drawing/2014/main" id="{6F86AC83-A495-21F9-8C1B-665D0C87FD5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82493" y="776288"/>
            <a:ext cx="10311319" cy="5637733"/>
          </a:xfrm>
          <a:prstGeom prst="rect">
            <a:avLst/>
          </a:prstGeom>
        </p:spPr>
      </p:pic>
    </p:spTree>
    <p:extLst>
      <p:ext uri="{BB962C8B-B14F-4D97-AF65-F5344CB8AC3E}">
        <p14:creationId xmlns:p14="http://schemas.microsoft.com/office/powerpoint/2010/main" val="2811961433"/>
      </p:ext>
    </p:extLst>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58FCD-5273-A5D7-37FE-B1C7E5DA5FCF}"/>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3949C158-3276-0BCB-CFCA-1EE3C864972A}"/>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8</a:t>
            </a:fld>
            <a:endParaRPr lang="en-US" altLang="en-US" sz="1400"/>
          </a:p>
        </p:txBody>
      </p:sp>
      <p:sp>
        <p:nvSpPr>
          <p:cNvPr id="2" name="Rectangle 2">
            <a:extLst>
              <a:ext uri="{FF2B5EF4-FFF2-40B4-BE49-F238E27FC236}">
                <a16:creationId xmlns:a16="http://schemas.microsoft.com/office/drawing/2014/main" id="{D3BEF559-2965-1638-131F-655CF18AD153}"/>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7E7CB287-B252-DE70-0171-24C6119BC04C}"/>
              </a:ext>
            </a:extLst>
          </p:cNvPr>
          <p:cNvSpPr>
            <a:spLocks noGrp="1" noChangeArrowheads="1"/>
          </p:cNvSpPr>
          <p:nvPr>
            <p:ph type="body" idx="1"/>
          </p:nvPr>
        </p:nvSpPr>
        <p:spPr>
          <a:xfrm>
            <a:off x="906236" y="1502392"/>
            <a:ext cx="10324207" cy="4567632"/>
          </a:xfrm>
        </p:spPr>
        <p:txBody>
          <a:bodyPr>
            <a:normAutofit/>
          </a:bodyPr>
          <a:lstStyle/>
          <a:p>
            <a:pPr marL="0" indent="0" algn="just">
              <a:lnSpc>
                <a:spcPct val="150000"/>
              </a:lnSpc>
              <a:spcBef>
                <a:spcPts val="0"/>
              </a:spcBef>
              <a:buNone/>
              <a:defRPr/>
            </a:pPr>
            <a:endParaRPr lang="vi-VN" sz="20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1754E39A-CE45-0B6F-EF0E-EDBEB5F8A7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82" y="754224"/>
            <a:ext cx="10557162" cy="5480321"/>
          </a:xfrm>
          <a:prstGeom prst="rect">
            <a:avLst/>
          </a:prstGeom>
        </p:spPr>
      </p:pic>
    </p:spTree>
    <p:extLst>
      <p:ext uri="{BB962C8B-B14F-4D97-AF65-F5344CB8AC3E}">
        <p14:creationId xmlns:p14="http://schemas.microsoft.com/office/powerpoint/2010/main" val="25477927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nodePh="1">
                                  <p:stCondLst>
                                    <p:cond delay="0"/>
                                  </p:stCondLst>
                                  <p:endCondLst>
                                    <p:cond evt="begin" delay="0">
                                      <p:tn val="5"/>
                                    </p:cond>
                                  </p:end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circle(in)">
                                      <p:cBhvr>
                                        <p:cTn id="7" dur="2000"/>
                                        <p:tgtEl>
                                          <p:spTgt spid="819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5890C-1465-7205-C309-FAC51B12FA4A}"/>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BF4E1C0A-AFAD-2259-3AF4-547BE2769178}"/>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9</a:t>
            </a:fld>
            <a:endParaRPr lang="en-US" altLang="en-US" sz="1400"/>
          </a:p>
        </p:txBody>
      </p:sp>
      <p:sp>
        <p:nvSpPr>
          <p:cNvPr id="2" name="Rectangle 2">
            <a:extLst>
              <a:ext uri="{FF2B5EF4-FFF2-40B4-BE49-F238E27FC236}">
                <a16:creationId xmlns:a16="http://schemas.microsoft.com/office/drawing/2014/main" id="{7FE3018F-71A5-D105-7BA2-1E5D8043E46D}"/>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pic>
        <p:nvPicPr>
          <p:cNvPr id="9" name="Content Placeholder 8">
            <a:extLst>
              <a:ext uri="{FF2B5EF4-FFF2-40B4-BE49-F238E27FC236}">
                <a16:creationId xmlns:a16="http://schemas.microsoft.com/office/drawing/2014/main" id="{50582DFC-ABA4-CCE1-A76C-A9BC6863F35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06236" y="776288"/>
            <a:ext cx="10295164" cy="5458257"/>
          </a:xfrm>
          <a:prstGeom prst="rect">
            <a:avLst/>
          </a:prstGeom>
        </p:spPr>
      </p:pic>
    </p:spTree>
    <p:extLst>
      <p:ext uri="{BB962C8B-B14F-4D97-AF65-F5344CB8AC3E}">
        <p14:creationId xmlns:p14="http://schemas.microsoft.com/office/powerpoint/2010/main" val="22052193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B3ABA-1535-E589-E361-968D25DD0702}"/>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EB48927D-DE0C-5BFD-99C2-84DF4F95D86C}"/>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10</a:t>
            </a:fld>
            <a:endParaRPr lang="en-US" altLang="en-US" sz="1400"/>
          </a:p>
        </p:txBody>
      </p:sp>
      <p:sp>
        <p:nvSpPr>
          <p:cNvPr id="2" name="Rectangle 2">
            <a:extLst>
              <a:ext uri="{FF2B5EF4-FFF2-40B4-BE49-F238E27FC236}">
                <a16:creationId xmlns:a16="http://schemas.microsoft.com/office/drawing/2014/main" id="{56B36EB2-E539-B999-BC52-15257AC6283D}"/>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pic>
        <p:nvPicPr>
          <p:cNvPr id="6" name="Content Placeholder 5">
            <a:extLst>
              <a:ext uri="{FF2B5EF4-FFF2-40B4-BE49-F238E27FC236}">
                <a16:creationId xmlns:a16="http://schemas.microsoft.com/office/drawing/2014/main" id="{3FC8798F-C2AB-334A-002E-0A36AC3AE81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06236" y="776288"/>
            <a:ext cx="10326338" cy="5400675"/>
          </a:xfrm>
          <a:prstGeom prst="rect">
            <a:avLst/>
          </a:prstGeom>
        </p:spPr>
      </p:pic>
    </p:spTree>
    <p:extLst>
      <p:ext uri="{BB962C8B-B14F-4D97-AF65-F5344CB8AC3E}">
        <p14:creationId xmlns:p14="http://schemas.microsoft.com/office/powerpoint/2010/main" val="32759515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568E8-3483-C9B5-1602-CB64C3EB3E41}"/>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5DD5DAD2-FB11-7334-58B0-B5352444C918}"/>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11</a:t>
            </a:fld>
            <a:endParaRPr lang="en-US" altLang="en-US" sz="1400"/>
          </a:p>
        </p:txBody>
      </p:sp>
      <p:sp>
        <p:nvSpPr>
          <p:cNvPr id="2" name="Rectangle 2">
            <a:extLst>
              <a:ext uri="{FF2B5EF4-FFF2-40B4-BE49-F238E27FC236}">
                <a16:creationId xmlns:a16="http://schemas.microsoft.com/office/drawing/2014/main" id="{E6296B0D-2C5C-506D-DFE6-95343A7E8245}"/>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pic>
        <p:nvPicPr>
          <p:cNvPr id="7" name="Content Placeholder 6">
            <a:extLst>
              <a:ext uri="{FF2B5EF4-FFF2-40B4-BE49-F238E27FC236}">
                <a16:creationId xmlns:a16="http://schemas.microsoft.com/office/drawing/2014/main" id="{EC5E3F03-55E7-8E58-621C-1C79DDBF4B9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06236" y="776288"/>
            <a:ext cx="10388682" cy="5489430"/>
          </a:xfrm>
          <a:prstGeom prst="rect">
            <a:avLst/>
          </a:prstGeom>
        </p:spPr>
      </p:pic>
    </p:spTree>
    <p:extLst>
      <p:ext uri="{BB962C8B-B14F-4D97-AF65-F5344CB8AC3E}">
        <p14:creationId xmlns:p14="http://schemas.microsoft.com/office/powerpoint/2010/main" val="195013605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DFB4A-C710-0FF5-2091-E79B433B5B53}"/>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2BBB442C-666A-BFDA-A793-75DA3BBAB9C3}"/>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12</a:t>
            </a:fld>
            <a:endParaRPr lang="en-US" altLang="en-US" sz="1400"/>
          </a:p>
        </p:txBody>
      </p:sp>
      <p:sp>
        <p:nvSpPr>
          <p:cNvPr id="2" name="Rectangle 2">
            <a:extLst>
              <a:ext uri="{FF2B5EF4-FFF2-40B4-BE49-F238E27FC236}">
                <a16:creationId xmlns:a16="http://schemas.microsoft.com/office/drawing/2014/main" id="{76E8327F-0F75-EC8C-3A4D-C6437B00A304}"/>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2416CE11-0063-0E8D-3F74-4C41664B5998}"/>
              </a:ext>
            </a:extLst>
          </p:cNvPr>
          <p:cNvSpPr>
            <a:spLocks noGrp="1" noChangeArrowheads="1"/>
          </p:cNvSpPr>
          <p:nvPr>
            <p:ph type="body" idx="1"/>
          </p:nvPr>
        </p:nvSpPr>
        <p:spPr>
          <a:xfrm>
            <a:off x="571940" y="1180275"/>
            <a:ext cx="5435570" cy="5328526"/>
          </a:xfrm>
        </p:spPr>
        <p:txBody>
          <a:bodyPr>
            <a:normAutofit/>
          </a:bodyPr>
          <a:lstStyle/>
          <a:p>
            <a:pPr marL="0" indent="0" algn="just">
              <a:lnSpc>
                <a:spcPct val="150000"/>
              </a:lnSpc>
              <a:spcBef>
                <a:spcPts val="0"/>
              </a:spcBef>
              <a:buNone/>
              <a:defRPr/>
            </a:pPr>
            <a:r>
              <a:rPr lang="en-US" sz="2000" dirty="0">
                <a:latin typeface="Arial" panose="020B0604020202020204" pitchFamily="34" charset="0"/>
                <a:cs typeface="Arial" panose="020B0604020202020204" pitchFamily="34" charset="0"/>
              </a:rPr>
              <a:t>Test script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AI </a:t>
            </a:r>
            <a:r>
              <a:rPr lang="en-US" sz="2000" dirty="0" err="1">
                <a:latin typeface="Arial" panose="020B0604020202020204" pitchFamily="34" charset="0"/>
                <a:cs typeface="Arial" panose="020B0604020202020204" pitchFamily="34" charset="0"/>
              </a:rPr>
              <a:t>sinh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1 framework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cáo</a:t>
            </a:r>
            <a:r>
              <a:rPr lang="en-US" sz="2000" dirty="0">
                <a:latin typeface="Arial" panose="020B0604020202020204" pitchFamily="34" charset="0"/>
                <a:cs typeface="Arial" panose="020B0604020202020204" pitchFamily="34" charset="0"/>
              </a:rPr>
              <a:t>. Framework </a:t>
            </a:r>
            <a:r>
              <a:rPr lang="en-US" sz="2000" dirty="0" err="1">
                <a:latin typeface="Arial" panose="020B0604020202020204" pitchFamily="34" charset="0"/>
                <a:cs typeface="Arial" panose="020B0604020202020204" pitchFamily="34" charset="0"/>
              </a:rPr>
              <a:t>này</a:t>
            </a:r>
            <a:r>
              <a:rPr lang="vi-VN" sz="2000" dirty="0">
                <a:latin typeface="Arial" panose="020B0604020202020204" pitchFamily="34" charset="0"/>
                <a:cs typeface="Arial" panose="020B0604020202020204" pitchFamily="34" charset="0"/>
              </a:rPr>
              <a:t> được xây dựng theo mô hình Hybrid Framework, kết hợp:</a:t>
            </a:r>
            <a:endParaRPr 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vi-VN" sz="2000" dirty="0">
                <a:latin typeface="Arial" panose="020B0604020202020204" pitchFamily="34" charset="0"/>
                <a:cs typeface="Arial" panose="020B0604020202020204" pitchFamily="34" charset="0"/>
              </a:rPr>
              <a:t>Keyword-Driven Testing (KDT)</a:t>
            </a:r>
            <a:endParaRPr 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vi-VN" sz="2000" dirty="0">
                <a:latin typeface="Arial" panose="020B0604020202020204" pitchFamily="34" charset="0"/>
                <a:cs typeface="Arial" panose="020B0604020202020204" pitchFamily="34" charset="0"/>
              </a:rPr>
              <a:t>Data-Driven Testing (DDT)</a:t>
            </a:r>
            <a:endParaRPr 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vi-VN" sz="2000" dirty="0">
                <a:latin typeface="Arial" panose="020B0604020202020204" pitchFamily="34" charset="0"/>
                <a:cs typeface="Arial" panose="020B0604020202020204" pitchFamily="34" charset="0"/>
              </a:rPr>
              <a:t>Page Object Model (POM)</a:t>
            </a:r>
            <a:endParaRPr lang="en-US" sz="2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22527E7-D920-1779-96D7-DA2CB8B50086}"/>
              </a:ext>
            </a:extLst>
          </p:cNvPr>
          <p:cNvSpPr txBox="1"/>
          <p:nvPr/>
        </p:nvSpPr>
        <p:spPr>
          <a:xfrm>
            <a:off x="6189298" y="5306707"/>
            <a:ext cx="5624052" cy="338554"/>
          </a:xfrm>
          <a:prstGeom prst="rect">
            <a:avLst/>
          </a:prstGeom>
          <a:noFill/>
        </p:spPr>
        <p:txBody>
          <a:bodyPr wrap="square" rtlCol="0">
            <a:spAutoFit/>
          </a:bodyPr>
          <a:lstStyle/>
          <a:p>
            <a:pPr algn="ctr"/>
            <a:r>
              <a:rPr lang="en-GB" sz="1600" dirty="0" err="1">
                <a:latin typeface="Arial" panose="020B0604020202020204" pitchFamily="34" charset="0"/>
                <a:cs typeface="Arial" panose="020B0604020202020204" pitchFamily="34" charset="0"/>
              </a:rPr>
              <a:t>Hình</a:t>
            </a:r>
            <a:r>
              <a:rPr lang="en-GB" sz="1600" dirty="0">
                <a:latin typeface="Arial" panose="020B0604020202020204" pitchFamily="34" charset="0"/>
                <a:cs typeface="Arial" panose="020B0604020202020204" pitchFamily="34" charset="0"/>
              </a:rPr>
              <a:t> 1. Hybrid Framework</a:t>
            </a:r>
            <a:endParaRPr lang="en-US" sz="1600" dirty="0">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BDF66DD1-7A0A-A2A3-35FF-4B59C45487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5037" y="1180275"/>
            <a:ext cx="5196798" cy="3869658"/>
          </a:xfrm>
          <a:prstGeom prst="rect">
            <a:avLst/>
          </a:prstGeom>
        </p:spPr>
      </p:pic>
    </p:spTree>
    <p:extLst>
      <p:ext uri="{BB962C8B-B14F-4D97-AF65-F5344CB8AC3E}">
        <p14:creationId xmlns:p14="http://schemas.microsoft.com/office/powerpoint/2010/main" val="810675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ircle(in)">
                                      <p:cBhvr>
                                        <p:cTn id="7" dur="2000"/>
                                        <p:tgtEl>
                                          <p:spTgt spid="9"/>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circle(in)">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8195">
                                            <p:txEl>
                                              <p:pRg st="0" end="0"/>
                                            </p:txEl>
                                          </p:spTgt>
                                        </p:tgtEl>
                                        <p:attrNameLst>
                                          <p:attrName>style.visibility</p:attrName>
                                        </p:attrNameLst>
                                      </p:cBhvr>
                                      <p:to>
                                        <p:strVal val="visible"/>
                                      </p:to>
                                    </p:set>
                                    <p:animEffect transition="in" filter="wipe(down)">
                                      <p:cBhvr>
                                        <p:cTn id="15" dur="500"/>
                                        <p:tgtEl>
                                          <p:spTgt spid="8195">
                                            <p:txEl>
                                              <p:pRg st="0" end="0"/>
                                            </p:txEl>
                                          </p:spTgt>
                                        </p:tgtEl>
                                      </p:cBhvr>
                                    </p:animEffect>
                                  </p:childTnLst>
                                </p:cTn>
                              </p:par>
                              <p:par>
                                <p:cTn id="16" presetID="22" presetClass="entr" presetSubtype="4" fill="hold" nodeType="withEffect">
                                  <p:stCondLst>
                                    <p:cond delay="0"/>
                                  </p:stCondLst>
                                  <p:childTnLst>
                                    <p:set>
                                      <p:cBhvr>
                                        <p:cTn id="17" dur="1" fill="hold">
                                          <p:stCondLst>
                                            <p:cond delay="0"/>
                                          </p:stCondLst>
                                        </p:cTn>
                                        <p:tgtEl>
                                          <p:spTgt spid="8195">
                                            <p:txEl>
                                              <p:pRg st="1" end="1"/>
                                            </p:txEl>
                                          </p:spTgt>
                                        </p:tgtEl>
                                        <p:attrNameLst>
                                          <p:attrName>style.visibility</p:attrName>
                                        </p:attrNameLst>
                                      </p:cBhvr>
                                      <p:to>
                                        <p:strVal val="visible"/>
                                      </p:to>
                                    </p:set>
                                    <p:animEffect transition="in" filter="wipe(down)">
                                      <p:cBhvr>
                                        <p:cTn id="18" dur="500"/>
                                        <p:tgtEl>
                                          <p:spTgt spid="8195">
                                            <p:txEl>
                                              <p:pRg st="1" end="1"/>
                                            </p:txEl>
                                          </p:spTgt>
                                        </p:tgtEl>
                                      </p:cBhvr>
                                    </p:animEffect>
                                  </p:childTnLst>
                                </p:cTn>
                              </p:par>
                              <p:par>
                                <p:cTn id="19" presetID="22" presetClass="entr" presetSubtype="4" fill="hold" nodeType="withEffect">
                                  <p:stCondLst>
                                    <p:cond delay="0"/>
                                  </p:stCondLst>
                                  <p:childTnLst>
                                    <p:set>
                                      <p:cBhvr>
                                        <p:cTn id="20" dur="1" fill="hold">
                                          <p:stCondLst>
                                            <p:cond delay="0"/>
                                          </p:stCondLst>
                                        </p:cTn>
                                        <p:tgtEl>
                                          <p:spTgt spid="8195">
                                            <p:txEl>
                                              <p:pRg st="2" end="2"/>
                                            </p:txEl>
                                          </p:spTgt>
                                        </p:tgtEl>
                                        <p:attrNameLst>
                                          <p:attrName>style.visibility</p:attrName>
                                        </p:attrNameLst>
                                      </p:cBhvr>
                                      <p:to>
                                        <p:strVal val="visible"/>
                                      </p:to>
                                    </p:set>
                                    <p:animEffect transition="in" filter="wipe(down)">
                                      <p:cBhvr>
                                        <p:cTn id="21" dur="500"/>
                                        <p:tgtEl>
                                          <p:spTgt spid="8195">
                                            <p:txEl>
                                              <p:pRg st="2" end="2"/>
                                            </p:txEl>
                                          </p:spTgt>
                                        </p:tgtEl>
                                      </p:cBhvr>
                                    </p:animEffect>
                                  </p:childTnLst>
                                </p:cTn>
                              </p:par>
                              <p:par>
                                <p:cTn id="22" presetID="22" presetClass="entr" presetSubtype="4" fill="hold" nodeType="withEffect">
                                  <p:stCondLst>
                                    <p:cond delay="0"/>
                                  </p:stCondLst>
                                  <p:childTnLst>
                                    <p:set>
                                      <p:cBhvr>
                                        <p:cTn id="23" dur="1" fill="hold">
                                          <p:stCondLst>
                                            <p:cond delay="0"/>
                                          </p:stCondLst>
                                        </p:cTn>
                                        <p:tgtEl>
                                          <p:spTgt spid="8195">
                                            <p:txEl>
                                              <p:pRg st="3" end="3"/>
                                            </p:txEl>
                                          </p:spTgt>
                                        </p:tgtEl>
                                        <p:attrNameLst>
                                          <p:attrName>style.visibility</p:attrName>
                                        </p:attrNameLst>
                                      </p:cBhvr>
                                      <p:to>
                                        <p:strVal val="visible"/>
                                      </p:to>
                                    </p:set>
                                    <p:animEffect transition="in" filter="wipe(down)">
                                      <p:cBhvr>
                                        <p:cTn id="24" dur="500"/>
                                        <p:tgtEl>
                                          <p:spTgt spid="8195">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4D590-8C97-2ACA-0434-C9CE7FB4E8A0}"/>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A1AC0909-5FBB-4D78-0764-3519C7928574}"/>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13</a:t>
            </a:fld>
            <a:endParaRPr lang="en-US" altLang="en-US" sz="1400"/>
          </a:p>
        </p:txBody>
      </p:sp>
      <p:sp>
        <p:nvSpPr>
          <p:cNvPr id="2" name="Rectangle 2">
            <a:extLst>
              <a:ext uri="{FF2B5EF4-FFF2-40B4-BE49-F238E27FC236}">
                <a16:creationId xmlns:a16="http://schemas.microsoft.com/office/drawing/2014/main" id="{19A8ECCF-EEB5-5F57-9F40-F31E5CACD989}"/>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Phân </a:t>
            </a:r>
            <a:r>
              <a:rPr lang="en-US" altLang="en-US" b="1" dirty="0" err="1">
                <a:latin typeface="Arial" panose="020B0604020202020204" pitchFamily="34" charset="0"/>
                <a:cs typeface="Arial" panose="020B0604020202020204" pitchFamily="34" charset="0"/>
              </a:rPr>
              <a:t>tích</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thiết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kế</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hệ</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thống</a:t>
            </a:r>
            <a:endParaRPr lang="en-US" altLang="en-US" b="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72001508-C6DE-1AA0-1FF7-B6C27B5C61B0}"/>
              </a:ext>
            </a:extLst>
          </p:cNvPr>
          <p:cNvSpPr txBox="1"/>
          <p:nvPr/>
        </p:nvSpPr>
        <p:spPr>
          <a:xfrm>
            <a:off x="6698607" y="5380623"/>
            <a:ext cx="5279923" cy="338554"/>
          </a:xfrm>
          <a:prstGeom prst="rect">
            <a:avLst/>
          </a:prstGeom>
          <a:noFill/>
        </p:spPr>
        <p:txBody>
          <a:bodyPr wrap="square" rtlCol="0">
            <a:spAutoFit/>
          </a:bodyPr>
          <a:lstStyle/>
          <a:p>
            <a:pPr algn="ctr"/>
            <a:r>
              <a:rPr lang="en-GB" sz="1600" dirty="0" err="1">
                <a:latin typeface="Arial" panose="020B0604020202020204" pitchFamily="34" charset="0"/>
                <a:cs typeface="Arial" panose="020B0604020202020204" pitchFamily="34" charset="0"/>
              </a:rPr>
              <a:t>Hình</a:t>
            </a:r>
            <a:r>
              <a:rPr lang="en-GB" sz="1600" dirty="0">
                <a:latin typeface="Arial" panose="020B0604020202020204" pitchFamily="34" charset="0"/>
                <a:cs typeface="Arial" panose="020B0604020202020204" pitchFamily="34" charset="0"/>
              </a:rPr>
              <a:t> 3. </a:t>
            </a:r>
            <a:r>
              <a:rPr lang="en-GB" sz="1600" dirty="0" err="1">
                <a:latin typeface="Arial" panose="020B0604020202020204" pitchFamily="34" charset="0"/>
                <a:cs typeface="Arial" panose="020B0604020202020204" pitchFamily="34" charset="0"/>
              </a:rPr>
              <a:t>Cấu</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trúc</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thư</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mục</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trong</a:t>
            </a:r>
            <a:r>
              <a:rPr lang="en-GB" sz="1600" dirty="0">
                <a:latin typeface="Arial" panose="020B0604020202020204" pitchFamily="34" charset="0"/>
                <a:cs typeface="Arial" panose="020B0604020202020204" pitchFamily="34" charset="0"/>
              </a:rPr>
              <a:t> framework</a:t>
            </a:r>
            <a:endParaRPr lang="en-US" sz="16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BDE90603-0A1E-8771-C391-6603E00FF94C}"/>
              </a:ext>
            </a:extLst>
          </p:cNvPr>
          <p:cNvSpPr txBox="1"/>
          <p:nvPr/>
        </p:nvSpPr>
        <p:spPr>
          <a:xfrm>
            <a:off x="996745" y="5380623"/>
            <a:ext cx="5279923" cy="338554"/>
          </a:xfrm>
          <a:prstGeom prst="rect">
            <a:avLst/>
          </a:prstGeom>
          <a:noFill/>
        </p:spPr>
        <p:txBody>
          <a:bodyPr wrap="square" rtlCol="0">
            <a:spAutoFit/>
          </a:bodyPr>
          <a:lstStyle/>
          <a:p>
            <a:pPr algn="ctr"/>
            <a:r>
              <a:rPr lang="en-GB" sz="1600" dirty="0" err="1">
                <a:latin typeface="Arial" panose="020B0604020202020204" pitchFamily="34" charset="0"/>
                <a:cs typeface="Arial" panose="020B0604020202020204" pitchFamily="34" charset="0"/>
              </a:rPr>
              <a:t>Hình</a:t>
            </a:r>
            <a:r>
              <a:rPr lang="en-GB" sz="1600" dirty="0">
                <a:latin typeface="Arial" panose="020B0604020202020204" pitchFamily="34" charset="0"/>
                <a:cs typeface="Arial" panose="020B0604020202020204" pitchFamily="34" charset="0"/>
              </a:rPr>
              <a:t> 2. Use case </a:t>
            </a:r>
            <a:r>
              <a:rPr lang="en-GB" sz="1600" dirty="0" err="1">
                <a:latin typeface="Arial" panose="020B0604020202020204" pitchFamily="34" charset="0"/>
                <a:cs typeface="Arial" panose="020B0604020202020204" pitchFamily="34" charset="0"/>
              </a:rPr>
              <a:t>tổng</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quát</a:t>
            </a:r>
            <a:endParaRPr lang="en-US" sz="1600" dirty="0">
              <a:latin typeface="Arial" panose="020B0604020202020204" pitchFamily="34" charset="0"/>
              <a:cs typeface="Arial" panose="020B0604020202020204" pitchFamily="34" charset="0"/>
            </a:endParaRPr>
          </a:p>
        </p:txBody>
      </p:sp>
      <p:pic>
        <p:nvPicPr>
          <p:cNvPr id="13" name="Picture 12">
            <a:extLst>
              <a:ext uri="{FF2B5EF4-FFF2-40B4-BE49-F238E27FC236}">
                <a16:creationId xmlns:a16="http://schemas.microsoft.com/office/drawing/2014/main" id="{5D3893DE-4877-3D45-9167-649419591BBE}"/>
              </a:ext>
            </a:extLst>
          </p:cNvPr>
          <p:cNvPicPr>
            <a:picLocks noChangeAspect="1"/>
          </p:cNvPicPr>
          <p:nvPr/>
        </p:nvPicPr>
        <p:blipFill>
          <a:blip r:embed="rId3"/>
          <a:stretch>
            <a:fillRect/>
          </a:stretch>
        </p:blipFill>
        <p:spPr>
          <a:xfrm>
            <a:off x="7813316" y="1202848"/>
            <a:ext cx="3050506" cy="4042494"/>
          </a:xfrm>
          <a:prstGeom prst="rect">
            <a:avLst/>
          </a:prstGeom>
        </p:spPr>
      </p:pic>
      <p:pic>
        <p:nvPicPr>
          <p:cNvPr id="5" name="Picture 4">
            <a:extLst>
              <a:ext uri="{FF2B5EF4-FFF2-40B4-BE49-F238E27FC236}">
                <a16:creationId xmlns:a16="http://schemas.microsoft.com/office/drawing/2014/main" id="{09447306-1DF3-614A-95BD-76485C6EED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4985" y="922801"/>
            <a:ext cx="5801683" cy="4322541"/>
          </a:xfrm>
          <a:prstGeom prst="rect">
            <a:avLst/>
          </a:prstGeom>
        </p:spPr>
      </p:pic>
    </p:spTree>
    <p:extLst>
      <p:ext uri="{BB962C8B-B14F-4D97-AF65-F5344CB8AC3E}">
        <p14:creationId xmlns:p14="http://schemas.microsoft.com/office/powerpoint/2010/main" val="3441830157"/>
      </p:ext>
    </p:extLst>
  </p:cSld>
  <p:clrMapOvr>
    <a:masterClrMapping/>
  </p:clrMapOvr>
  <p:transition spd="slow">
    <p:randomBar dir="ver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down)">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down)">
                                      <p:cBhvr>
                                        <p:cTn id="12" dur="500"/>
                                        <p:tgtEl>
                                          <p:spTgt spid="13"/>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down)">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6407-3585-CD48-D3AA-EA217D3797B1}"/>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69FC8319-98AC-18D3-9374-44AAA5622545}"/>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14</a:t>
            </a:fld>
            <a:endParaRPr lang="en-US" altLang="en-US" sz="1400"/>
          </a:p>
        </p:txBody>
      </p:sp>
      <p:sp>
        <p:nvSpPr>
          <p:cNvPr id="2" name="Rectangle 2">
            <a:extLst>
              <a:ext uri="{FF2B5EF4-FFF2-40B4-BE49-F238E27FC236}">
                <a16:creationId xmlns:a16="http://schemas.microsoft.com/office/drawing/2014/main" id="{48F439E2-0499-4083-DAAF-228BAF26B655}"/>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Triển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khai</a:t>
            </a:r>
            <a:r>
              <a:rPr lang="en-US" altLang="en-US" b="1" dirty="0">
                <a:latin typeface="Arial" panose="020B0604020202020204" pitchFamily="34" charset="0"/>
                <a:cs typeface="Arial" panose="020B0604020202020204" pitchFamily="34" charset="0"/>
              </a:rPr>
              <a:t> &amp; </a:t>
            </a:r>
            <a:r>
              <a:rPr lang="en-US" altLang="en-US" b="1" dirty="0" err="1">
                <a:latin typeface="Arial" panose="020B0604020202020204" pitchFamily="34" charset="0"/>
                <a:cs typeface="Arial" panose="020B0604020202020204" pitchFamily="34" charset="0"/>
              </a:rPr>
              <a:t>thực</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nghiệm</a:t>
            </a:r>
            <a:endParaRPr lang="en-US" altLang="en-US" b="1" dirty="0">
              <a:latin typeface="Arial" panose="020B0604020202020204" pitchFamily="34" charset="0"/>
              <a:cs typeface="Arial" panose="020B0604020202020204" pitchFamily="34" charset="0"/>
            </a:endParaRPr>
          </a:p>
        </p:txBody>
      </p:sp>
      <p:pic>
        <p:nvPicPr>
          <p:cNvPr id="11" name="Content Placeholder 10">
            <a:extLst>
              <a:ext uri="{FF2B5EF4-FFF2-40B4-BE49-F238E27FC236}">
                <a16:creationId xmlns:a16="http://schemas.microsoft.com/office/drawing/2014/main" id="{21833A95-B9C7-013F-383B-BE8BBD2B97B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14040" y="816617"/>
            <a:ext cx="9363919" cy="5338282"/>
          </a:xfrm>
          <a:prstGeom prst="rect">
            <a:avLst/>
          </a:prstGeom>
        </p:spPr>
      </p:pic>
      <p:graphicFrame>
        <p:nvGraphicFramePr>
          <p:cNvPr id="12" name="Table 11">
            <a:extLst>
              <a:ext uri="{FF2B5EF4-FFF2-40B4-BE49-F238E27FC236}">
                <a16:creationId xmlns:a16="http://schemas.microsoft.com/office/drawing/2014/main" id="{98381E12-2135-767A-830E-CE4C00725B61}"/>
              </a:ext>
            </a:extLst>
          </p:cNvPr>
          <p:cNvGraphicFramePr>
            <a:graphicFrameLocks noGrp="1"/>
          </p:cNvGraphicFramePr>
          <p:nvPr>
            <p:extLst>
              <p:ext uri="{D42A27DB-BD31-4B8C-83A1-F6EECF244321}">
                <p14:modId xmlns:p14="http://schemas.microsoft.com/office/powerpoint/2010/main" val="1687333310"/>
              </p:ext>
            </p:extLst>
          </p:nvPr>
        </p:nvGraphicFramePr>
        <p:xfrm>
          <a:off x="1190014" y="904472"/>
          <a:ext cx="9811969" cy="5136908"/>
        </p:xfrm>
        <a:graphic>
          <a:graphicData uri="http://schemas.openxmlformats.org/drawingml/2006/table">
            <a:tbl>
              <a:tblPr firstRow="1" firstCol="1" bandRow="1">
                <a:tableStyleId>{5C22544A-7EE6-4342-B048-85BDC9FD1C3A}</a:tableStyleId>
              </a:tblPr>
              <a:tblGrid>
                <a:gridCol w="3270293">
                  <a:extLst>
                    <a:ext uri="{9D8B030D-6E8A-4147-A177-3AD203B41FA5}">
                      <a16:colId xmlns:a16="http://schemas.microsoft.com/office/drawing/2014/main" val="1373035767"/>
                    </a:ext>
                  </a:extLst>
                </a:gridCol>
                <a:gridCol w="3270293">
                  <a:extLst>
                    <a:ext uri="{9D8B030D-6E8A-4147-A177-3AD203B41FA5}">
                      <a16:colId xmlns:a16="http://schemas.microsoft.com/office/drawing/2014/main" val="1357692099"/>
                    </a:ext>
                  </a:extLst>
                </a:gridCol>
                <a:gridCol w="3271383">
                  <a:extLst>
                    <a:ext uri="{9D8B030D-6E8A-4147-A177-3AD203B41FA5}">
                      <a16:colId xmlns:a16="http://schemas.microsoft.com/office/drawing/2014/main" val="2242903219"/>
                    </a:ext>
                  </a:extLst>
                </a:gridCol>
              </a:tblGrid>
              <a:tr h="456020">
                <a:tc>
                  <a:txBody>
                    <a:bodyPr/>
                    <a:lstStyle/>
                    <a:p>
                      <a:pPr algn="ctr">
                        <a:lnSpc>
                          <a:spcPct val="150000"/>
                        </a:lnSpc>
                        <a:spcBef>
                          <a:spcPts val="600"/>
                        </a:spcBef>
                        <a:buNone/>
                      </a:pPr>
                      <a:r>
                        <a:rPr lang="en-US" sz="1300" dirty="0" err="1">
                          <a:effectLst/>
                        </a:rPr>
                        <a:t>Bước</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Trước khi áp dụng AI</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Sau khi áp dụng AI</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02473419"/>
                  </a:ext>
                </a:extLst>
              </a:tr>
              <a:tr h="456020">
                <a:tc>
                  <a:txBody>
                    <a:bodyPr/>
                    <a:lstStyle/>
                    <a:p>
                      <a:pPr algn="just">
                        <a:lnSpc>
                          <a:spcPct val="150000"/>
                        </a:lnSpc>
                        <a:spcBef>
                          <a:spcPts val="600"/>
                        </a:spcBef>
                        <a:buNone/>
                      </a:pPr>
                      <a:r>
                        <a:rPr lang="en-US" sz="1300">
                          <a:effectLst/>
                        </a:rPr>
                        <a:t>Phân tích Use Case</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AI hỗ trợ</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61381874"/>
                  </a:ext>
                </a:extLst>
              </a:tr>
              <a:tr h="456020">
                <a:tc>
                  <a:txBody>
                    <a:bodyPr/>
                    <a:lstStyle/>
                    <a:p>
                      <a:pPr algn="just">
                        <a:lnSpc>
                          <a:spcPct val="150000"/>
                        </a:lnSpc>
                        <a:spcBef>
                          <a:spcPts val="600"/>
                        </a:spcBef>
                        <a:buNone/>
                      </a:pPr>
                      <a:r>
                        <a:rPr lang="en-US" sz="1300">
                          <a:effectLst/>
                        </a:rPr>
                        <a:t>Thiết kế Test Case</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Tự động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66322516"/>
                  </a:ext>
                </a:extLst>
              </a:tr>
              <a:tr h="456020">
                <a:tc>
                  <a:txBody>
                    <a:bodyPr/>
                    <a:lstStyle/>
                    <a:p>
                      <a:pPr algn="just">
                        <a:lnSpc>
                          <a:spcPct val="150000"/>
                        </a:lnSpc>
                        <a:spcBef>
                          <a:spcPts val="600"/>
                        </a:spcBef>
                        <a:buNone/>
                      </a:pPr>
                      <a:r>
                        <a:rPr lang="en-US" sz="1300" dirty="0">
                          <a:effectLst/>
                        </a:rPr>
                        <a:t>Review Test Case</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dirty="0" err="1">
                          <a:effectLst/>
                        </a:rPr>
                        <a:t>Thủ</a:t>
                      </a:r>
                      <a:r>
                        <a:rPr lang="en-US" sz="1300" dirty="0">
                          <a:effectLst/>
                        </a:rPr>
                        <a:t> </a:t>
                      </a:r>
                      <a:r>
                        <a:rPr lang="en-US" sz="1300" dirty="0" err="1">
                          <a:effectLst/>
                        </a:rPr>
                        <a:t>công</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Giảm khối lượng review</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61500443"/>
                  </a:ext>
                </a:extLst>
              </a:tr>
              <a:tr h="456020">
                <a:tc>
                  <a:txBody>
                    <a:bodyPr/>
                    <a:lstStyle/>
                    <a:p>
                      <a:pPr algn="just">
                        <a:lnSpc>
                          <a:spcPct val="150000"/>
                        </a:lnSpc>
                        <a:spcBef>
                          <a:spcPts val="600"/>
                        </a:spcBef>
                        <a:buNone/>
                      </a:pPr>
                      <a:r>
                        <a:rPr lang="en-US" sz="1300">
                          <a:effectLst/>
                        </a:rPr>
                        <a:t>Mapping Keyword</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Tự động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26047345"/>
                  </a:ext>
                </a:extLst>
              </a:tr>
              <a:tr h="456020">
                <a:tc>
                  <a:txBody>
                    <a:bodyPr/>
                    <a:lstStyle/>
                    <a:p>
                      <a:pPr algn="just">
                        <a:lnSpc>
                          <a:spcPct val="150000"/>
                        </a:lnSpc>
                        <a:spcBef>
                          <a:spcPts val="600"/>
                        </a:spcBef>
                        <a:buNone/>
                      </a:pPr>
                      <a:r>
                        <a:rPr lang="en-US" sz="1300">
                          <a:effectLst/>
                        </a:rPr>
                        <a:t>Mapping Locator</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Tự động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50843104"/>
                  </a:ext>
                </a:extLst>
              </a:tr>
              <a:tr h="456020">
                <a:tc>
                  <a:txBody>
                    <a:bodyPr/>
                    <a:lstStyle/>
                    <a:p>
                      <a:pPr algn="just">
                        <a:lnSpc>
                          <a:spcPct val="150000"/>
                        </a:lnSpc>
                        <a:spcBef>
                          <a:spcPts val="600"/>
                        </a:spcBef>
                        <a:buNone/>
                      </a:pPr>
                      <a:r>
                        <a:rPr lang="en-US" sz="1300">
                          <a:effectLst/>
                        </a:rPr>
                        <a:t>Sinh dữ liệu kiểm thử</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Tự động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4111444"/>
                  </a:ext>
                </a:extLst>
              </a:tr>
              <a:tr h="576708">
                <a:tc>
                  <a:txBody>
                    <a:bodyPr/>
                    <a:lstStyle/>
                    <a:p>
                      <a:pPr algn="just">
                        <a:lnSpc>
                          <a:spcPct val="150000"/>
                        </a:lnSpc>
                        <a:spcBef>
                          <a:spcPts val="600"/>
                        </a:spcBef>
                        <a:buNone/>
                      </a:pPr>
                      <a:r>
                        <a:rPr lang="en-US" sz="1300">
                          <a:effectLst/>
                        </a:rPr>
                        <a:t>Viết Test Script</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dirty="0" err="1">
                          <a:effectLst/>
                        </a:rPr>
                        <a:t>Tự</a:t>
                      </a:r>
                      <a:r>
                        <a:rPr lang="en-US" sz="1300" dirty="0">
                          <a:effectLst/>
                        </a:rPr>
                        <a:t> </a:t>
                      </a:r>
                      <a:r>
                        <a:rPr lang="en-US" sz="1300" dirty="0" err="1">
                          <a:effectLst/>
                        </a:rPr>
                        <a:t>động</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29056677"/>
                  </a:ext>
                </a:extLst>
              </a:tr>
              <a:tr h="456020">
                <a:tc>
                  <a:txBody>
                    <a:bodyPr/>
                    <a:lstStyle/>
                    <a:p>
                      <a:pPr algn="just">
                        <a:lnSpc>
                          <a:spcPct val="150000"/>
                        </a:lnSpc>
                        <a:spcBef>
                          <a:spcPts val="600"/>
                        </a:spcBef>
                        <a:buNone/>
                      </a:pPr>
                      <a:r>
                        <a:rPr lang="en-US" sz="1300">
                          <a:effectLst/>
                        </a:rPr>
                        <a:t>Review Test Script</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91242292"/>
                  </a:ext>
                </a:extLst>
              </a:tr>
              <a:tr h="456020">
                <a:tc>
                  <a:txBody>
                    <a:bodyPr/>
                    <a:lstStyle/>
                    <a:p>
                      <a:pPr algn="just">
                        <a:lnSpc>
                          <a:spcPct val="150000"/>
                        </a:lnSpc>
                        <a:spcBef>
                          <a:spcPts val="600"/>
                        </a:spcBef>
                        <a:buNone/>
                      </a:pPr>
                      <a:r>
                        <a:rPr lang="en-US" sz="1300">
                          <a:effectLst/>
                        </a:rPr>
                        <a:t>Xuất kết quả</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Thủ công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Tự động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8292284"/>
                  </a:ext>
                </a:extLst>
              </a:tr>
              <a:tr h="456020">
                <a:tc>
                  <a:txBody>
                    <a:bodyPr/>
                    <a:lstStyle/>
                    <a:p>
                      <a:pPr algn="just">
                        <a:lnSpc>
                          <a:spcPct val="150000"/>
                        </a:lnSpc>
                        <a:spcBef>
                          <a:spcPts val="600"/>
                        </a:spcBef>
                        <a:buNone/>
                      </a:pPr>
                      <a:r>
                        <a:rPr lang="en-US" sz="1300">
                          <a:effectLst/>
                        </a:rPr>
                        <a:t>Thực thi kiểm thử</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a:effectLst/>
                        </a:rPr>
                        <a:t>Không thay đổi</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Bef>
                          <a:spcPts val="600"/>
                        </a:spcBef>
                        <a:buNone/>
                      </a:pPr>
                      <a:r>
                        <a:rPr lang="en-US" sz="1300" dirty="0" err="1">
                          <a:effectLst/>
                        </a:rPr>
                        <a:t>Không</a:t>
                      </a:r>
                      <a:r>
                        <a:rPr lang="en-US" sz="1300" dirty="0">
                          <a:effectLst/>
                        </a:rPr>
                        <a:t> </a:t>
                      </a:r>
                      <a:r>
                        <a:rPr lang="en-US" sz="1300" dirty="0" err="1">
                          <a:effectLst/>
                        </a:rPr>
                        <a:t>thay</a:t>
                      </a:r>
                      <a:r>
                        <a:rPr lang="en-US" sz="1300" dirty="0">
                          <a:effectLst/>
                        </a:rPr>
                        <a:t> </a:t>
                      </a:r>
                      <a:r>
                        <a:rPr lang="en-US" sz="1300" dirty="0" err="1">
                          <a:effectLst/>
                        </a:rPr>
                        <a:t>đổi</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3637876"/>
                  </a:ext>
                </a:extLst>
              </a:tr>
            </a:tbl>
          </a:graphicData>
        </a:graphic>
      </p:graphicFrame>
    </p:spTree>
    <p:extLst>
      <p:ext uri="{BB962C8B-B14F-4D97-AF65-F5344CB8AC3E}">
        <p14:creationId xmlns:p14="http://schemas.microsoft.com/office/powerpoint/2010/main" val="1736222147"/>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ircle(in)">
                                      <p:cBhvr>
                                        <p:cTn id="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A7943-2C5F-4316-E6F3-A0AAF17C9709}"/>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65CD407F-44A9-DFD7-E506-A20453AEB428}"/>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15</a:t>
            </a:fld>
            <a:endParaRPr lang="en-US" altLang="en-US" sz="1400"/>
          </a:p>
        </p:txBody>
      </p:sp>
      <p:sp>
        <p:nvSpPr>
          <p:cNvPr id="2" name="Rectangle 2">
            <a:extLst>
              <a:ext uri="{FF2B5EF4-FFF2-40B4-BE49-F238E27FC236}">
                <a16:creationId xmlns:a16="http://schemas.microsoft.com/office/drawing/2014/main" id="{C4ADBB7E-4499-615A-01F8-590ECBAFD5C5}"/>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Nội</a:t>
            </a:r>
            <a:r>
              <a:rPr lang="en-US" altLang="en-US" b="1" dirty="0">
                <a:latin typeface="Arial" panose="020B0604020202020204" pitchFamily="34" charset="0"/>
                <a:cs typeface="Arial" panose="020B0604020202020204" pitchFamily="34" charset="0"/>
              </a:rPr>
              <a:t> dung</a:t>
            </a:r>
          </a:p>
        </p:txBody>
      </p:sp>
      <p:sp>
        <p:nvSpPr>
          <p:cNvPr id="8198" name="Google Shape;98;p2">
            <a:extLst>
              <a:ext uri="{FF2B5EF4-FFF2-40B4-BE49-F238E27FC236}">
                <a16:creationId xmlns:a16="http://schemas.microsoft.com/office/drawing/2014/main" id="{B52BAADE-BEF7-3D46-F8A2-5427352103D1}"/>
              </a:ext>
            </a:extLst>
          </p:cNvPr>
          <p:cNvSpPr/>
          <p:nvPr/>
        </p:nvSpPr>
        <p:spPr>
          <a:xfrm>
            <a:off x="2742180" y="2358132"/>
            <a:ext cx="5424985"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a:solidFill>
                  <a:schemeClr val="accent3">
                    <a:lumMod val="40000"/>
                    <a:lumOff val="60000"/>
                  </a:schemeClr>
                </a:solidFill>
              </a:rPr>
              <a:t>Phân </a:t>
            </a:r>
            <a:r>
              <a:rPr lang="en-US" sz="1800" b="1" dirty="0" err="1">
                <a:solidFill>
                  <a:schemeClr val="accent3">
                    <a:lumMod val="40000"/>
                    <a:lumOff val="60000"/>
                  </a:schemeClr>
                </a:solidFill>
              </a:rPr>
              <a:t>tích</a:t>
            </a:r>
            <a:r>
              <a:rPr lang="en-US" sz="1800" b="1" dirty="0">
                <a:solidFill>
                  <a:schemeClr val="accent3">
                    <a:lumMod val="40000"/>
                    <a:lumOff val="60000"/>
                  </a:schemeClr>
                </a:solidFill>
              </a:rPr>
              <a:t> </a:t>
            </a:r>
            <a:r>
              <a:rPr lang="en-US" b="1" dirty="0" err="1">
                <a:solidFill>
                  <a:schemeClr val="accent3">
                    <a:lumMod val="40000"/>
                    <a:lumOff val="60000"/>
                  </a:schemeClr>
                </a:solidFill>
              </a:rPr>
              <a:t>và</a:t>
            </a:r>
            <a:r>
              <a:rPr lang="en-US" b="1" dirty="0">
                <a:solidFill>
                  <a:schemeClr val="accent3">
                    <a:lumMod val="40000"/>
                    <a:lumOff val="60000"/>
                  </a:schemeClr>
                </a:solidFill>
              </a:rPr>
              <a:t> </a:t>
            </a:r>
            <a:r>
              <a:rPr lang="en-US" b="1" dirty="0" err="1">
                <a:solidFill>
                  <a:schemeClr val="accent3">
                    <a:lumMod val="40000"/>
                    <a:lumOff val="60000"/>
                  </a:schemeClr>
                </a:solidFill>
              </a:rPr>
              <a:t>thiết</a:t>
            </a:r>
            <a:r>
              <a:rPr lang="en-US" b="1" dirty="0">
                <a:solidFill>
                  <a:schemeClr val="accent3">
                    <a:lumMod val="40000"/>
                    <a:lumOff val="60000"/>
                  </a:schemeClr>
                </a:solidFill>
              </a:rPr>
              <a:t> </a:t>
            </a:r>
            <a:r>
              <a:rPr lang="en-US" b="1" dirty="0" err="1">
                <a:solidFill>
                  <a:schemeClr val="accent3">
                    <a:lumMod val="40000"/>
                    <a:lumOff val="60000"/>
                  </a:schemeClr>
                </a:solidFill>
              </a:rPr>
              <a:t>kế</a:t>
            </a:r>
            <a:r>
              <a:rPr lang="en-US" b="1" dirty="0">
                <a:solidFill>
                  <a:schemeClr val="accent3">
                    <a:lumMod val="40000"/>
                    <a:lumOff val="60000"/>
                  </a:schemeClr>
                </a:solidFill>
              </a:rPr>
              <a:t> </a:t>
            </a:r>
            <a:r>
              <a:rPr lang="en-US" b="1" dirty="0" err="1">
                <a:solidFill>
                  <a:schemeClr val="accent3">
                    <a:lumMod val="40000"/>
                    <a:lumOff val="60000"/>
                  </a:schemeClr>
                </a:solidFill>
              </a:rPr>
              <a:t>hệ</a:t>
            </a:r>
            <a:r>
              <a:rPr lang="en-US" b="1" dirty="0">
                <a:solidFill>
                  <a:schemeClr val="accent3">
                    <a:lumMod val="40000"/>
                    <a:lumOff val="60000"/>
                  </a:schemeClr>
                </a:solidFill>
              </a:rPr>
              <a:t> </a:t>
            </a:r>
            <a:r>
              <a:rPr lang="en-US" b="1" dirty="0" err="1">
                <a:solidFill>
                  <a:schemeClr val="accent3">
                    <a:lumMod val="40000"/>
                    <a:lumOff val="60000"/>
                  </a:schemeClr>
                </a:solidFill>
              </a:rPr>
              <a:t>thống</a:t>
            </a:r>
            <a:endParaRPr lang="vi-VN" dirty="0">
              <a:solidFill>
                <a:schemeClr val="accent3">
                  <a:lumMod val="40000"/>
                  <a:lumOff val="60000"/>
                </a:schemeClr>
              </a:solidFill>
            </a:endParaRPr>
          </a:p>
        </p:txBody>
      </p:sp>
      <p:sp>
        <p:nvSpPr>
          <p:cNvPr id="8199" name="Google Shape;99;p2">
            <a:extLst>
              <a:ext uri="{FF2B5EF4-FFF2-40B4-BE49-F238E27FC236}">
                <a16:creationId xmlns:a16="http://schemas.microsoft.com/office/drawing/2014/main" id="{87694698-1CBC-67BC-6F91-2967B50EBBC3}"/>
              </a:ext>
            </a:extLst>
          </p:cNvPr>
          <p:cNvSpPr/>
          <p:nvPr/>
        </p:nvSpPr>
        <p:spPr>
          <a:xfrm>
            <a:off x="1987550" y="1164122"/>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rPr>
              <a:t>Giới</a:t>
            </a:r>
            <a:r>
              <a:rPr lang="en-US" b="1" dirty="0">
                <a:solidFill>
                  <a:schemeClr val="accent3">
                    <a:lumMod val="40000"/>
                    <a:lumOff val="60000"/>
                  </a:schemeClr>
                </a:solidFill>
              </a:rPr>
              <a:t> </a:t>
            </a:r>
            <a:r>
              <a:rPr lang="en-US" b="1" dirty="0" err="1">
                <a:solidFill>
                  <a:schemeClr val="accent3">
                    <a:lumMod val="40000"/>
                    <a:lumOff val="60000"/>
                  </a:schemeClr>
                </a:solidFill>
              </a:rPr>
              <a:t>thiệu</a:t>
            </a:r>
            <a:r>
              <a:rPr lang="en-US" b="1" dirty="0">
                <a:solidFill>
                  <a:schemeClr val="accent3">
                    <a:lumMod val="40000"/>
                    <a:lumOff val="60000"/>
                  </a:schemeClr>
                </a:solidFill>
              </a:rPr>
              <a:t> </a:t>
            </a:r>
            <a:r>
              <a:rPr lang="en-US" b="1" dirty="0" err="1">
                <a:solidFill>
                  <a:schemeClr val="accent3">
                    <a:lumMod val="40000"/>
                    <a:lumOff val="60000"/>
                  </a:schemeClr>
                </a:solidFill>
              </a:rPr>
              <a:t>đề</a:t>
            </a:r>
            <a:r>
              <a:rPr lang="en-US" b="1" dirty="0">
                <a:solidFill>
                  <a:schemeClr val="accent3">
                    <a:lumMod val="40000"/>
                    <a:lumOff val="60000"/>
                  </a:schemeClr>
                </a:solidFill>
              </a:rPr>
              <a:t> </a:t>
            </a:r>
            <a:r>
              <a:rPr lang="en-US" b="1" dirty="0" err="1">
                <a:solidFill>
                  <a:schemeClr val="accent3">
                    <a:lumMod val="40000"/>
                    <a:lumOff val="60000"/>
                  </a:schemeClr>
                </a:solidFill>
              </a:rPr>
              <a:t>tài</a:t>
            </a:r>
            <a:endParaRPr dirty="0">
              <a:solidFill>
                <a:schemeClr val="accent3">
                  <a:lumMod val="40000"/>
                  <a:lumOff val="60000"/>
                </a:schemeClr>
              </a:solidFill>
            </a:endParaRPr>
          </a:p>
        </p:txBody>
      </p:sp>
      <p:grpSp>
        <p:nvGrpSpPr>
          <p:cNvPr id="8200" name="Google Shape;100;p2">
            <a:extLst>
              <a:ext uri="{FF2B5EF4-FFF2-40B4-BE49-F238E27FC236}">
                <a16:creationId xmlns:a16="http://schemas.microsoft.com/office/drawing/2014/main" id="{DE1DD0A0-52D5-3EA6-F9DD-D5F54E81162B}"/>
              </a:ext>
            </a:extLst>
          </p:cNvPr>
          <p:cNvGrpSpPr/>
          <p:nvPr/>
        </p:nvGrpSpPr>
        <p:grpSpPr>
          <a:xfrm>
            <a:off x="1462085" y="1258450"/>
            <a:ext cx="381000" cy="381000"/>
            <a:chOff x="2078" y="1680"/>
            <a:chExt cx="1615" cy="1615"/>
          </a:xfrm>
        </p:grpSpPr>
        <p:sp>
          <p:nvSpPr>
            <p:cNvPr id="8201" name="Google Shape;101;p2">
              <a:extLst>
                <a:ext uri="{FF2B5EF4-FFF2-40B4-BE49-F238E27FC236}">
                  <a16:creationId xmlns:a16="http://schemas.microsoft.com/office/drawing/2014/main" id="{1CBF8022-39AF-DC1B-FD2E-D40510546185}"/>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2" name="Google Shape;102;p2">
              <a:extLst>
                <a:ext uri="{FF2B5EF4-FFF2-40B4-BE49-F238E27FC236}">
                  <a16:creationId xmlns:a16="http://schemas.microsoft.com/office/drawing/2014/main" id="{CF6BDBF3-F7BF-4865-0BEB-40961C589630}"/>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3" name="Google Shape;103;p2">
              <a:extLst>
                <a:ext uri="{FF2B5EF4-FFF2-40B4-BE49-F238E27FC236}">
                  <a16:creationId xmlns:a16="http://schemas.microsoft.com/office/drawing/2014/main" id="{0CAC69F0-9093-CDD9-FE39-2A08988AFA52}"/>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4" name="Google Shape;104;p2">
              <a:extLst>
                <a:ext uri="{FF2B5EF4-FFF2-40B4-BE49-F238E27FC236}">
                  <a16:creationId xmlns:a16="http://schemas.microsoft.com/office/drawing/2014/main" id="{B0B8048F-2B50-D93B-3533-2C0B3FC9B722}"/>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5" name="Google Shape;105;p2">
              <a:extLst>
                <a:ext uri="{FF2B5EF4-FFF2-40B4-BE49-F238E27FC236}">
                  <a16:creationId xmlns:a16="http://schemas.microsoft.com/office/drawing/2014/main" id="{2676925D-E99B-CB5E-87C1-4BEF9942EEFC}"/>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6" name="Google Shape;106;p2">
              <a:extLst>
                <a:ext uri="{FF2B5EF4-FFF2-40B4-BE49-F238E27FC236}">
                  <a16:creationId xmlns:a16="http://schemas.microsoft.com/office/drawing/2014/main" id="{DF82822D-E334-75C8-602D-900B3A0182D4}"/>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grpSp>
        <p:nvGrpSpPr>
          <p:cNvPr id="8207" name="Google Shape;107;p2">
            <a:extLst>
              <a:ext uri="{FF2B5EF4-FFF2-40B4-BE49-F238E27FC236}">
                <a16:creationId xmlns:a16="http://schemas.microsoft.com/office/drawing/2014/main" id="{98E01AB8-E076-5C0F-9B2C-4BD3558EE1C3}"/>
              </a:ext>
            </a:extLst>
          </p:cNvPr>
          <p:cNvGrpSpPr/>
          <p:nvPr/>
        </p:nvGrpSpPr>
        <p:grpSpPr>
          <a:xfrm>
            <a:off x="2268817" y="2454610"/>
            <a:ext cx="381000" cy="381000"/>
            <a:chOff x="2078" y="1680"/>
            <a:chExt cx="1615" cy="1615"/>
          </a:xfrm>
        </p:grpSpPr>
        <p:sp>
          <p:nvSpPr>
            <p:cNvPr id="8208" name="Google Shape;108;p2">
              <a:extLst>
                <a:ext uri="{FF2B5EF4-FFF2-40B4-BE49-F238E27FC236}">
                  <a16:creationId xmlns:a16="http://schemas.microsoft.com/office/drawing/2014/main" id="{E98FD743-9214-2B0D-6012-9762578EE855}"/>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9" name="Google Shape;109;p2">
              <a:extLst>
                <a:ext uri="{FF2B5EF4-FFF2-40B4-BE49-F238E27FC236}">
                  <a16:creationId xmlns:a16="http://schemas.microsoft.com/office/drawing/2014/main" id="{BFEC8C63-1F93-A248-4433-D52DDE1F2043}"/>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0" name="Google Shape;110;p2">
              <a:extLst>
                <a:ext uri="{FF2B5EF4-FFF2-40B4-BE49-F238E27FC236}">
                  <a16:creationId xmlns:a16="http://schemas.microsoft.com/office/drawing/2014/main" id="{E7394FC5-86BA-42BD-F598-244157023215}"/>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1" name="Google Shape;111;p2">
              <a:extLst>
                <a:ext uri="{FF2B5EF4-FFF2-40B4-BE49-F238E27FC236}">
                  <a16:creationId xmlns:a16="http://schemas.microsoft.com/office/drawing/2014/main" id="{63641237-2961-D179-2C08-1E792BE6C108}"/>
                </a:ext>
              </a:extLst>
            </p:cNvPr>
            <p:cNvSpPr/>
            <p:nvPr/>
          </p:nvSpPr>
          <p:spPr>
            <a:xfrm>
              <a:off x="2254" y="1856"/>
              <a:ext cx="1262" cy="1264"/>
            </a:xfrm>
            <a:prstGeom prst="ellipse">
              <a:avLst/>
            </a:prstGeom>
            <a:gradFill>
              <a:gsLst>
                <a:gs pos="0">
                  <a:srgbClr val="000000"/>
                </a:gs>
                <a:gs pos="100000">
                  <a:srgbClr val="48BE67"/>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2" name="Google Shape;112;p2">
              <a:extLst>
                <a:ext uri="{FF2B5EF4-FFF2-40B4-BE49-F238E27FC236}">
                  <a16:creationId xmlns:a16="http://schemas.microsoft.com/office/drawing/2014/main" id="{D57B08D2-53AD-59EC-4663-B9D457DAD56F}"/>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3" name="Google Shape;113;p2">
              <a:extLst>
                <a:ext uri="{FF2B5EF4-FFF2-40B4-BE49-F238E27FC236}">
                  <a16:creationId xmlns:a16="http://schemas.microsoft.com/office/drawing/2014/main" id="{0281297B-4617-9BA1-E34F-7DB24F182D81}"/>
                </a:ext>
              </a:extLst>
            </p:cNvPr>
            <p:cNvSpPr/>
            <p:nvPr/>
          </p:nvSpPr>
          <p:spPr>
            <a:xfrm>
              <a:off x="2337" y="1939"/>
              <a:ext cx="1096" cy="1098"/>
            </a:xfrm>
            <a:prstGeom prst="ellipse">
              <a:avLst/>
            </a:prstGeom>
            <a:gradFill>
              <a:gsLst>
                <a:gs pos="0">
                  <a:srgbClr val="48BE67"/>
                </a:gs>
                <a:gs pos="100000">
                  <a:srgbClr val="33884A"/>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14" name="Google Shape;128;p2">
            <a:extLst>
              <a:ext uri="{FF2B5EF4-FFF2-40B4-BE49-F238E27FC236}">
                <a16:creationId xmlns:a16="http://schemas.microsoft.com/office/drawing/2014/main" id="{24341D5E-ACF0-D0AC-BA90-DBEEF37F6C04}"/>
              </a:ext>
            </a:extLst>
          </p:cNvPr>
          <p:cNvSpPr/>
          <p:nvPr/>
        </p:nvSpPr>
        <p:spPr>
          <a:xfrm>
            <a:off x="2823719" y="3795345"/>
            <a:ext cx="5343421" cy="529445"/>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err="1">
                <a:solidFill>
                  <a:schemeClr val="dk1"/>
                </a:solidFill>
              </a:rPr>
              <a:t>Triển</a:t>
            </a:r>
            <a:r>
              <a:rPr lang="en-US" sz="1800" b="1" dirty="0">
                <a:solidFill>
                  <a:schemeClr val="dk1"/>
                </a:solidFill>
              </a:rPr>
              <a:t> </a:t>
            </a:r>
            <a:r>
              <a:rPr lang="en-US" sz="1800" b="1" dirty="0" err="1">
                <a:solidFill>
                  <a:schemeClr val="dk1"/>
                </a:solidFill>
              </a:rPr>
              <a:t>khai</a:t>
            </a:r>
            <a:r>
              <a:rPr lang="en-US" sz="1800" b="1" dirty="0">
                <a:solidFill>
                  <a:schemeClr val="dk1"/>
                </a:solidFill>
              </a:rPr>
              <a:t> </a:t>
            </a:r>
            <a:r>
              <a:rPr lang="en-US" sz="1800" b="1" dirty="0" err="1">
                <a:solidFill>
                  <a:schemeClr val="dk1"/>
                </a:solidFill>
              </a:rPr>
              <a:t>và</a:t>
            </a:r>
            <a:r>
              <a:rPr lang="en-US" sz="1800" b="1" dirty="0">
                <a:solidFill>
                  <a:schemeClr val="dk1"/>
                </a:solidFill>
              </a:rPr>
              <a:t> </a:t>
            </a:r>
            <a:r>
              <a:rPr lang="en-US" sz="1800" b="1" dirty="0" err="1">
                <a:solidFill>
                  <a:schemeClr val="dk1"/>
                </a:solidFill>
              </a:rPr>
              <a:t>thực</a:t>
            </a:r>
            <a:r>
              <a:rPr lang="en-US" sz="1800" b="1" dirty="0">
                <a:solidFill>
                  <a:schemeClr val="dk1"/>
                </a:solidFill>
              </a:rPr>
              <a:t> </a:t>
            </a:r>
            <a:r>
              <a:rPr lang="en-US" sz="1800" b="1" dirty="0" err="1">
                <a:solidFill>
                  <a:schemeClr val="dk1"/>
                </a:solidFill>
              </a:rPr>
              <a:t>nghiệm</a:t>
            </a:r>
            <a:endParaRPr lang="en-US" dirty="0"/>
          </a:p>
        </p:txBody>
      </p:sp>
      <p:grpSp>
        <p:nvGrpSpPr>
          <p:cNvPr id="8215" name="Google Shape;129;p2">
            <a:extLst>
              <a:ext uri="{FF2B5EF4-FFF2-40B4-BE49-F238E27FC236}">
                <a16:creationId xmlns:a16="http://schemas.microsoft.com/office/drawing/2014/main" id="{1021A23A-22DA-185D-71E4-DC722F1055E9}"/>
              </a:ext>
            </a:extLst>
          </p:cNvPr>
          <p:cNvGrpSpPr/>
          <p:nvPr/>
        </p:nvGrpSpPr>
        <p:grpSpPr>
          <a:xfrm>
            <a:off x="2402936" y="3873408"/>
            <a:ext cx="381000" cy="381000"/>
            <a:chOff x="2078" y="1680"/>
            <a:chExt cx="1615" cy="1615"/>
          </a:xfrm>
        </p:grpSpPr>
        <p:sp>
          <p:nvSpPr>
            <p:cNvPr id="8216" name="Google Shape;130;p2">
              <a:extLst>
                <a:ext uri="{FF2B5EF4-FFF2-40B4-BE49-F238E27FC236}">
                  <a16:creationId xmlns:a16="http://schemas.microsoft.com/office/drawing/2014/main" id="{D9D152A0-9F34-1ABF-55AB-7D3E46FE1AF7}"/>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7" name="Google Shape;131;p2">
              <a:extLst>
                <a:ext uri="{FF2B5EF4-FFF2-40B4-BE49-F238E27FC236}">
                  <a16:creationId xmlns:a16="http://schemas.microsoft.com/office/drawing/2014/main" id="{63B4329E-E892-A312-1EEC-DBDCF4636996}"/>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8" name="Google Shape;132;p2">
              <a:extLst>
                <a:ext uri="{FF2B5EF4-FFF2-40B4-BE49-F238E27FC236}">
                  <a16:creationId xmlns:a16="http://schemas.microsoft.com/office/drawing/2014/main" id="{6F87C0E9-256A-0E63-70C2-94A5F667A0D7}"/>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9" name="Google Shape;133;p2">
              <a:extLst>
                <a:ext uri="{FF2B5EF4-FFF2-40B4-BE49-F238E27FC236}">
                  <a16:creationId xmlns:a16="http://schemas.microsoft.com/office/drawing/2014/main" id="{E6A424F8-1FB2-A22A-5319-270A8D9213B2}"/>
                </a:ext>
              </a:extLst>
            </p:cNvPr>
            <p:cNvSpPr/>
            <p:nvPr/>
          </p:nvSpPr>
          <p:spPr>
            <a:xfrm>
              <a:off x="2254" y="1856"/>
              <a:ext cx="1262" cy="1264"/>
            </a:xfrm>
            <a:prstGeom prst="ellipse">
              <a:avLst/>
            </a:prstGeom>
            <a:gradFill>
              <a:gsLst>
                <a:gs pos="0">
                  <a:srgbClr val="000000"/>
                </a:gs>
                <a:gs pos="100000">
                  <a:srgbClr val="8D67E1"/>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0" name="Google Shape;134;p2">
              <a:extLst>
                <a:ext uri="{FF2B5EF4-FFF2-40B4-BE49-F238E27FC236}">
                  <a16:creationId xmlns:a16="http://schemas.microsoft.com/office/drawing/2014/main" id="{42DDB7A6-99F9-F2A7-78A6-A7A2AC17C95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1" name="Google Shape;135;p2">
              <a:extLst>
                <a:ext uri="{FF2B5EF4-FFF2-40B4-BE49-F238E27FC236}">
                  <a16:creationId xmlns:a16="http://schemas.microsoft.com/office/drawing/2014/main" id="{203D30FF-AA59-3AF2-5F14-CE68354FB76C}"/>
                </a:ext>
              </a:extLst>
            </p:cNvPr>
            <p:cNvSpPr/>
            <p:nvPr/>
          </p:nvSpPr>
          <p:spPr>
            <a:xfrm>
              <a:off x="2337" y="1939"/>
              <a:ext cx="1096" cy="1098"/>
            </a:xfrm>
            <a:prstGeom prst="ellipse">
              <a:avLst/>
            </a:prstGeom>
            <a:gradFill>
              <a:gsLst>
                <a:gs pos="0">
                  <a:srgbClr val="8D67E1"/>
                </a:gs>
                <a:gs pos="100000">
                  <a:srgbClr val="654AA2"/>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22" name="Google Shape;136;p2">
            <a:extLst>
              <a:ext uri="{FF2B5EF4-FFF2-40B4-BE49-F238E27FC236}">
                <a16:creationId xmlns:a16="http://schemas.microsoft.com/office/drawing/2014/main" id="{3103D6A8-185C-ADDB-B5CD-9B34FDCBD889}"/>
              </a:ext>
            </a:extLst>
          </p:cNvPr>
          <p:cNvSpPr/>
          <p:nvPr/>
        </p:nvSpPr>
        <p:spPr>
          <a:xfrm rot="5400000">
            <a:off x="-2403921" y="1239529"/>
            <a:ext cx="4824413" cy="4770438"/>
          </a:xfrm>
          <a:custGeom>
            <a:avLst/>
            <a:gdLst/>
            <a:ahLst/>
            <a:cxnLst/>
            <a:rect l="l" t="t" r="r" b="b"/>
            <a:pathLst>
              <a:path w="21600" h="21600" extrusionOk="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a:gsLst>
              <a:gs pos="0">
                <a:srgbClr val="F4F4F4"/>
              </a:gs>
              <a:gs pos="50000">
                <a:schemeClr val="lt2"/>
              </a:gs>
              <a:gs pos="100000">
                <a:srgbClr val="F4F4F4"/>
              </a:gs>
            </a:gsLst>
            <a:lin ang="0" scaled="0"/>
          </a:gradFill>
          <a:ln w="9525" cap="flat" cmpd="sng">
            <a:solidFill>
              <a:srgbClr val="B3ABE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3" name="Google Shape;137;p2">
            <a:extLst>
              <a:ext uri="{FF2B5EF4-FFF2-40B4-BE49-F238E27FC236}">
                <a16:creationId xmlns:a16="http://schemas.microsoft.com/office/drawing/2014/main" id="{4A857069-F530-942B-2F2A-AEDD2C42DA6F}"/>
              </a:ext>
            </a:extLst>
          </p:cNvPr>
          <p:cNvSpPr/>
          <p:nvPr/>
        </p:nvSpPr>
        <p:spPr>
          <a:xfrm rot="5400000" flipH="1">
            <a:off x="-1998313" y="1675297"/>
            <a:ext cx="4032250" cy="3929063"/>
          </a:xfrm>
          <a:custGeom>
            <a:avLst/>
            <a:gdLst/>
            <a:ahLst/>
            <a:cxnLst/>
            <a:rect l="l" t="t" r="r" b="b"/>
            <a:pathLst>
              <a:path w="21600" h="21600" extrusionOk="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solidFill>
            <a:schemeClr val="accent6">
              <a:lumMod val="60000"/>
              <a:lumOff val="40000"/>
            </a:schemeClr>
          </a:solidFill>
          <a:ln>
            <a:solidFill>
              <a:schemeClr val="accent6">
                <a:lumMod val="60000"/>
                <a:lumOff val="4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56" name="Google Shape;139;p2">
            <a:extLst>
              <a:ext uri="{FF2B5EF4-FFF2-40B4-BE49-F238E27FC236}">
                <a16:creationId xmlns:a16="http://schemas.microsoft.com/office/drawing/2014/main" id="{525E3BDC-5876-AEEE-3890-E645A3D7EC2D}"/>
              </a:ext>
            </a:extLst>
          </p:cNvPr>
          <p:cNvSpPr/>
          <p:nvPr/>
        </p:nvSpPr>
        <p:spPr>
          <a:xfrm>
            <a:off x="2310338" y="5230563"/>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latin typeface="Arial"/>
                <a:ea typeface="Arial"/>
                <a:cs typeface="Arial"/>
                <a:sym typeface="Arial"/>
              </a:rPr>
              <a:t>Kết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luận</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và</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hướng</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phát</a:t>
            </a:r>
            <a:r>
              <a:rPr lang="en-US" b="1" dirty="0">
                <a:solidFill>
                  <a:schemeClr val="accent3">
                    <a:lumMod val="40000"/>
                    <a:lumOff val="60000"/>
                  </a:schemeClr>
                </a:solidFill>
                <a:latin typeface="Arial"/>
                <a:ea typeface="Arial"/>
                <a:cs typeface="Arial"/>
                <a:sym typeface="Arial"/>
              </a:rPr>
              <a:t> </a:t>
            </a:r>
            <a:r>
              <a:rPr lang="en-US" b="1" dirty="0" err="1">
                <a:solidFill>
                  <a:schemeClr val="accent3">
                    <a:lumMod val="40000"/>
                    <a:lumOff val="60000"/>
                  </a:schemeClr>
                </a:solidFill>
                <a:latin typeface="Arial"/>
                <a:ea typeface="Arial"/>
                <a:cs typeface="Arial"/>
                <a:sym typeface="Arial"/>
              </a:rPr>
              <a:t>triển</a:t>
            </a:r>
            <a:endParaRPr sz="1800" b="1" dirty="0">
              <a:solidFill>
                <a:schemeClr val="accent3">
                  <a:lumMod val="40000"/>
                  <a:lumOff val="60000"/>
                </a:schemeClr>
              </a:solidFill>
              <a:latin typeface="Arial"/>
              <a:ea typeface="Arial"/>
              <a:cs typeface="Arial"/>
              <a:sym typeface="Arial"/>
            </a:endParaRPr>
          </a:p>
        </p:txBody>
      </p:sp>
      <p:grpSp>
        <p:nvGrpSpPr>
          <p:cNvPr id="19457" name="Google Shape;140;p2">
            <a:extLst>
              <a:ext uri="{FF2B5EF4-FFF2-40B4-BE49-F238E27FC236}">
                <a16:creationId xmlns:a16="http://schemas.microsoft.com/office/drawing/2014/main" id="{916B9477-942A-4DB1-B8B9-E65ADA4E82CF}"/>
              </a:ext>
            </a:extLst>
          </p:cNvPr>
          <p:cNvGrpSpPr/>
          <p:nvPr/>
        </p:nvGrpSpPr>
        <p:grpSpPr>
          <a:xfrm>
            <a:off x="1817252" y="5238327"/>
            <a:ext cx="381000" cy="381000"/>
            <a:chOff x="2078" y="1680"/>
            <a:chExt cx="1615" cy="1615"/>
          </a:xfrm>
        </p:grpSpPr>
        <p:sp>
          <p:nvSpPr>
            <p:cNvPr id="19459" name="Google Shape;141;p2">
              <a:extLst>
                <a:ext uri="{FF2B5EF4-FFF2-40B4-BE49-F238E27FC236}">
                  <a16:creationId xmlns:a16="http://schemas.microsoft.com/office/drawing/2014/main" id="{64C76410-C259-58AA-EAE4-BEA7853E3204}"/>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0" name="Google Shape;142;p2">
              <a:extLst>
                <a:ext uri="{FF2B5EF4-FFF2-40B4-BE49-F238E27FC236}">
                  <a16:creationId xmlns:a16="http://schemas.microsoft.com/office/drawing/2014/main" id="{DD7BB28C-B6CC-7F70-E91E-A6D035778230}"/>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1" name="Google Shape;143;p2">
              <a:extLst>
                <a:ext uri="{FF2B5EF4-FFF2-40B4-BE49-F238E27FC236}">
                  <a16:creationId xmlns:a16="http://schemas.microsoft.com/office/drawing/2014/main" id="{D1A04E47-2AD1-3119-EE2E-399A398B5D30}"/>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2" name="Google Shape;144;p2">
              <a:extLst>
                <a:ext uri="{FF2B5EF4-FFF2-40B4-BE49-F238E27FC236}">
                  <a16:creationId xmlns:a16="http://schemas.microsoft.com/office/drawing/2014/main" id="{83B306C1-0B69-FB6F-DE12-B2A338FB799F}"/>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3" name="Google Shape;145;p2">
              <a:extLst>
                <a:ext uri="{FF2B5EF4-FFF2-40B4-BE49-F238E27FC236}">
                  <a16:creationId xmlns:a16="http://schemas.microsoft.com/office/drawing/2014/main" id="{A2630A5B-B60D-185F-8547-76166F56832F}"/>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4" name="Google Shape;146;p2">
              <a:extLst>
                <a:ext uri="{FF2B5EF4-FFF2-40B4-BE49-F238E27FC236}">
                  <a16:creationId xmlns:a16="http://schemas.microsoft.com/office/drawing/2014/main" id="{37ED86A4-BA4D-2A48-09E7-F1A5F513922D}"/>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extLst>
      <p:ext uri="{BB962C8B-B14F-4D97-AF65-F5344CB8AC3E}">
        <p14:creationId xmlns:p14="http://schemas.microsoft.com/office/powerpoint/2010/main" val="1872637056"/>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85A8E-DD7C-94BC-7B19-28BAC4D0D8D8}"/>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66D08B43-E0FA-76C5-2B59-AEEDB808193C}"/>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16</a:t>
            </a:fld>
            <a:endParaRPr lang="en-US" altLang="en-US" sz="1400"/>
          </a:p>
        </p:txBody>
      </p:sp>
      <p:sp>
        <p:nvSpPr>
          <p:cNvPr id="2" name="Rectangle 2">
            <a:extLst>
              <a:ext uri="{FF2B5EF4-FFF2-40B4-BE49-F238E27FC236}">
                <a16:creationId xmlns:a16="http://schemas.microsoft.com/office/drawing/2014/main" id="{002079E8-FA6B-8E4E-E7F5-DA4BE180C93D}"/>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Triển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khai</a:t>
            </a:r>
            <a:r>
              <a:rPr lang="en-US" altLang="en-US" b="1" dirty="0">
                <a:latin typeface="Arial" panose="020B0604020202020204" pitchFamily="34" charset="0"/>
                <a:cs typeface="Arial" panose="020B0604020202020204" pitchFamily="34" charset="0"/>
              </a:rPr>
              <a:t> &amp; </a:t>
            </a:r>
            <a:r>
              <a:rPr lang="en-US" altLang="en-US" b="1" dirty="0" err="1">
                <a:latin typeface="Arial" panose="020B0604020202020204" pitchFamily="34" charset="0"/>
                <a:cs typeface="Arial" panose="020B0604020202020204" pitchFamily="34" charset="0"/>
              </a:rPr>
              <a:t>thực</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nghiệm</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83D07576-5862-9D9B-B706-1F9506391E20}"/>
              </a:ext>
            </a:extLst>
          </p:cNvPr>
          <p:cNvSpPr>
            <a:spLocks noGrp="1" noChangeArrowheads="1"/>
          </p:cNvSpPr>
          <p:nvPr>
            <p:ph type="body" idx="1"/>
          </p:nvPr>
        </p:nvSpPr>
        <p:spPr>
          <a:xfrm>
            <a:off x="585817" y="1085496"/>
            <a:ext cx="4693286" cy="4863359"/>
          </a:xfrm>
        </p:spPr>
        <p:txBody>
          <a:bodyPr>
            <a:normAutofit/>
          </a:bodyPr>
          <a:lstStyle/>
          <a:p>
            <a:pPr marL="0" indent="0" algn="just">
              <a:lnSpc>
                <a:spcPct val="150000"/>
              </a:lnSpc>
              <a:spcBef>
                <a:spcPts val="0"/>
              </a:spcBef>
              <a:buNone/>
              <a:defRPr/>
            </a:pPr>
            <a:r>
              <a:rPr lang="en-US" altLang="en-US" sz="2000" dirty="0" err="1">
                <a:latin typeface="Arial" panose="020B0604020202020204" pitchFamily="34" charset="0"/>
                <a:cs typeface="Arial" panose="020B0604020202020204" pitchFamily="34" charset="0"/>
              </a:rPr>
              <a:t>Sử</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dụng</a:t>
            </a:r>
            <a:r>
              <a:rPr lang="en-US" altLang="en-US" sz="2000" dirty="0">
                <a:latin typeface="Arial" panose="020B0604020202020204" pitchFamily="34" charset="0"/>
                <a:cs typeface="Arial" panose="020B0604020202020204" pitchFamily="34" charset="0"/>
              </a:rPr>
              <a:t> framework </a:t>
            </a:r>
            <a:r>
              <a:rPr lang="en-US" altLang="en-US" sz="2000" dirty="0" err="1">
                <a:latin typeface="Arial" panose="020B0604020202020204" pitchFamily="34" charset="0"/>
                <a:cs typeface="Arial" panose="020B0604020202020204" pitchFamily="34" charset="0"/>
              </a:rPr>
              <a:t>đã</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được</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xây</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dựng</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để</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kiểm</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thử</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tự</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động</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trên</a:t>
            </a:r>
            <a:r>
              <a:rPr lang="en-US" altLang="en-US" sz="2000" dirty="0">
                <a:latin typeface="Arial" panose="020B0604020202020204" pitchFamily="34" charset="0"/>
                <a:cs typeface="Arial" panose="020B0604020202020204" pitchFamily="34" charset="0"/>
              </a:rPr>
              <a:t> website </a:t>
            </a:r>
            <a:r>
              <a:rPr lang="en-US" altLang="en-US" sz="2000" dirty="0" err="1">
                <a:latin typeface="Arial" panose="020B0604020202020204" pitchFamily="34" charset="0"/>
                <a:cs typeface="Arial" panose="020B0604020202020204" pitchFamily="34" charset="0"/>
              </a:rPr>
              <a:t>Bemori</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với</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các</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chức</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năng</a:t>
            </a:r>
            <a:r>
              <a:rPr lang="en-US" altLang="en-US" sz="2000" dirty="0">
                <a:latin typeface="Arial" panose="020B0604020202020204" pitchFamily="34" charset="0"/>
                <a:cs typeface="Arial" panose="020B0604020202020204" pitchFamily="34" charset="0"/>
              </a:rPr>
              <a:t>:</a:t>
            </a:r>
          </a:p>
          <a:p>
            <a:pPr algn="just">
              <a:lnSpc>
                <a:spcPct val="150000"/>
              </a:lnSpc>
              <a:spcBef>
                <a:spcPts val="0"/>
              </a:spcBef>
              <a:defRPr/>
            </a:pPr>
            <a:r>
              <a:rPr lang="en-US" altLang="en-US" sz="2000" dirty="0" err="1">
                <a:latin typeface="Arial" panose="020B0604020202020204" pitchFamily="34" charset="0"/>
                <a:cs typeface="Arial" panose="020B0604020202020204" pitchFamily="34" charset="0"/>
              </a:rPr>
              <a:t>Tìm</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kiếm</a:t>
            </a:r>
            <a:endParaRPr lang="en-US" alt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en-US" altLang="en-US" sz="2000" dirty="0">
                <a:latin typeface="Arial" panose="020B0604020202020204" pitchFamily="34" charset="0"/>
                <a:cs typeface="Arial" panose="020B0604020202020204" pitchFamily="34" charset="0"/>
              </a:rPr>
              <a:t>Bình </a:t>
            </a:r>
            <a:r>
              <a:rPr lang="en-US" altLang="en-US" sz="2000" dirty="0" err="1">
                <a:latin typeface="Arial" panose="020B0604020202020204" pitchFamily="34" charset="0"/>
                <a:cs typeface="Arial" panose="020B0604020202020204" pitchFamily="34" charset="0"/>
              </a:rPr>
              <a:t>luận</a:t>
            </a:r>
            <a:endParaRPr lang="en-US" alt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en-US" altLang="en-US" sz="2000" dirty="0">
                <a:latin typeface="Arial" panose="020B0604020202020204" pitchFamily="34" charset="0"/>
                <a:cs typeface="Arial" panose="020B0604020202020204" pitchFamily="34" charset="0"/>
              </a:rPr>
              <a:t>Đặt </a:t>
            </a:r>
            <a:r>
              <a:rPr lang="en-US" altLang="en-US" sz="2000" dirty="0" err="1">
                <a:latin typeface="Arial" panose="020B0604020202020204" pitchFamily="34" charset="0"/>
                <a:cs typeface="Arial" panose="020B0604020202020204" pitchFamily="34" charset="0"/>
              </a:rPr>
              <a:t>hàng</a:t>
            </a:r>
            <a:r>
              <a:rPr lang="en-US" altLang="en-US" sz="2000" dirty="0">
                <a:latin typeface="Arial" panose="020B0604020202020204" pitchFamily="34" charset="0"/>
                <a:cs typeface="Arial" panose="020B0604020202020204" pitchFamily="34" charset="0"/>
              </a:rPr>
              <a:t> </a:t>
            </a:r>
            <a:r>
              <a:rPr lang="en-US" altLang="en-US" sz="2000" dirty="0" err="1">
                <a:latin typeface="Arial" panose="020B0604020202020204" pitchFamily="34" charset="0"/>
                <a:cs typeface="Arial" panose="020B0604020202020204" pitchFamily="34" charset="0"/>
              </a:rPr>
              <a:t>nhanh</a:t>
            </a:r>
            <a:endParaRPr lang="en-US" altLang="en-US" sz="2000" dirty="0">
              <a:latin typeface="Arial" panose="020B0604020202020204" pitchFamily="34" charset="0"/>
              <a:cs typeface="Arial" panose="020B0604020202020204" pitchFamily="34" charset="0"/>
            </a:endParaRPr>
          </a:p>
          <a:p>
            <a:pPr algn="just">
              <a:lnSpc>
                <a:spcPct val="150000"/>
              </a:lnSpc>
              <a:spcBef>
                <a:spcPts val="0"/>
              </a:spcBef>
              <a:defRPr/>
            </a:pPr>
            <a:r>
              <a:rPr lang="en-US" altLang="en-US" sz="2000" dirty="0">
                <a:latin typeface="Arial" panose="020B0604020202020204" pitchFamily="34" charset="0"/>
                <a:cs typeface="Arial" panose="020B0604020202020204" pitchFamily="34" charset="0"/>
              </a:rPr>
              <a:t>Mua </a:t>
            </a:r>
            <a:r>
              <a:rPr lang="en-US" altLang="en-US" sz="2000" dirty="0" err="1">
                <a:latin typeface="Arial" panose="020B0604020202020204" pitchFamily="34" charset="0"/>
                <a:cs typeface="Arial" panose="020B0604020202020204" pitchFamily="34" charset="0"/>
              </a:rPr>
              <a:t>hàng</a:t>
            </a:r>
            <a:endParaRPr lang="en-US" altLang="en-US"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2C48E84A-107D-92A1-F1EC-7A9E5FE724A6}"/>
              </a:ext>
            </a:extLst>
          </p:cNvPr>
          <p:cNvSpPr txBox="1"/>
          <p:nvPr/>
        </p:nvSpPr>
        <p:spPr>
          <a:xfrm>
            <a:off x="6390362" y="5516755"/>
            <a:ext cx="4553594" cy="338554"/>
          </a:xfrm>
          <a:prstGeom prst="rect">
            <a:avLst/>
          </a:prstGeom>
          <a:noFill/>
        </p:spPr>
        <p:txBody>
          <a:bodyPr wrap="square" rtlCol="0">
            <a:spAutoFit/>
          </a:bodyPr>
          <a:lstStyle/>
          <a:p>
            <a:pPr algn="ctr"/>
            <a:r>
              <a:rPr lang="en-GB" sz="1600" dirty="0" err="1">
                <a:latin typeface="Arial" panose="020B0604020202020204" pitchFamily="34" charset="0"/>
                <a:cs typeface="Arial" panose="020B0604020202020204" pitchFamily="34" charset="0"/>
              </a:rPr>
              <a:t>Hình</a:t>
            </a:r>
            <a:r>
              <a:rPr lang="en-GB" sz="1600" dirty="0">
                <a:latin typeface="Arial" panose="020B0604020202020204" pitchFamily="34" charset="0"/>
                <a:cs typeface="Arial" panose="020B0604020202020204" pitchFamily="34" charset="0"/>
              </a:rPr>
              <a:t> 4. Giao </a:t>
            </a:r>
            <a:r>
              <a:rPr lang="en-GB" sz="1600" dirty="0" err="1">
                <a:latin typeface="Arial" panose="020B0604020202020204" pitchFamily="34" charset="0"/>
                <a:cs typeface="Arial" panose="020B0604020202020204" pitchFamily="34" charset="0"/>
              </a:rPr>
              <a:t>diện</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các</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chức</a:t>
            </a:r>
            <a:r>
              <a:rPr lang="en-GB" sz="1600" dirty="0">
                <a:latin typeface="Arial" panose="020B0604020202020204" pitchFamily="34" charset="0"/>
                <a:cs typeface="Arial" panose="020B0604020202020204" pitchFamily="34" charset="0"/>
              </a:rPr>
              <a:t> </a:t>
            </a:r>
            <a:r>
              <a:rPr lang="en-GB" sz="1600" dirty="0" err="1">
                <a:latin typeface="Arial" panose="020B0604020202020204" pitchFamily="34" charset="0"/>
                <a:cs typeface="Arial" panose="020B0604020202020204" pitchFamily="34" charset="0"/>
              </a:rPr>
              <a:t>năng</a:t>
            </a:r>
            <a:endParaRPr lang="en-US" sz="16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D3B99CC7-DF7C-3A55-4549-AEA80B378C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36958" y="2124176"/>
            <a:ext cx="5569225" cy="2609648"/>
          </a:xfrm>
          <a:prstGeom prst="rect">
            <a:avLst/>
          </a:prstGeom>
        </p:spPr>
      </p:pic>
      <p:pic>
        <p:nvPicPr>
          <p:cNvPr id="8" name="Picture 7">
            <a:extLst>
              <a:ext uri="{FF2B5EF4-FFF2-40B4-BE49-F238E27FC236}">
                <a16:creationId xmlns:a16="http://schemas.microsoft.com/office/drawing/2014/main" id="{7687AC3A-B959-CF2B-67E5-7F79EC5946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36957" y="2124176"/>
            <a:ext cx="5569225" cy="2609648"/>
          </a:xfrm>
          <a:prstGeom prst="rect">
            <a:avLst/>
          </a:prstGeom>
        </p:spPr>
      </p:pic>
      <p:pic>
        <p:nvPicPr>
          <p:cNvPr id="10" name="Picture 9">
            <a:extLst>
              <a:ext uri="{FF2B5EF4-FFF2-40B4-BE49-F238E27FC236}">
                <a16:creationId xmlns:a16="http://schemas.microsoft.com/office/drawing/2014/main" id="{B70274C6-1E9E-B24F-3FEA-0AC8F5ADC7B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28138" y="1954939"/>
            <a:ext cx="5878043" cy="3124471"/>
          </a:xfrm>
          <a:prstGeom prst="rect">
            <a:avLst/>
          </a:prstGeom>
        </p:spPr>
      </p:pic>
      <p:pic>
        <p:nvPicPr>
          <p:cNvPr id="12" name="Picture 11">
            <a:extLst>
              <a:ext uri="{FF2B5EF4-FFF2-40B4-BE49-F238E27FC236}">
                <a16:creationId xmlns:a16="http://schemas.microsoft.com/office/drawing/2014/main" id="{D5D0ECDF-8407-91E0-A279-B3230A7E7FD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654565" y="1786758"/>
            <a:ext cx="6109481" cy="3509839"/>
          </a:xfrm>
          <a:prstGeom prst="rect">
            <a:avLst/>
          </a:prstGeom>
        </p:spPr>
      </p:pic>
    </p:spTree>
    <p:extLst>
      <p:ext uri="{BB962C8B-B14F-4D97-AF65-F5344CB8AC3E}">
        <p14:creationId xmlns:p14="http://schemas.microsoft.com/office/powerpoint/2010/main" val="154034053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fade">
                                      <p:cBhvr>
                                        <p:cTn id="7" dur="1000"/>
                                        <p:tgtEl>
                                          <p:spTgt spid="8195">
                                            <p:txEl>
                                              <p:pRg st="0" end="0"/>
                                            </p:txEl>
                                          </p:spTgt>
                                        </p:tgtEl>
                                      </p:cBhvr>
                                    </p:animEffect>
                                    <p:anim calcmode="lin" valueType="num">
                                      <p:cBhvr>
                                        <p:cTn id="8" dur="1000" fill="hold"/>
                                        <p:tgtEl>
                                          <p:spTgt spid="819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19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195">
                                            <p:txEl>
                                              <p:pRg st="1" end="1"/>
                                            </p:txEl>
                                          </p:spTgt>
                                        </p:tgtEl>
                                        <p:attrNameLst>
                                          <p:attrName>style.visibility</p:attrName>
                                        </p:attrNameLst>
                                      </p:cBhvr>
                                      <p:to>
                                        <p:strVal val="visible"/>
                                      </p:to>
                                    </p:set>
                                    <p:animEffect transition="in" filter="fade">
                                      <p:cBhvr>
                                        <p:cTn id="14" dur="1000"/>
                                        <p:tgtEl>
                                          <p:spTgt spid="8195">
                                            <p:txEl>
                                              <p:pRg st="1" end="1"/>
                                            </p:txEl>
                                          </p:spTgt>
                                        </p:tgtEl>
                                      </p:cBhvr>
                                    </p:animEffect>
                                    <p:anim calcmode="lin" valueType="num">
                                      <p:cBhvr>
                                        <p:cTn id="15" dur="1000" fill="hold"/>
                                        <p:tgtEl>
                                          <p:spTgt spid="819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19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1000"/>
                                        <p:tgtEl>
                                          <p:spTgt spid="5"/>
                                        </p:tgtEl>
                                      </p:cBhvr>
                                    </p:animEffect>
                                    <p:anim calcmode="lin" valueType="num">
                                      <p:cBhvr>
                                        <p:cTn id="22" dur="1000" fill="hold"/>
                                        <p:tgtEl>
                                          <p:spTgt spid="5"/>
                                        </p:tgtEl>
                                        <p:attrNameLst>
                                          <p:attrName>ppt_x</p:attrName>
                                        </p:attrNameLst>
                                      </p:cBhvr>
                                      <p:tavLst>
                                        <p:tav tm="0">
                                          <p:val>
                                            <p:strVal val="#ppt_x"/>
                                          </p:val>
                                        </p:tav>
                                        <p:tav tm="100000">
                                          <p:val>
                                            <p:strVal val="#ppt_x"/>
                                          </p:val>
                                        </p:tav>
                                      </p:tavLst>
                                    </p:anim>
                                    <p:anim calcmode="lin" valueType="num">
                                      <p:cBhvr>
                                        <p:cTn id="2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8195">
                                            <p:txEl>
                                              <p:pRg st="2" end="2"/>
                                            </p:txEl>
                                          </p:spTgt>
                                        </p:tgtEl>
                                        <p:attrNameLst>
                                          <p:attrName>style.visibility</p:attrName>
                                        </p:attrNameLst>
                                      </p:cBhvr>
                                      <p:to>
                                        <p:strVal val="visible"/>
                                      </p:to>
                                    </p:set>
                                    <p:animEffect transition="in" filter="fade">
                                      <p:cBhvr>
                                        <p:cTn id="28" dur="1000"/>
                                        <p:tgtEl>
                                          <p:spTgt spid="8195">
                                            <p:txEl>
                                              <p:pRg st="2" end="2"/>
                                            </p:txEl>
                                          </p:spTgt>
                                        </p:tgtEl>
                                      </p:cBhvr>
                                    </p:animEffect>
                                    <p:anim calcmode="lin" valueType="num">
                                      <p:cBhvr>
                                        <p:cTn id="29" dur="1000" fill="hold"/>
                                        <p:tgtEl>
                                          <p:spTgt spid="8195">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819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1000"/>
                                        <p:tgtEl>
                                          <p:spTgt spid="8"/>
                                        </p:tgtEl>
                                      </p:cBhvr>
                                    </p:animEffect>
                                    <p:anim calcmode="lin" valueType="num">
                                      <p:cBhvr>
                                        <p:cTn id="36" dur="1000" fill="hold"/>
                                        <p:tgtEl>
                                          <p:spTgt spid="8"/>
                                        </p:tgtEl>
                                        <p:attrNameLst>
                                          <p:attrName>ppt_x</p:attrName>
                                        </p:attrNameLst>
                                      </p:cBhvr>
                                      <p:tavLst>
                                        <p:tav tm="0">
                                          <p:val>
                                            <p:strVal val="#ppt_x"/>
                                          </p:val>
                                        </p:tav>
                                        <p:tav tm="100000">
                                          <p:val>
                                            <p:strVal val="#ppt_x"/>
                                          </p:val>
                                        </p:tav>
                                      </p:tavLst>
                                    </p:anim>
                                    <p:anim calcmode="lin" valueType="num">
                                      <p:cBhvr>
                                        <p:cTn id="37"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8195">
                                            <p:txEl>
                                              <p:pRg st="3" end="3"/>
                                            </p:txEl>
                                          </p:spTgt>
                                        </p:tgtEl>
                                        <p:attrNameLst>
                                          <p:attrName>style.visibility</p:attrName>
                                        </p:attrNameLst>
                                      </p:cBhvr>
                                      <p:to>
                                        <p:strVal val="visible"/>
                                      </p:to>
                                    </p:set>
                                    <p:animEffect transition="in" filter="fade">
                                      <p:cBhvr>
                                        <p:cTn id="42" dur="1000"/>
                                        <p:tgtEl>
                                          <p:spTgt spid="8195">
                                            <p:txEl>
                                              <p:pRg st="3" end="3"/>
                                            </p:txEl>
                                          </p:spTgt>
                                        </p:tgtEl>
                                      </p:cBhvr>
                                    </p:animEffect>
                                    <p:anim calcmode="lin" valueType="num">
                                      <p:cBhvr>
                                        <p:cTn id="43" dur="1000" fill="hold"/>
                                        <p:tgtEl>
                                          <p:spTgt spid="8195">
                                            <p:txEl>
                                              <p:pRg st="3" end="3"/>
                                            </p:txEl>
                                          </p:spTgt>
                                        </p:tgtEl>
                                        <p:attrNameLst>
                                          <p:attrName>ppt_x</p:attrName>
                                        </p:attrNameLst>
                                      </p:cBhvr>
                                      <p:tavLst>
                                        <p:tav tm="0">
                                          <p:val>
                                            <p:strVal val="#ppt_x"/>
                                          </p:val>
                                        </p:tav>
                                        <p:tav tm="100000">
                                          <p:val>
                                            <p:strVal val="#ppt_x"/>
                                          </p:val>
                                        </p:tav>
                                      </p:tavLst>
                                    </p:anim>
                                    <p:anim calcmode="lin" valueType="num">
                                      <p:cBhvr>
                                        <p:cTn id="44" dur="1000" fill="hold"/>
                                        <p:tgtEl>
                                          <p:spTgt spid="819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fade">
                                      <p:cBhvr>
                                        <p:cTn id="49" dur="1000"/>
                                        <p:tgtEl>
                                          <p:spTgt spid="10"/>
                                        </p:tgtEl>
                                      </p:cBhvr>
                                    </p:animEffect>
                                    <p:anim calcmode="lin" valueType="num">
                                      <p:cBhvr>
                                        <p:cTn id="50" dur="1000" fill="hold"/>
                                        <p:tgtEl>
                                          <p:spTgt spid="10"/>
                                        </p:tgtEl>
                                        <p:attrNameLst>
                                          <p:attrName>ppt_x</p:attrName>
                                        </p:attrNameLst>
                                      </p:cBhvr>
                                      <p:tavLst>
                                        <p:tav tm="0">
                                          <p:val>
                                            <p:strVal val="#ppt_x"/>
                                          </p:val>
                                        </p:tav>
                                        <p:tav tm="100000">
                                          <p:val>
                                            <p:strVal val="#ppt_x"/>
                                          </p:val>
                                        </p:tav>
                                      </p:tavLst>
                                    </p:anim>
                                    <p:anim calcmode="lin" valueType="num">
                                      <p:cBhvr>
                                        <p:cTn id="5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8195">
                                            <p:txEl>
                                              <p:pRg st="4" end="4"/>
                                            </p:txEl>
                                          </p:spTgt>
                                        </p:tgtEl>
                                        <p:attrNameLst>
                                          <p:attrName>style.visibility</p:attrName>
                                        </p:attrNameLst>
                                      </p:cBhvr>
                                      <p:to>
                                        <p:strVal val="visible"/>
                                      </p:to>
                                    </p:set>
                                    <p:animEffect transition="in" filter="fade">
                                      <p:cBhvr>
                                        <p:cTn id="56" dur="1000"/>
                                        <p:tgtEl>
                                          <p:spTgt spid="8195">
                                            <p:txEl>
                                              <p:pRg st="4" end="4"/>
                                            </p:txEl>
                                          </p:spTgt>
                                        </p:tgtEl>
                                      </p:cBhvr>
                                    </p:animEffect>
                                    <p:anim calcmode="lin" valueType="num">
                                      <p:cBhvr>
                                        <p:cTn id="57" dur="1000" fill="hold"/>
                                        <p:tgtEl>
                                          <p:spTgt spid="8195">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819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1000"/>
                                        <p:tgtEl>
                                          <p:spTgt spid="12"/>
                                        </p:tgtEl>
                                      </p:cBhvr>
                                    </p:animEffect>
                                    <p:anim calcmode="lin" valueType="num">
                                      <p:cBhvr>
                                        <p:cTn id="64" dur="1000" fill="hold"/>
                                        <p:tgtEl>
                                          <p:spTgt spid="12"/>
                                        </p:tgtEl>
                                        <p:attrNameLst>
                                          <p:attrName>ppt_x</p:attrName>
                                        </p:attrNameLst>
                                      </p:cBhvr>
                                      <p:tavLst>
                                        <p:tav tm="0">
                                          <p:val>
                                            <p:strVal val="#ppt_x"/>
                                          </p:val>
                                        </p:tav>
                                        <p:tav tm="100000">
                                          <p:val>
                                            <p:strVal val="#ppt_x"/>
                                          </p:val>
                                        </p:tav>
                                      </p:tavLst>
                                    </p:anim>
                                    <p:anim calcmode="lin" valueType="num">
                                      <p:cBhvr>
                                        <p:cTn id="65" dur="1000" fill="hold"/>
                                        <p:tgtEl>
                                          <p:spTgt spid="12"/>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3"/>
                                        </p:tgtEl>
                                        <p:attrNameLst>
                                          <p:attrName>style.visibility</p:attrName>
                                        </p:attrNameLst>
                                      </p:cBhvr>
                                      <p:to>
                                        <p:strVal val="visible"/>
                                      </p:to>
                                    </p:set>
                                    <p:animEffect transition="in" filter="fade">
                                      <p:cBhvr>
                                        <p:cTn id="68" dur="1000"/>
                                        <p:tgtEl>
                                          <p:spTgt spid="3"/>
                                        </p:tgtEl>
                                      </p:cBhvr>
                                    </p:animEffect>
                                    <p:anim calcmode="lin" valueType="num">
                                      <p:cBhvr>
                                        <p:cTn id="69" dur="1000" fill="hold"/>
                                        <p:tgtEl>
                                          <p:spTgt spid="3"/>
                                        </p:tgtEl>
                                        <p:attrNameLst>
                                          <p:attrName>ppt_x</p:attrName>
                                        </p:attrNameLst>
                                      </p:cBhvr>
                                      <p:tavLst>
                                        <p:tav tm="0">
                                          <p:val>
                                            <p:strVal val="#ppt_x"/>
                                          </p:val>
                                        </p:tav>
                                        <p:tav tm="100000">
                                          <p:val>
                                            <p:strVal val="#ppt_x"/>
                                          </p:val>
                                        </p:tav>
                                      </p:tavLst>
                                    </p:anim>
                                    <p:anim calcmode="lin" valueType="num">
                                      <p:cBhvr>
                                        <p:cTn id="70"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6C60B-DA74-C975-74B4-1A04F2110F06}"/>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9FF2E1B0-68C0-C7C8-0846-3A122EB33D52}"/>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17</a:t>
            </a:fld>
            <a:endParaRPr lang="en-US" altLang="en-US" sz="1400"/>
          </a:p>
        </p:txBody>
      </p:sp>
      <p:sp>
        <p:nvSpPr>
          <p:cNvPr id="2" name="Rectangle 2">
            <a:extLst>
              <a:ext uri="{FF2B5EF4-FFF2-40B4-BE49-F238E27FC236}">
                <a16:creationId xmlns:a16="http://schemas.microsoft.com/office/drawing/2014/main" id="{3B67A104-CE8E-2D92-34AD-863E9AD222F3}"/>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Triển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khai</a:t>
            </a:r>
            <a:r>
              <a:rPr lang="en-US" altLang="en-US" b="1" dirty="0">
                <a:latin typeface="Arial" panose="020B0604020202020204" pitchFamily="34" charset="0"/>
                <a:cs typeface="Arial" panose="020B0604020202020204" pitchFamily="34" charset="0"/>
              </a:rPr>
              <a:t> &amp; </a:t>
            </a:r>
            <a:r>
              <a:rPr lang="en-US" altLang="en-US" b="1" dirty="0" err="1">
                <a:latin typeface="Arial" panose="020B0604020202020204" pitchFamily="34" charset="0"/>
                <a:cs typeface="Arial" panose="020B0604020202020204" pitchFamily="34" charset="0"/>
              </a:rPr>
              <a:t>thực</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nghiệm</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58F3B3AF-D428-2A42-F71D-60BF71B25F50}"/>
              </a:ext>
            </a:extLst>
          </p:cNvPr>
          <p:cNvSpPr>
            <a:spLocks noGrp="1" noChangeArrowheads="1"/>
          </p:cNvSpPr>
          <p:nvPr>
            <p:ph type="body" idx="1"/>
          </p:nvPr>
        </p:nvSpPr>
        <p:spPr>
          <a:xfrm>
            <a:off x="906236" y="1184989"/>
            <a:ext cx="10474778" cy="5328526"/>
          </a:xfrm>
        </p:spPr>
        <p:txBody>
          <a:bodyPr>
            <a:normAutofit/>
          </a:bodyPr>
          <a:lstStyle/>
          <a:p>
            <a:pPr marL="0" indent="0" algn="just">
              <a:lnSpc>
                <a:spcPct val="150000"/>
              </a:lnSpc>
              <a:spcBef>
                <a:spcPts val="0"/>
              </a:spcBef>
              <a:buNone/>
              <a:defRPr/>
            </a:pPr>
            <a:r>
              <a:rPr lang="en-US" altLang="en-US" sz="2400" dirty="0" err="1">
                <a:latin typeface="Arial" panose="020B0604020202020204" pitchFamily="34" charset="0"/>
                <a:cs typeface="Arial" panose="020B0604020202020204" pitchFamily="34" charset="0"/>
              </a:rPr>
              <a:t>Kết</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quả</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thực</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thi</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kiểm</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thử</a:t>
            </a:r>
            <a:r>
              <a:rPr lang="en-US" altLang="en-US" sz="2400" dirty="0">
                <a:latin typeface="Arial" panose="020B0604020202020204" pitchFamily="34" charset="0"/>
                <a:cs typeface="Arial" panose="020B0604020202020204" pitchFamily="34" charset="0"/>
              </a:rPr>
              <a:t>:</a:t>
            </a:r>
          </a:p>
          <a:p>
            <a:pPr marL="0" indent="0" algn="just">
              <a:lnSpc>
                <a:spcPct val="150000"/>
              </a:lnSpc>
              <a:spcBef>
                <a:spcPts val="0"/>
              </a:spcBef>
              <a:buNone/>
              <a:defRPr/>
            </a:pPr>
            <a:endParaRPr lang="en-US" altLang="en-US" sz="2400" dirty="0">
              <a:latin typeface="Arial" panose="020B0604020202020204" pitchFamily="34" charset="0"/>
              <a:cs typeface="Arial" panose="020B0604020202020204" pitchFamily="34" charset="0"/>
            </a:endParaRPr>
          </a:p>
          <a:p>
            <a:pPr marL="0" indent="0" algn="just">
              <a:lnSpc>
                <a:spcPct val="150000"/>
              </a:lnSpc>
              <a:spcBef>
                <a:spcPts val="0"/>
              </a:spcBef>
              <a:buNone/>
              <a:defRPr/>
            </a:pPr>
            <a:endParaRPr lang="en-US" altLang="en-US" sz="2400" dirty="0">
              <a:latin typeface="Arial" panose="020B0604020202020204" pitchFamily="34" charset="0"/>
              <a:cs typeface="Arial" panose="020B0604020202020204" pitchFamily="34" charset="0"/>
            </a:endParaRPr>
          </a:p>
        </p:txBody>
      </p:sp>
      <p:graphicFrame>
        <p:nvGraphicFramePr>
          <p:cNvPr id="4" name="Table 3">
            <a:extLst>
              <a:ext uri="{FF2B5EF4-FFF2-40B4-BE49-F238E27FC236}">
                <a16:creationId xmlns:a16="http://schemas.microsoft.com/office/drawing/2014/main" id="{3B47236F-C14A-A9A9-E40E-3B086B5D8494}"/>
              </a:ext>
            </a:extLst>
          </p:cNvPr>
          <p:cNvGraphicFramePr>
            <a:graphicFrameLocks noGrp="1"/>
          </p:cNvGraphicFramePr>
          <p:nvPr>
            <p:extLst>
              <p:ext uri="{D42A27DB-BD31-4B8C-83A1-F6EECF244321}">
                <p14:modId xmlns:p14="http://schemas.microsoft.com/office/powerpoint/2010/main" val="2313248747"/>
              </p:ext>
            </p:extLst>
          </p:nvPr>
        </p:nvGraphicFramePr>
        <p:xfrm>
          <a:off x="1048214" y="1873405"/>
          <a:ext cx="10024948" cy="4109850"/>
        </p:xfrm>
        <a:graphic>
          <a:graphicData uri="http://schemas.openxmlformats.org/drawingml/2006/table">
            <a:tbl>
              <a:tblPr firstRow="1" firstCol="1" bandRow="1">
                <a:tableStyleId>{5C22544A-7EE6-4342-B048-85BDC9FD1C3A}</a:tableStyleId>
              </a:tblPr>
              <a:tblGrid>
                <a:gridCol w="2506237">
                  <a:extLst>
                    <a:ext uri="{9D8B030D-6E8A-4147-A177-3AD203B41FA5}">
                      <a16:colId xmlns:a16="http://schemas.microsoft.com/office/drawing/2014/main" val="814466251"/>
                    </a:ext>
                  </a:extLst>
                </a:gridCol>
                <a:gridCol w="2506237">
                  <a:extLst>
                    <a:ext uri="{9D8B030D-6E8A-4147-A177-3AD203B41FA5}">
                      <a16:colId xmlns:a16="http://schemas.microsoft.com/office/drawing/2014/main" val="2625430269"/>
                    </a:ext>
                  </a:extLst>
                </a:gridCol>
                <a:gridCol w="2506237">
                  <a:extLst>
                    <a:ext uri="{9D8B030D-6E8A-4147-A177-3AD203B41FA5}">
                      <a16:colId xmlns:a16="http://schemas.microsoft.com/office/drawing/2014/main" val="2425778556"/>
                    </a:ext>
                  </a:extLst>
                </a:gridCol>
                <a:gridCol w="2506237">
                  <a:extLst>
                    <a:ext uri="{9D8B030D-6E8A-4147-A177-3AD203B41FA5}">
                      <a16:colId xmlns:a16="http://schemas.microsoft.com/office/drawing/2014/main" val="3103527605"/>
                    </a:ext>
                  </a:extLst>
                </a:gridCol>
              </a:tblGrid>
              <a:tr h="684975">
                <a:tc>
                  <a:txBody>
                    <a:bodyPr/>
                    <a:lstStyle/>
                    <a:p>
                      <a:pPr algn="ctr">
                        <a:lnSpc>
                          <a:spcPct val="150000"/>
                        </a:lnSpc>
                        <a:spcBef>
                          <a:spcPts val="600"/>
                        </a:spcBef>
                        <a:buNone/>
                      </a:pPr>
                      <a:r>
                        <a:rPr lang="en-US" sz="1300">
                          <a:effectLst/>
                        </a:rPr>
                        <a:t>Chức năng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Tổng số Test Case</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Số Test Case Pass</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Số Test Case Fail</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90526440"/>
                  </a:ext>
                </a:extLst>
              </a:tr>
              <a:tr h="684975">
                <a:tc>
                  <a:txBody>
                    <a:bodyPr/>
                    <a:lstStyle/>
                    <a:p>
                      <a:pPr algn="just">
                        <a:lnSpc>
                          <a:spcPct val="150000"/>
                        </a:lnSpc>
                        <a:spcBef>
                          <a:spcPts val="600"/>
                        </a:spcBef>
                        <a:buNone/>
                      </a:pPr>
                      <a:r>
                        <a:rPr lang="en-US" sz="1300">
                          <a:effectLst/>
                        </a:rPr>
                        <a:t>Tìm kiếm</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3</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3</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0</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0198959"/>
                  </a:ext>
                </a:extLst>
              </a:tr>
              <a:tr h="684975">
                <a:tc>
                  <a:txBody>
                    <a:bodyPr/>
                    <a:lstStyle/>
                    <a:p>
                      <a:pPr algn="just">
                        <a:lnSpc>
                          <a:spcPct val="150000"/>
                        </a:lnSpc>
                        <a:spcBef>
                          <a:spcPts val="600"/>
                        </a:spcBef>
                        <a:buNone/>
                      </a:pPr>
                      <a:r>
                        <a:rPr lang="en-US" sz="1300">
                          <a:effectLst/>
                        </a:rPr>
                        <a:t>Bình luận</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6</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6</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0</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34698553"/>
                  </a:ext>
                </a:extLst>
              </a:tr>
              <a:tr h="684975">
                <a:tc>
                  <a:txBody>
                    <a:bodyPr/>
                    <a:lstStyle/>
                    <a:p>
                      <a:pPr algn="just">
                        <a:lnSpc>
                          <a:spcPct val="150000"/>
                        </a:lnSpc>
                        <a:spcBef>
                          <a:spcPts val="600"/>
                        </a:spcBef>
                        <a:buNone/>
                      </a:pPr>
                      <a:r>
                        <a:rPr lang="en-US" sz="1300">
                          <a:effectLst/>
                        </a:rPr>
                        <a:t>Đặt hàng nhanh</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4</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4</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0</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47389892"/>
                  </a:ext>
                </a:extLst>
              </a:tr>
              <a:tr h="684975">
                <a:tc>
                  <a:txBody>
                    <a:bodyPr/>
                    <a:lstStyle/>
                    <a:p>
                      <a:pPr algn="just">
                        <a:lnSpc>
                          <a:spcPct val="150000"/>
                        </a:lnSpc>
                        <a:spcBef>
                          <a:spcPts val="600"/>
                        </a:spcBef>
                        <a:buNone/>
                      </a:pPr>
                      <a:r>
                        <a:rPr lang="en-US" sz="1300">
                          <a:effectLst/>
                        </a:rPr>
                        <a:t>Mua hàng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6</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5</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1</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5015551"/>
                  </a:ext>
                </a:extLst>
              </a:tr>
              <a:tr h="684975">
                <a:tc>
                  <a:txBody>
                    <a:bodyPr/>
                    <a:lstStyle/>
                    <a:p>
                      <a:pPr algn="just">
                        <a:lnSpc>
                          <a:spcPct val="150000"/>
                        </a:lnSpc>
                        <a:spcBef>
                          <a:spcPts val="600"/>
                        </a:spcBef>
                        <a:buNone/>
                      </a:pPr>
                      <a:r>
                        <a:rPr lang="en-US" sz="1300">
                          <a:effectLst/>
                        </a:rPr>
                        <a:t>TỔNG</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19</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a:effectLst/>
                        </a:rPr>
                        <a:t>18</a:t>
                      </a:r>
                      <a:endParaRPr lang="en-US" sz="13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Bef>
                          <a:spcPts val="600"/>
                        </a:spcBef>
                        <a:buNone/>
                      </a:pPr>
                      <a:r>
                        <a:rPr lang="en-US" sz="1300" dirty="0">
                          <a:effectLst/>
                        </a:rPr>
                        <a:t>1</a:t>
                      </a:r>
                      <a:endParaRPr lang="en-US" sz="13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06267807"/>
                  </a:ext>
                </a:extLst>
              </a:tr>
            </a:tbl>
          </a:graphicData>
        </a:graphic>
      </p:graphicFrame>
    </p:spTree>
    <p:extLst>
      <p:ext uri="{BB962C8B-B14F-4D97-AF65-F5344CB8AC3E}">
        <p14:creationId xmlns:p14="http://schemas.microsoft.com/office/powerpoint/2010/main" val="17348286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barn(inVertical)">
                                      <p:cBhvr>
                                        <p:cTn id="7" dur="500"/>
                                        <p:tgtEl>
                                          <p:spTgt spid="819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9BFFF-4BE6-4B63-72F5-E493B279FBCB}"/>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1EED21D7-A99E-4E71-41B6-85995B22BE13}"/>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18</a:t>
            </a:fld>
            <a:endParaRPr lang="en-US" altLang="en-US" sz="1400"/>
          </a:p>
        </p:txBody>
      </p:sp>
      <p:sp>
        <p:nvSpPr>
          <p:cNvPr id="2" name="Rectangle 2">
            <a:extLst>
              <a:ext uri="{FF2B5EF4-FFF2-40B4-BE49-F238E27FC236}">
                <a16:creationId xmlns:a16="http://schemas.microsoft.com/office/drawing/2014/main" id="{5EFF4FF8-839C-5D78-9A26-62795901A7F2}"/>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Nội</a:t>
            </a:r>
            <a:r>
              <a:rPr lang="en-US" altLang="en-US" b="1" dirty="0">
                <a:latin typeface="Arial" panose="020B0604020202020204" pitchFamily="34" charset="0"/>
                <a:cs typeface="Arial" panose="020B0604020202020204" pitchFamily="34" charset="0"/>
              </a:rPr>
              <a:t> dung</a:t>
            </a:r>
          </a:p>
        </p:txBody>
      </p:sp>
      <p:sp>
        <p:nvSpPr>
          <p:cNvPr id="8198" name="Google Shape;98;p2">
            <a:extLst>
              <a:ext uri="{FF2B5EF4-FFF2-40B4-BE49-F238E27FC236}">
                <a16:creationId xmlns:a16="http://schemas.microsoft.com/office/drawing/2014/main" id="{6B621DEC-7D81-0D01-3BFE-26A2E02DC103}"/>
              </a:ext>
            </a:extLst>
          </p:cNvPr>
          <p:cNvSpPr/>
          <p:nvPr/>
        </p:nvSpPr>
        <p:spPr>
          <a:xfrm>
            <a:off x="2742180" y="2358132"/>
            <a:ext cx="5424985"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a:solidFill>
                  <a:schemeClr val="accent3">
                    <a:lumMod val="40000"/>
                    <a:lumOff val="60000"/>
                  </a:schemeClr>
                </a:solidFill>
              </a:rPr>
              <a:t>Phân </a:t>
            </a:r>
            <a:r>
              <a:rPr lang="en-US" sz="1800" b="1" dirty="0" err="1">
                <a:solidFill>
                  <a:schemeClr val="accent3">
                    <a:lumMod val="40000"/>
                    <a:lumOff val="60000"/>
                  </a:schemeClr>
                </a:solidFill>
              </a:rPr>
              <a:t>tích</a:t>
            </a:r>
            <a:r>
              <a:rPr lang="en-US" sz="1800" b="1" dirty="0">
                <a:solidFill>
                  <a:schemeClr val="accent3">
                    <a:lumMod val="40000"/>
                    <a:lumOff val="60000"/>
                  </a:schemeClr>
                </a:solidFill>
              </a:rPr>
              <a:t> </a:t>
            </a:r>
            <a:r>
              <a:rPr lang="en-US" b="1" dirty="0" err="1">
                <a:solidFill>
                  <a:schemeClr val="accent3">
                    <a:lumMod val="40000"/>
                    <a:lumOff val="60000"/>
                  </a:schemeClr>
                </a:solidFill>
              </a:rPr>
              <a:t>và</a:t>
            </a:r>
            <a:r>
              <a:rPr lang="en-US" b="1" dirty="0">
                <a:solidFill>
                  <a:schemeClr val="accent3">
                    <a:lumMod val="40000"/>
                    <a:lumOff val="60000"/>
                  </a:schemeClr>
                </a:solidFill>
              </a:rPr>
              <a:t> </a:t>
            </a:r>
            <a:r>
              <a:rPr lang="en-US" b="1" dirty="0" err="1">
                <a:solidFill>
                  <a:schemeClr val="accent3">
                    <a:lumMod val="40000"/>
                    <a:lumOff val="60000"/>
                  </a:schemeClr>
                </a:solidFill>
              </a:rPr>
              <a:t>thiết</a:t>
            </a:r>
            <a:r>
              <a:rPr lang="en-US" b="1" dirty="0">
                <a:solidFill>
                  <a:schemeClr val="accent3">
                    <a:lumMod val="40000"/>
                    <a:lumOff val="60000"/>
                  </a:schemeClr>
                </a:solidFill>
              </a:rPr>
              <a:t> </a:t>
            </a:r>
            <a:r>
              <a:rPr lang="en-US" b="1" dirty="0" err="1">
                <a:solidFill>
                  <a:schemeClr val="accent3">
                    <a:lumMod val="40000"/>
                    <a:lumOff val="60000"/>
                  </a:schemeClr>
                </a:solidFill>
              </a:rPr>
              <a:t>kế</a:t>
            </a:r>
            <a:r>
              <a:rPr lang="en-US" b="1" dirty="0">
                <a:solidFill>
                  <a:schemeClr val="accent3">
                    <a:lumMod val="40000"/>
                    <a:lumOff val="60000"/>
                  </a:schemeClr>
                </a:solidFill>
              </a:rPr>
              <a:t> </a:t>
            </a:r>
            <a:r>
              <a:rPr lang="en-US" b="1" dirty="0" err="1">
                <a:solidFill>
                  <a:schemeClr val="accent3">
                    <a:lumMod val="40000"/>
                    <a:lumOff val="60000"/>
                  </a:schemeClr>
                </a:solidFill>
              </a:rPr>
              <a:t>hệ</a:t>
            </a:r>
            <a:r>
              <a:rPr lang="en-US" b="1" dirty="0">
                <a:solidFill>
                  <a:schemeClr val="accent3">
                    <a:lumMod val="40000"/>
                    <a:lumOff val="60000"/>
                  </a:schemeClr>
                </a:solidFill>
              </a:rPr>
              <a:t> </a:t>
            </a:r>
            <a:r>
              <a:rPr lang="en-US" b="1" dirty="0" err="1">
                <a:solidFill>
                  <a:schemeClr val="accent3">
                    <a:lumMod val="40000"/>
                    <a:lumOff val="60000"/>
                  </a:schemeClr>
                </a:solidFill>
              </a:rPr>
              <a:t>thống</a:t>
            </a:r>
            <a:endParaRPr lang="vi-VN" dirty="0">
              <a:solidFill>
                <a:schemeClr val="accent3">
                  <a:lumMod val="40000"/>
                  <a:lumOff val="60000"/>
                </a:schemeClr>
              </a:solidFill>
            </a:endParaRPr>
          </a:p>
        </p:txBody>
      </p:sp>
      <p:sp>
        <p:nvSpPr>
          <p:cNvPr id="8199" name="Google Shape;99;p2">
            <a:extLst>
              <a:ext uri="{FF2B5EF4-FFF2-40B4-BE49-F238E27FC236}">
                <a16:creationId xmlns:a16="http://schemas.microsoft.com/office/drawing/2014/main" id="{95C25F30-BB05-C8F2-D9CF-E619C519BF1D}"/>
              </a:ext>
            </a:extLst>
          </p:cNvPr>
          <p:cNvSpPr/>
          <p:nvPr/>
        </p:nvSpPr>
        <p:spPr>
          <a:xfrm>
            <a:off x="1987550" y="1164122"/>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accent3">
                    <a:lumMod val="40000"/>
                    <a:lumOff val="60000"/>
                  </a:schemeClr>
                </a:solidFill>
              </a:rPr>
              <a:t>Giới</a:t>
            </a:r>
            <a:r>
              <a:rPr lang="en-US" b="1" dirty="0">
                <a:solidFill>
                  <a:schemeClr val="accent3">
                    <a:lumMod val="40000"/>
                    <a:lumOff val="60000"/>
                  </a:schemeClr>
                </a:solidFill>
              </a:rPr>
              <a:t> </a:t>
            </a:r>
            <a:r>
              <a:rPr lang="en-US" b="1" dirty="0" err="1">
                <a:solidFill>
                  <a:schemeClr val="accent3">
                    <a:lumMod val="40000"/>
                    <a:lumOff val="60000"/>
                  </a:schemeClr>
                </a:solidFill>
              </a:rPr>
              <a:t>thiệu</a:t>
            </a:r>
            <a:r>
              <a:rPr lang="en-US" b="1" dirty="0">
                <a:solidFill>
                  <a:schemeClr val="accent3">
                    <a:lumMod val="40000"/>
                    <a:lumOff val="60000"/>
                  </a:schemeClr>
                </a:solidFill>
              </a:rPr>
              <a:t> </a:t>
            </a:r>
            <a:r>
              <a:rPr lang="en-US" b="1" dirty="0" err="1">
                <a:solidFill>
                  <a:schemeClr val="accent3">
                    <a:lumMod val="40000"/>
                    <a:lumOff val="60000"/>
                  </a:schemeClr>
                </a:solidFill>
              </a:rPr>
              <a:t>đề</a:t>
            </a:r>
            <a:r>
              <a:rPr lang="en-US" b="1" dirty="0">
                <a:solidFill>
                  <a:schemeClr val="accent3">
                    <a:lumMod val="40000"/>
                    <a:lumOff val="60000"/>
                  </a:schemeClr>
                </a:solidFill>
              </a:rPr>
              <a:t> </a:t>
            </a:r>
            <a:r>
              <a:rPr lang="en-US" b="1" dirty="0" err="1">
                <a:solidFill>
                  <a:schemeClr val="accent3">
                    <a:lumMod val="40000"/>
                    <a:lumOff val="60000"/>
                  </a:schemeClr>
                </a:solidFill>
              </a:rPr>
              <a:t>tài</a:t>
            </a:r>
            <a:endParaRPr dirty="0">
              <a:solidFill>
                <a:schemeClr val="accent3">
                  <a:lumMod val="40000"/>
                  <a:lumOff val="60000"/>
                </a:schemeClr>
              </a:solidFill>
            </a:endParaRPr>
          </a:p>
        </p:txBody>
      </p:sp>
      <p:grpSp>
        <p:nvGrpSpPr>
          <p:cNvPr id="8200" name="Google Shape;100;p2">
            <a:extLst>
              <a:ext uri="{FF2B5EF4-FFF2-40B4-BE49-F238E27FC236}">
                <a16:creationId xmlns:a16="http://schemas.microsoft.com/office/drawing/2014/main" id="{3B9BCA3D-BBE3-6293-B185-CAF536F0A00D}"/>
              </a:ext>
            </a:extLst>
          </p:cNvPr>
          <p:cNvGrpSpPr/>
          <p:nvPr/>
        </p:nvGrpSpPr>
        <p:grpSpPr>
          <a:xfrm>
            <a:off x="1462085" y="1258450"/>
            <a:ext cx="381000" cy="381000"/>
            <a:chOff x="2078" y="1680"/>
            <a:chExt cx="1615" cy="1615"/>
          </a:xfrm>
        </p:grpSpPr>
        <p:sp>
          <p:nvSpPr>
            <p:cNvPr id="8201" name="Google Shape;101;p2">
              <a:extLst>
                <a:ext uri="{FF2B5EF4-FFF2-40B4-BE49-F238E27FC236}">
                  <a16:creationId xmlns:a16="http://schemas.microsoft.com/office/drawing/2014/main" id="{4DB37538-DA87-CAFB-F62D-3755B7D35268}"/>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2" name="Google Shape;102;p2">
              <a:extLst>
                <a:ext uri="{FF2B5EF4-FFF2-40B4-BE49-F238E27FC236}">
                  <a16:creationId xmlns:a16="http://schemas.microsoft.com/office/drawing/2014/main" id="{84D64778-B5E2-9AA7-2584-CCBFC36D735C}"/>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3" name="Google Shape;103;p2">
              <a:extLst>
                <a:ext uri="{FF2B5EF4-FFF2-40B4-BE49-F238E27FC236}">
                  <a16:creationId xmlns:a16="http://schemas.microsoft.com/office/drawing/2014/main" id="{88C56F9C-A860-917D-77A2-8989F5B8CAF4}"/>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4" name="Google Shape;104;p2">
              <a:extLst>
                <a:ext uri="{FF2B5EF4-FFF2-40B4-BE49-F238E27FC236}">
                  <a16:creationId xmlns:a16="http://schemas.microsoft.com/office/drawing/2014/main" id="{536D6297-0F7A-56C5-D04F-DE9EB7BAA954}"/>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5" name="Google Shape;105;p2">
              <a:extLst>
                <a:ext uri="{FF2B5EF4-FFF2-40B4-BE49-F238E27FC236}">
                  <a16:creationId xmlns:a16="http://schemas.microsoft.com/office/drawing/2014/main" id="{EDA6A43A-704E-4104-A0B4-C65A53C1EA58}"/>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6" name="Google Shape;106;p2">
              <a:extLst>
                <a:ext uri="{FF2B5EF4-FFF2-40B4-BE49-F238E27FC236}">
                  <a16:creationId xmlns:a16="http://schemas.microsoft.com/office/drawing/2014/main" id="{2056F829-7F31-9E1E-CB34-552CEEFDA4E6}"/>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grpSp>
        <p:nvGrpSpPr>
          <p:cNvPr id="8207" name="Google Shape;107;p2">
            <a:extLst>
              <a:ext uri="{FF2B5EF4-FFF2-40B4-BE49-F238E27FC236}">
                <a16:creationId xmlns:a16="http://schemas.microsoft.com/office/drawing/2014/main" id="{6FB37297-EB37-DB91-C34F-A15FDBE685E6}"/>
              </a:ext>
            </a:extLst>
          </p:cNvPr>
          <p:cNvGrpSpPr/>
          <p:nvPr/>
        </p:nvGrpSpPr>
        <p:grpSpPr>
          <a:xfrm>
            <a:off x="2268817" y="2454610"/>
            <a:ext cx="381000" cy="381000"/>
            <a:chOff x="2078" y="1680"/>
            <a:chExt cx="1615" cy="1615"/>
          </a:xfrm>
        </p:grpSpPr>
        <p:sp>
          <p:nvSpPr>
            <p:cNvPr id="8208" name="Google Shape;108;p2">
              <a:extLst>
                <a:ext uri="{FF2B5EF4-FFF2-40B4-BE49-F238E27FC236}">
                  <a16:creationId xmlns:a16="http://schemas.microsoft.com/office/drawing/2014/main" id="{D67C7F0F-08FD-18C8-0D48-E26DD7FBBC75}"/>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09" name="Google Shape;109;p2">
              <a:extLst>
                <a:ext uri="{FF2B5EF4-FFF2-40B4-BE49-F238E27FC236}">
                  <a16:creationId xmlns:a16="http://schemas.microsoft.com/office/drawing/2014/main" id="{52C51043-E9C0-1AFA-F9E1-C180B620C118}"/>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0" name="Google Shape;110;p2">
              <a:extLst>
                <a:ext uri="{FF2B5EF4-FFF2-40B4-BE49-F238E27FC236}">
                  <a16:creationId xmlns:a16="http://schemas.microsoft.com/office/drawing/2014/main" id="{B346DCF2-C577-3D19-F346-9C979822D86A}"/>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1" name="Google Shape;111;p2">
              <a:extLst>
                <a:ext uri="{FF2B5EF4-FFF2-40B4-BE49-F238E27FC236}">
                  <a16:creationId xmlns:a16="http://schemas.microsoft.com/office/drawing/2014/main" id="{F55C91F3-F447-CE6A-2F3E-E3C6C86BF94D}"/>
                </a:ext>
              </a:extLst>
            </p:cNvPr>
            <p:cNvSpPr/>
            <p:nvPr/>
          </p:nvSpPr>
          <p:spPr>
            <a:xfrm>
              <a:off x="2254" y="1856"/>
              <a:ext cx="1262" cy="1264"/>
            </a:xfrm>
            <a:prstGeom prst="ellipse">
              <a:avLst/>
            </a:prstGeom>
            <a:gradFill>
              <a:gsLst>
                <a:gs pos="0">
                  <a:srgbClr val="000000"/>
                </a:gs>
                <a:gs pos="100000">
                  <a:srgbClr val="48BE67"/>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2" name="Google Shape;112;p2">
              <a:extLst>
                <a:ext uri="{FF2B5EF4-FFF2-40B4-BE49-F238E27FC236}">
                  <a16:creationId xmlns:a16="http://schemas.microsoft.com/office/drawing/2014/main" id="{6A890D34-5B9C-EADC-A779-0B868F11C3B6}"/>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3" name="Google Shape;113;p2">
              <a:extLst>
                <a:ext uri="{FF2B5EF4-FFF2-40B4-BE49-F238E27FC236}">
                  <a16:creationId xmlns:a16="http://schemas.microsoft.com/office/drawing/2014/main" id="{EE4AD962-4859-75E7-9781-7D3ED4517081}"/>
                </a:ext>
              </a:extLst>
            </p:cNvPr>
            <p:cNvSpPr/>
            <p:nvPr/>
          </p:nvSpPr>
          <p:spPr>
            <a:xfrm>
              <a:off x="2337" y="1939"/>
              <a:ext cx="1096" cy="1098"/>
            </a:xfrm>
            <a:prstGeom prst="ellipse">
              <a:avLst/>
            </a:prstGeom>
            <a:gradFill>
              <a:gsLst>
                <a:gs pos="0">
                  <a:srgbClr val="48BE67"/>
                </a:gs>
                <a:gs pos="100000">
                  <a:srgbClr val="33884A"/>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14" name="Google Shape;128;p2">
            <a:extLst>
              <a:ext uri="{FF2B5EF4-FFF2-40B4-BE49-F238E27FC236}">
                <a16:creationId xmlns:a16="http://schemas.microsoft.com/office/drawing/2014/main" id="{96D3D398-3CD6-6282-F506-3A9D59EF8905}"/>
              </a:ext>
            </a:extLst>
          </p:cNvPr>
          <p:cNvSpPr/>
          <p:nvPr/>
        </p:nvSpPr>
        <p:spPr>
          <a:xfrm>
            <a:off x="2823719" y="3795345"/>
            <a:ext cx="5343421" cy="529445"/>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800" b="1" dirty="0" err="1">
                <a:solidFill>
                  <a:schemeClr val="accent3">
                    <a:lumMod val="40000"/>
                    <a:lumOff val="60000"/>
                  </a:schemeClr>
                </a:solidFill>
              </a:rPr>
              <a:t>Triển</a:t>
            </a:r>
            <a:r>
              <a:rPr lang="en-US" sz="1800" b="1" dirty="0">
                <a:solidFill>
                  <a:schemeClr val="accent3">
                    <a:lumMod val="40000"/>
                    <a:lumOff val="60000"/>
                  </a:schemeClr>
                </a:solidFill>
              </a:rPr>
              <a:t> </a:t>
            </a:r>
            <a:r>
              <a:rPr lang="en-US" sz="1800" b="1" dirty="0" err="1">
                <a:solidFill>
                  <a:schemeClr val="accent3">
                    <a:lumMod val="40000"/>
                    <a:lumOff val="60000"/>
                  </a:schemeClr>
                </a:solidFill>
              </a:rPr>
              <a:t>khai</a:t>
            </a:r>
            <a:r>
              <a:rPr lang="en-US" sz="1800" b="1" dirty="0">
                <a:solidFill>
                  <a:schemeClr val="accent3">
                    <a:lumMod val="40000"/>
                    <a:lumOff val="60000"/>
                  </a:schemeClr>
                </a:solidFill>
              </a:rPr>
              <a:t> </a:t>
            </a:r>
            <a:r>
              <a:rPr lang="en-US" sz="1800" b="1" dirty="0" err="1">
                <a:solidFill>
                  <a:schemeClr val="accent3">
                    <a:lumMod val="40000"/>
                    <a:lumOff val="60000"/>
                  </a:schemeClr>
                </a:solidFill>
              </a:rPr>
              <a:t>và</a:t>
            </a:r>
            <a:r>
              <a:rPr lang="en-US" sz="1800" b="1" dirty="0">
                <a:solidFill>
                  <a:schemeClr val="accent3">
                    <a:lumMod val="40000"/>
                    <a:lumOff val="60000"/>
                  </a:schemeClr>
                </a:solidFill>
              </a:rPr>
              <a:t> </a:t>
            </a:r>
            <a:r>
              <a:rPr lang="en-US" sz="1800" b="1" dirty="0" err="1">
                <a:solidFill>
                  <a:schemeClr val="accent3">
                    <a:lumMod val="40000"/>
                    <a:lumOff val="60000"/>
                  </a:schemeClr>
                </a:solidFill>
              </a:rPr>
              <a:t>thực</a:t>
            </a:r>
            <a:r>
              <a:rPr lang="en-US" sz="1800" b="1" dirty="0">
                <a:solidFill>
                  <a:schemeClr val="accent3">
                    <a:lumMod val="40000"/>
                    <a:lumOff val="60000"/>
                  </a:schemeClr>
                </a:solidFill>
              </a:rPr>
              <a:t> </a:t>
            </a:r>
            <a:r>
              <a:rPr lang="en-US" sz="1800" b="1" dirty="0" err="1">
                <a:solidFill>
                  <a:schemeClr val="accent3">
                    <a:lumMod val="40000"/>
                    <a:lumOff val="60000"/>
                  </a:schemeClr>
                </a:solidFill>
              </a:rPr>
              <a:t>nghiệm</a:t>
            </a:r>
            <a:endParaRPr lang="en-US" dirty="0">
              <a:solidFill>
                <a:schemeClr val="accent3">
                  <a:lumMod val="40000"/>
                  <a:lumOff val="60000"/>
                </a:schemeClr>
              </a:solidFill>
            </a:endParaRPr>
          </a:p>
        </p:txBody>
      </p:sp>
      <p:grpSp>
        <p:nvGrpSpPr>
          <p:cNvPr id="8215" name="Google Shape;129;p2">
            <a:extLst>
              <a:ext uri="{FF2B5EF4-FFF2-40B4-BE49-F238E27FC236}">
                <a16:creationId xmlns:a16="http://schemas.microsoft.com/office/drawing/2014/main" id="{F92727A7-3CC5-33CA-0ACC-6404D3502AC6}"/>
              </a:ext>
            </a:extLst>
          </p:cNvPr>
          <p:cNvGrpSpPr/>
          <p:nvPr/>
        </p:nvGrpSpPr>
        <p:grpSpPr>
          <a:xfrm>
            <a:off x="2402936" y="3873408"/>
            <a:ext cx="381000" cy="381000"/>
            <a:chOff x="2078" y="1680"/>
            <a:chExt cx="1615" cy="1615"/>
          </a:xfrm>
        </p:grpSpPr>
        <p:sp>
          <p:nvSpPr>
            <p:cNvPr id="8216" name="Google Shape;130;p2">
              <a:extLst>
                <a:ext uri="{FF2B5EF4-FFF2-40B4-BE49-F238E27FC236}">
                  <a16:creationId xmlns:a16="http://schemas.microsoft.com/office/drawing/2014/main" id="{1B480DDA-B245-A418-5D76-EA0F17BB46C6}"/>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7" name="Google Shape;131;p2">
              <a:extLst>
                <a:ext uri="{FF2B5EF4-FFF2-40B4-BE49-F238E27FC236}">
                  <a16:creationId xmlns:a16="http://schemas.microsoft.com/office/drawing/2014/main" id="{9E615031-CE8A-42D2-395E-666C5F57B5F2}"/>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8" name="Google Shape;132;p2">
              <a:extLst>
                <a:ext uri="{FF2B5EF4-FFF2-40B4-BE49-F238E27FC236}">
                  <a16:creationId xmlns:a16="http://schemas.microsoft.com/office/drawing/2014/main" id="{A82329F1-3838-935A-2502-45CDFF2F8D44}"/>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19" name="Google Shape;133;p2">
              <a:extLst>
                <a:ext uri="{FF2B5EF4-FFF2-40B4-BE49-F238E27FC236}">
                  <a16:creationId xmlns:a16="http://schemas.microsoft.com/office/drawing/2014/main" id="{BDFB660E-F01E-0D71-9D17-137370FDD9DB}"/>
                </a:ext>
              </a:extLst>
            </p:cNvPr>
            <p:cNvSpPr/>
            <p:nvPr/>
          </p:nvSpPr>
          <p:spPr>
            <a:xfrm>
              <a:off x="2254" y="1856"/>
              <a:ext cx="1262" cy="1264"/>
            </a:xfrm>
            <a:prstGeom prst="ellipse">
              <a:avLst/>
            </a:prstGeom>
            <a:gradFill>
              <a:gsLst>
                <a:gs pos="0">
                  <a:srgbClr val="000000"/>
                </a:gs>
                <a:gs pos="100000">
                  <a:srgbClr val="8D67E1"/>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0" name="Google Shape;134;p2">
              <a:extLst>
                <a:ext uri="{FF2B5EF4-FFF2-40B4-BE49-F238E27FC236}">
                  <a16:creationId xmlns:a16="http://schemas.microsoft.com/office/drawing/2014/main" id="{19DAA1E4-BDED-61C2-BD48-81EEB2BE17A4}"/>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1" name="Google Shape;135;p2">
              <a:extLst>
                <a:ext uri="{FF2B5EF4-FFF2-40B4-BE49-F238E27FC236}">
                  <a16:creationId xmlns:a16="http://schemas.microsoft.com/office/drawing/2014/main" id="{45ED5866-C66A-6E93-0AA1-00E4017A1D5A}"/>
                </a:ext>
              </a:extLst>
            </p:cNvPr>
            <p:cNvSpPr/>
            <p:nvPr/>
          </p:nvSpPr>
          <p:spPr>
            <a:xfrm>
              <a:off x="2337" y="1939"/>
              <a:ext cx="1096" cy="1098"/>
            </a:xfrm>
            <a:prstGeom prst="ellipse">
              <a:avLst/>
            </a:prstGeom>
            <a:gradFill>
              <a:gsLst>
                <a:gs pos="0">
                  <a:srgbClr val="8D67E1"/>
                </a:gs>
                <a:gs pos="100000">
                  <a:srgbClr val="654AA2"/>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8222" name="Google Shape;136;p2">
            <a:extLst>
              <a:ext uri="{FF2B5EF4-FFF2-40B4-BE49-F238E27FC236}">
                <a16:creationId xmlns:a16="http://schemas.microsoft.com/office/drawing/2014/main" id="{DE8B6A8B-AF01-41AB-3DF7-7B4FD3B9A3F2}"/>
              </a:ext>
            </a:extLst>
          </p:cNvPr>
          <p:cNvSpPr/>
          <p:nvPr/>
        </p:nvSpPr>
        <p:spPr>
          <a:xfrm rot="5400000">
            <a:off x="-2403921" y="1239529"/>
            <a:ext cx="4824413" cy="4770438"/>
          </a:xfrm>
          <a:custGeom>
            <a:avLst/>
            <a:gdLst/>
            <a:ahLst/>
            <a:cxnLst/>
            <a:rect l="l" t="t" r="r" b="b"/>
            <a:pathLst>
              <a:path w="21600" h="21600" extrusionOk="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a:gsLst>
              <a:gs pos="0">
                <a:srgbClr val="F4F4F4"/>
              </a:gs>
              <a:gs pos="50000">
                <a:schemeClr val="lt2"/>
              </a:gs>
              <a:gs pos="100000">
                <a:srgbClr val="F4F4F4"/>
              </a:gs>
            </a:gsLst>
            <a:lin ang="0" scaled="0"/>
          </a:gradFill>
          <a:ln w="9525" cap="flat" cmpd="sng">
            <a:solidFill>
              <a:srgbClr val="B3ABE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223" name="Google Shape;137;p2">
            <a:extLst>
              <a:ext uri="{FF2B5EF4-FFF2-40B4-BE49-F238E27FC236}">
                <a16:creationId xmlns:a16="http://schemas.microsoft.com/office/drawing/2014/main" id="{DE6FD1F3-BB3B-66E8-A81B-50521B95B444}"/>
              </a:ext>
            </a:extLst>
          </p:cNvPr>
          <p:cNvSpPr/>
          <p:nvPr/>
        </p:nvSpPr>
        <p:spPr>
          <a:xfrm rot="5400000" flipH="1">
            <a:off x="-1998313" y="1675297"/>
            <a:ext cx="4032250" cy="3929063"/>
          </a:xfrm>
          <a:custGeom>
            <a:avLst/>
            <a:gdLst/>
            <a:ahLst/>
            <a:cxnLst/>
            <a:rect l="l" t="t" r="r" b="b"/>
            <a:pathLst>
              <a:path w="21600" h="21600" extrusionOk="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solidFill>
            <a:schemeClr val="accent6">
              <a:lumMod val="60000"/>
              <a:lumOff val="40000"/>
            </a:schemeClr>
          </a:solidFill>
          <a:ln>
            <a:solidFill>
              <a:schemeClr val="accent6">
                <a:lumMod val="60000"/>
                <a:lumOff val="4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56" name="Google Shape;139;p2">
            <a:extLst>
              <a:ext uri="{FF2B5EF4-FFF2-40B4-BE49-F238E27FC236}">
                <a16:creationId xmlns:a16="http://schemas.microsoft.com/office/drawing/2014/main" id="{FEB5172E-92A3-B62A-1A9B-8AC5E09C3664}"/>
              </a:ext>
            </a:extLst>
          </p:cNvPr>
          <p:cNvSpPr/>
          <p:nvPr/>
        </p:nvSpPr>
        <p:spPr>
          <a:xfrm>
            <a:off x="2310338" y="5230563"/>
            <a:ext cx="5168900" cy="508000"/>
          </a:xfrm>
          <a:prstGeom prst="roundRect">
            <a:avLst>
              <a:gd name="adj" fmla="val 50000"/>
            </a:avLst>
          </a:prstGeom>
          <a:noFill/>
          <a:ln w="2857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b="1" dirty="0" err="1">
                <a:solidFill>
                  <a:schemeClr val="dk1"/>
                </a:solidFill>
                <a:latin typeface="Arial"/>
                <a:ea typeface="Arial"/>
                <a:cs typeface="Arial"/>
                <a:sym typeface="Arial"/>
              </a:rPr>
              <a:t>Kết</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luận</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và</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hướng</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phát</a:t>
            </a:r>
            <a:r>
              <a:rPr lang="en-US" b="1" dirty="0">
                <a:solidFill>
                  <a:schemeClr val="dk1"/>
                </a:solidFill>
                <a:latin typeface="Arial"/>
                <a:ea typeface="Arial"/>
                <a:cs typeface="Arial"/>
                <a:sym typeface="Arial"/>
              </a:rPr>
              <a:t> </a:t>
            </a:r>
            <a:r>
              <a:rPr lang="en-US" b="1" dirty="0" err="1">
                <a:solidFill>
                  <a:schemeClr val="dk1"/>
                </a:solidFill>
                <a:latin typeface="Arial"/>
                <a:ea typeface="Arial"/>
                <a:cs typeface="Arial"/>
                <a:sym typeface="Arial"/>
              </a:rPr>
              <a:t>triển</a:t>
            </a:r>
            <a:endParaRPr sz="1800" b="1" dirty="0">
              <a:solidFill>
                <a:schemeClr val="dk1"/>
              </a:solidFill>
              <a:latin typeface="Arial"/>
              <a:ea typeface="Arial"/>
              <a:cs typeface="Arial"/>
              <a:sym typeface="Arial"/>
            </a:endParaRPr>
          </a:p>
        </p:txBody>
      </p:sp>
      <p:grpSp>
        <p:nvGrpSpPr>
          <p:cNvPr id="19457" name="Google Shape;140;p2">
            <a:extLst>
              <a:ext uri="{FF2B5EF4-FFF2-40B4-BE49-F238E27FC236}">
                <a16:creationId xmlns:a16="http://schemas.microsoft.com/office/drawing/2014/main" id="{BA8162C0-23AA-9E53-0F6A-C251C25ECD82}"/>
              </a:ext>
            </a:extLst>
          </p:cNvPr>
          <p:cNvGrpSpPr/>
          <p:nvPr/>
        </p:nvGrpSpPr>
        <p:grpSpPr>
          <a:xfrm>
            <a:off x="1817252" y="5238327"/>
            <a:ext cx="381000" cy="381000"/>
            <a:chOff x="2078" y="1680"/>
            <a:chExt cx="1615" cy="1615"/>
          </a:xfrm>
        </p:grpSpPr>
        <p:sp>
          <p:nvSpPr>
            <p:cNvPr id="19459" name="Google Shape;141;p2">
              <a:extLst>
                <a:ext uri="{FF2B5EF4-FFF2-40B4-BE49-F238E27FC236}">
                  <a16:creationId xmlns:a16="http://schemas.microsoft.com/office/drawing/2014/main" id="{9C007459-BC23-4742-4511-378FD368B6AF}"/>
                </a:ext>
              </a:extLst>
            </p:cNvPr>
            <p:cNvSpPr/>
            <p:nvPr/>
          </p:nvSpPr>
          <p:spPr>
            <a:xfrm>
              <a:off x="2078" y="1680"/>
              <a:ext cx="1615" cy="1615"/>
            </a:xfrm>
            <a:prstGeom prst="ellipse">
              <a:avLst/>
            </a:prstGeom>
            <a:gradFill>
              <a:gsLst>
                <a:gs pos="0">
                  <a:srgbClr val="B3B3B3"/>
                </a:gs>
                <a:gs pos="50000">
                  <a:srgbClr val="FFFFFF"/>
                </a:gs>
                <a:gs pos="100000">
                  <a:srgbClr val="B3B3B3"/>
                </a:gs>
              </a:gsLst>
              <a:lin ang="54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0" name="Google Shape;142;p2">
              <a:extLst>
                <a:ext uri="{FF2B5EF4-FFF2-40B4-BE49-F238E27FC236}">
                  <a16:creationId xmlns:a16="http://schemas.microsoft.com/office/drawing/2014/main" id="{8AFAC4F6-56EC-6F56-CB36-928EA80D48EA}"/>
                </a:ext>
              </a:extLst>
            </p:cNvPr>
            <p:cNvSpPr/>
            <p:nvPr/>
          </p:nvSpPr>
          <p:spPr>
            <a:xfrm>
              <a:off x="2170" y="1771"/>
              <a:ext cx="1430" cy="1430"/>
            </a:xfrm>
            <a:prstGeom prst="ellipse">
              <a:avLst/>
            </a:prstGeom>
            <a:gradFill>
              <a:gsLst>
                <a:gs pos="0">
                  <a:srgbClr val="CFCFCF"/>
                </a:gs>
                <a:gs pos="50000">
                  <a:srgbClr val="FFFFFF"/>
                </a:gs>
                <a:gs pos="100000">
                  <a:srgbClr val="CFCFCF"/>
                </a:gs>
              </a:gsLst>
              <a:lin ang="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1" name="Google Shape;143;p2">
              <a:extLst>
                <a:ext uri="{FF2B5EF4-FFF2-40B4-BE49-F238E27FC236}">
                  <a16:creationId xmlns:a16="http://schemas.microsoft.com/office/drawing/2014/main" id="{FB42461F-CC71-1F85-771B-F2A06BC48CB6}"/>
                </a:ext>
              </a:extLst>
            </p:cNvPr>
            <p:cNvSpPr/>
            <p:nvPr/>
          </p:nvSpPr>
          <p:spPr>
            <a:xfrm>
              <a:off x="2254" y="1856"/>
              <a:ext cx="1262" cy="1264"/>
            </a:xfrm>
            <a:prstGeom prst="ellipse">
              <a:avLst/>
            </a:prstGeom>
            <a:gradFill>
              <a:gsLst>
                <a:gs pos="0">
                  <a:srgbClr val="FFFFFF"/>
                </a:gs>
                <a:gs pos="50000">
                  <a:schemeClr val="hlink"/>
                </a:gs>
                <a:gs pos="100000">
                  <a:srgbClr val="FFFFFF"/>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2" name="Google Shape;144;p2">
              <a:extLst>
                <a:ext uri="{FF2B5EF4-FFF2-40B4-BE49-F238E27FC236}">
                  <a16:creationId xmlns:a16="http://schemas.microsoft.com/office/drawing/2014/main" id="{4A897482-4044-042A-E7F3-47B6DC07DB4D}"/>
                </a:ext>
              </a:extLst>
            </p:cNvPr>
            <p:cNvSpPr/>
            <p:nvPr/>
          </p:nvSpPr>
          <p:spPr>
            <a:xfrm>
              <a:off x="2254" y="1856"/>
              <a:ext cx="1262" cy="1264"/>
            </a:xfrm>
            <a:prstGeom prst="ellipse">
              <a:avLst/>
            </a:prstGeom>
            <a:gradFill>
              <a:gsLst>
                <a:gs pos="0">
                  <a:srgbClr val="000000"/>
                </a:gs>
                <a:gs pos="100000">
                  <a:srgbClr val="FFCC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3" name="Google Shape;145;p2">
              <a:extLst>
                <a:ext uri="{FF2B5EF4-FFF2-40B4-BE49-F238E27FC236}">
                  <a16:creationId xmlns:a16="http://schemas.microsoft.com/office/drawing/2014/main" id="{02B43B3C-2789-C0B9-7339-55FAAC44B80F}"/>
                </a:ext>
              </a:extLst>
            </p:cNvPr>
            <p:cNvSpPr/>
            <p:nvPr/>
          </p:nvSpPr>
          <p:spPr>
            <a:xfrm>
              <a:off x="2337" y="1939"/>
              <a:ext cx="1096" cy="1098"/>
            </a:xfrm>
            <a:prstGeom prst="ellipse">
              <a:avLst/>
            </a:prstGeom>
            <a:gradFill>
              <a:gsLst>
                <a:gs pos="0">
                  <a:srgbClr val="034A91"/>
                </a:gs>
                <a:gs pos="50000">
                  <a:schemeClr val="hlink"/>
                </a:gs>
                <a:gs pos="100000">
                  <a:srgbClr val="034A91"/>
                </a:gs>
              </a:gsLst>
              <a:lin ang="189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464" name="Google Shape;146;p2">
              <a:extLst>
                <a:ext uri="{FF2B5EF4-FFF2-40B4-BE49-F238E27FC236}">
                  <a16:creationId xmlns:a16="http://schemas.microsoft.com/office/drawing/2014/main" id="{187CE110-F1BA-A05D-FC50-EE1AABEE6A56}"/>
                </a:ext>
              </a:extLst>
            </p:cNvPr>
            <p:cNvSpPr/>
            <p:nvPr/>
          </p:nvSpPr>
          <p:spPr>
            <a:xfrm>
              <a:off x="2337" y="1939"/>
              <a:ext cx="1096" cy="1098"/>
            </a:xfrm>
            <a:prstGeom prst="ellipse">
              <a:avLst/>
            </a:prstGeom>
            <a:gradFill>
              <a:gsLst>
                <a:gs pos="0">
                  <a:srgbClr val="FFCC00"/>
                </a:gs>
                <a:gs pos="100000">
                  <a:srgbClr val="B79200"/>
                </a:gs>
              </a:gsLst>
              <a:lin ang="2700000" scaled="0"/>
            </a:gradFill>
            <a:ln>
              <a:noFill/>
            </a:ln>
          </p:spPr>
          <p:txBody>
            <a:bodyPr spcFirstLastPara="1" wrap="square" lIns="91425" tIns="45700" rIns="91425" bIns="45700" anchor="ctr"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Tree>
    <p:extLst>
      <p:ext uri="{BB962C8B-B14F-4D97-AF65-F5344CB8AC3E}">
        <p14:creationId xmlns:p14="http://schemas.microsoft.com/office/powerpoint/2010/main" val="4164718367"/>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1FE74-5F11-F823-10F2-7E971ED370A1}"/>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757DAB7D-B5A5-4659-3533-67B6F76FE2FF}"/>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19</a:t>
            </a:fld>
            <a:endParaRPr lang="en-US" altLang="en-US" sz="1400"/>
          </a:p>
        </p:txBody>
      </p:sp>
      <p:sp>
        <p:nvSpPr>
          <p:cNvPr id="2" name="Rectangle 2">
            <a:extLst>
              <a:ext uri="{FF2B5EF4-FFF2-40B4-BE49-F238E27FC236}">
                <a16:creationId xmlns:a16="http://schemas.microsoft.com/office/drawing/2014/main" id="{D417D1BF-21D0-B493-E7AE-AF456ADE25EE}"/>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Kết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luận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hướng</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phát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triển</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6FE1E489-A8E7-65A8-E261-33C2234F4FE2}"/>
              </a:ext>
            </a:extLst>
          </p:cNvPr>
          <p:cNvSpPr>
            <a:spLocks noGrp="1" noChangeArrowheads="1"/>
          </p:cNvSpPr>
          <p:nvPr>
            <p:ph type="body" idx="1"/>
          </p:nvPr>
        </p:nvSpPr>
        <p:spPr>
          <a:xfrm>
            <a:off x="906236" y="1184989"/>
            <a:ext cx="10474778" cy="5328526"/>
          </a:xfrm>
        </p:spPr>
        <p:txBody>
          <a:bodyPr>
            <a:normAutofit/>
          </a:bodyPr>
          <a:lstStyle/>
          <a:p>
            <a:pPr marL="0" indent="0" algn="just">
              <a:lnSpc>
                <a:spcPct val="150000"/>
              </a:lnSpc>
              <a:spcBef>
                <a:spcPts val="0"/>
              </a:spcBef>
              <a:buNone/>
              <a:defRPr/>
            </a:pPr>
            <a:r>
              <a:rPr lang="en-US" altLang="en-US" sz="2400" b="1" dirty="0" err="1">
                <a:latin typeface="Arial" panose="020B0604020202020204" pitchFamily="34" charset="0"/>
                <a:cs typeface="Arial" panose="020B0604020202020204" pitchFamily="34" charset="0"/>
              </a:rPr>
              <a:t>Kết</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quả</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đạt</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được</a:t>
            </a:r>
            <a:r>
              <a:rPr lang="en-US" altLang="en-US" sz="2400" b="1" dirty="0">
                <a:latin typeface="Arial" panose="020B0604020202020204" pitchFamily="34" charset="0"/>
                <a:cs typeface="Arial" panose="020B0604020202020204" pitchFamily="34" charset="0"/>
              </a:rPr>
              <a:t>:</a:t>
            </a:r>
          </a:p>
          <a:p>
            <a:pPr algn="just">
              <a:lnSpc>
                <a:spcPct val="150000"/>
              </a:lnSpc>
              <a:spcBef>
                <a:spcPts val="0"/>
              </a:spcBef>
              <a:defRPr/>
            </a:pPr>
            <a:r>
              <a:rPr lang="en-US" altLang="en-US" sz="2400" dirty="0">
                <a:latin typeface="Arial" panose="020B0604020202020204" pitchFamily="34" charset="0"/>
                <a:cs typeface="Arial" panose="020B0604020202020204" pitchFamily="34" charset="0"/>
              </a:rPr>
              <a:t>S</a:t>
            </a:r>
            <a:r>
              <a:rPr lang="vi-VN" altLang="en-US" sz="2400" dirty="0">
                <a:latin typeface="Arial" panose="020B0604020202020204" pitchFamily="34" charset="0"/>
                <a:cs typeface="Arial" panose="020B0604020202020204" pitchFamily="34" charset="0"/>
              </a:rPr>
              <a:t>inh test case và test script tự động từ Use Case</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en-US" altLang="en-US" sz="2400" dirty="0">
                <a:latin typeface="Arial" panose="020B0604020202020204" pitchFamily="34" charset="0"/>
                <a:cs typeface="Arial" panose="020B0604020202020204" pitchFamily="34" charset="0"/>
              </a:rPr>
              <a:t>X</a:t>
            </a:r>
            <a:r>
              <a:rPr lang="vi-VN" altLang="en-US" sz="2400" dirty="0">
                <a:latin typeface="Arial" panose="020B0604020202020204" pitchFamily="34" charset="0"/>
                <a:cs typeface="Arial" panose="020B0604020202020204" pitchFamily="34" charset="0"/>
              </a:rPr>
              <a:t>ây dựng framework kiểm thử tự động Web theo mô hình Hybrid-Driven Testing (POM + DDT + KDT) </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Hệ thống hỗ trợ ánh xạ keyword, locator và dữ liệu kiểm thử để thực thi tự động</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en-US" altLang="en-US" sz="2400" dirty="0">
                <a:latin typeface="Arial" panose="020B0604020202020204" pitchFamily="34" charset="0"/>
                <a:cs typeface="Arial" panose="020B0604020202020204" pitchFamily="34" charset="0"/>
              </a:rPr>
              <a:t>Á</a:t>
            </a:r>
            <a:r>
              <a:rPr lang="vi-VN" altLang="en-US" sz="2400" dirty="0">
                <a:latin typeface="Arial" panose="020B0604020202020204" pitchFamily="34" charset="0"/>
                <a:cs typeface="Arial" panose="020B0604020202020204" pitchFamily="34" charset="0"/>
              </a:rPr>
              <a:t>p dụng thực nghiệm trên website Bemori và cho kết quả hoạt động ổn định.</a:t>
            </a:r>
            <a:endParaRPr lang="en-US"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9247356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wipe(down)">
                                      <p:cBhvr>
                                        <p:cTn id="7" dur="500"/>
                                        <p:tgtEl>
                                          <p:spTgt spid="819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8195">
                                            <p:txEl>
                                              <p:pRg st="1" end="1"/>
                                            </p:txEl>
                                          </p:spTgt>
                                        </p:tgtEl>
                                        <p:attrNameLst>
                                          <p:attrName>style.visibility</p:attrName>
                                        </p:attrNameLst>
                                      </p:cBhvr>
                                      <p:to>
                                        <p:strVal val="visible"/>
                                      </p:to>
                                    </p:set>
                                    <p:animEffect transition="in" filter="wipe(down)">
                                      <p:cBhvr>
                                        <p:cTn id="12" dur="500"/>
                                        <p:tgtEl>
                                          <p:spTgt spid="819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Effect transition="in" filter="wipe(down)">
                                      <p:cBhvr>
                                        <p:cTn id="17" dur="500"/>
                                        <p:tgtEl>
                                          <p:spTgt spid="819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8195">
                                            <p:txEl>
                                              <p:pRg st="3" end="3"/>
                                            </p:txEl>
                                          </p:spTgt>
                                        </p:tgtEl>
                                        <p:attrNameLst>
                                          <p:attrName>style.visibility</p:attrName>
                                        </p:attrNameLst>
                                      </p:cBhvr>
                                      <p:to>
                                        <p:strVal val="visible"/>
                                      </p:to>
                                    </p:set>
                                    <p:animEffect transition="in" filter="wipe(down)">
                                      <p:cBhvr>
                                        <p:cTn id="22" dur="500"/>
                                        <p:tgtEl>
                                          <p:spTgt spid="819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Effect transition="in" filter="wipe(down)">
                                      <p:cBhvr>
                                        <p:cTn id="27" dur="500"/>
                                        <p:tgtEl>
                                          <p:spTgt spid="819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BAC4D-7966-CBA0-63DA-9DE445F9C617}"/>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6EE15A36-9378-7CEE-5D4E-6EC71C18DE49}"/>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20</a:t>
            </a:fld>
            <a:endParaRPr lang="en-US" altLang="en-US" sz="1400"/>
          </a:p>
        </p:txBody>
      </p:sp>
      <p:sp>
        <p:nvSpPr>
          <p:cNvPr id="2" name="Rectangle 2">
            <a:extLst>
              <a:ext uri="{FF2B5EF4-FFF2-40B4-BE49-F238E27FC236}">
                <a16:creationId xmlns:a16="http://schemas.microsoft.com/office/drawing/2014/main" id="{FAB34F41-B4FF-A877-A599-DF0272D9F795}"/>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err="1">
                <a:latin typeface="Arial" panose="020B0604020202020204" pitchFamily="34" charset="0"/>
                <a:cs typeface="Arial" panose="020B0604020202020204" pitchFamily="34" charset="0"/>
              </a:rPr>
              <a:t>Kết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luận</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và</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hướng</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phát</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triển</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94616535-5564-A6AD-620B-E58916F3FA00}"/>
              </a:ext>
            </a:extLst>
          </p:cNvPr>
          <p:cNvSpPr>
            <a:spLocks noGrp="1" noChangeArrowheads="1"/>
          </p:cNvSpPr>
          <p:nvPr>
            <p:ph type="body" idx="1"/>
          </p:nvPr>
        </p:nvSpPr>
        <p:spPr>
          <a:xfrm>
            <a:off x="858611" y="1085496"/>
            <a:ext cx="10474778" cy="5328526"/>
          </a:xfrm>
        </p:spPr>
        <p:txBody>
          <a:bodyPr>
            <a:normAutofit/>
          </a:bodyPr>
          <a:lstStyle/>
          <a:p>
            <a:pPr marL="0" indent="0" algn="just">
              <a:lnSpc>
                <a:spcPct val="150000"/>
              </a:lnSpc>
              <a:spcBef>
                <a:spcPts val="0"/>
              </a:spcBef>
              <a:buNone/>
              <a:defRPr/>
            </a:pPr>
            <a:r>
              <a:rPr lang="en-US" altLang="en-US" sz="2400" b="1" dirty="0" err="1">
                <a:latin typeface="Arial" panose="020B0604020202020204" pitchFamily="34" charset="0"/>
                <a:cs typeface="Arial" panose="020B0604020202020204" pitchFamily="34" charset="0"/>
              </a:rPr>
              <a:t>Hạn</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chế</a:t>
            </a:r>
            <a:r>
              <a:rPr lang="en-US" altLang="en-US" sz="2400" b="1" dirty="0">
                <a:latin typeface="Arial" panose="020B0604020202020204" pitchFamily="34" charset="0"/>
                <a:cs typeface="Arial" panose="020B0604020202020204" pitchFamily="34" charset="0"/>
              </a:rPr>
              <a:t>:</a:t>
            </a: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Chưa hỗ trợ mobile/API</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Keyword còn hạn chế</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C</a:t>
            </a:r>
            <a:r>
              <a:rPr lang="en-US" altLang="en-US" sz="2400" dirty="0" err="1">
                <a:latin typeface="Arial" panose="020B0604020202020204" pitchFamily="34" charset="0"/>
                <a:cs typeface="Arial" panose="020B0604020202020204" pitchFamily="34" charset="0"/>
              </a:rPr>
              <a:t>hưa</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có</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giao</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diện</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hỗ</a:t>
            </a:r>
            <a:r>
              <a:rPr lang="en-US" altLang="en-US" sz="2400" dirty="0">
                <a:latin typeface="Arial" panose="020B0604020202020204" pitchFamily="34" charset="0"/>
                <a:cs typeface="Arial" panose="020B0604020202020204" pitchFamily="34" charset="0"/>
              </a:rPr>
              <a:t> </a:t>
            </a:r>
            <a:r>
              <a:rPr lang="en-US" altLang="en-US" sz="2400" dirty="0" err="1">
                <a:latin typeface="Arial" panose="020B0604020202020204" pitchFamily="34" charset="0"/>
                <a:cs typeface="Arial" panose="020B0604020202020204" pitchFamily="34" charset="0"/>
              </a:rPr>
              <a:t>trợ</a:t>
            </a:r>
            <a:r>
              <a:rPr lang="en-US" altLang="en-US" sz="2400" dirty="0">
                <a:latin typeface="Arial" panose="020B0604020202020204" pitchFamily="34" charset="0"/>
                <a:cs typeface="Arial" panose="020B0604020202020204" pitchFamily="34" charset="0"/>
              </a:rPr>
              <a:t> </a:t>
            </a:r>
          </a:p>
          <a:p>
            <a:pPr marL="0" indent="0" algn="just">
              <a:lnSpc>
                <a:spcPct val="150000"/>
              </a:lnSpc>
              <a:spcBef>
                <a:spcPts val="0"/>
              </a:spcBef>
              <a:buNone/>
              <a:defRPr/>
            </a:pPr>
            <a:r>
              <a:rPr lang="en-US" altLang="en-US" sz="2400" b="1" dirty="0" err="1">
                <a:latin typeface="Arial" panose="020B0604020202020204" pitchFamily="34" charset="0"/>
                <a:cs typeface="Arial" panose="020B0604020202020204" pitchFamily="34" charset="0"/>
              </a:rPr>
              <a:t>Hướng</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phát</a:t>
            </a:r>
            <a:r>
              <a:rPr lang="en-US" altLang="en-US" sz="2400" b="1" dirty="0">
                <a:latin typeface="Arial" panose="020B0604020202020204" pitchFamily="34" charset="0"/>
                <a:cs typeface="Arial" panose="020B0604020202020204" pitchFamily="34" charset="0"/>
              </a:rPr>
              <a:t> </a:t>
            </a:r>
            <a:r>
              <a:rPr lang="en-US" altLang="en-US" sz="2400" b="1" dirty="0" err="1">
                <a:latin typeface="Arial" panose="020B0604020202020204" pitchFamily="34" charset="0"/>
                <a:cs typeface="Arial" panose="020B0604020202020204" pitchFamily="34" charset="0"/>
              </a:rPr>
              <a:t>triển</a:t>
            </a:r>
            <a:r>
              <a:rPr lang="en-US" altLang="en-US" sz="2400" b="1" dirty="0">
                <a:latin typeface="Arial" panose="020B0604020202020204" pitchFamily="34" charset="0"/>
                <a:cs typeface="Arial" panose="020B0604020202020204" pitchFamily="34" charset="0"/>
              </a:rPr>
              <a:t>:</a:t>
            </a: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Mở rộng hỗ trợ mobile testing và API testing</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Bổ sung thêm keyword và module kiểm thử mớ</a:t>
            </a:r>
            <a:r>
              <a:rPr lang="en-US" altLang="en-US" sz="2400" dirty="0" err="1">
                <a:latin typeface="Arial" panose="020B0604020202020204" pitchFamily="34" charset="0"/>
                <a:cs typeface="Arial" panose="020B0604020202020204" pitchFamily="34" charset="0"/>
              </a:rPr>
              <a:t>i</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Tích hợp CI/CD để tự động hóa quy trình kiểm thử</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r>
              <a:rPr lang="vi-VN" altLang="en-US" sz="2400" dirty="0">
                <a:latin typeface="Arial" panose="020B0604020202020204" pitchFamily="34" charset="0"/>
                <a:cs typeface="Arial" panose="020B0604020202020204" pitchFamily="34" charset="0"/>
              </a:rPr>
              <a:t>Phát triển giao diện quản lý test case trực quan hơn</a:t>
            </a:r>
            <a:endParaRPr lang="en-US" altLang="en-US" sz="2400" dirty="0">
              <a:latin typeface="Arial" panose="020B0604020202020204" pitchFamily="34" charset="0"/>
              <a:cs typeface="Arial" panose="020B0604020202020204" pitchFamily="34" charset="0"/>
            </a:endParaRPr>
          </a:p>
          <a:p>
            <a:pPr algn="just">
              <a:lnSpc>
                <a:spcPct val="150000"/>
              </a:lnSpc>
              <a:spcBef>
                <a:spcPts val="0"/>
              </a:spcBef>
              <a:defRPr/>
            </a:pPr>
            <a:endParaRPr lang="en-US" altLang="en-US" sz="2400" dirty="0">
              <a:latin typeface="Arial" panose="020B0604020202020204" pitchFamily="34" charset="0"/>
              <a:cs typeface="Arial" panose="020B0604020202020204" pitchFamily="34" charset="0"/>
            </a:endParaRPr>
          </a:p>
          <a:p>
            <a:pPr marL="0" indent="0" algn="just">
              <a:lnSpc>
                <a:spcPct val="150000"/>
              </a:lnSpc>
              <a:spcBef>
                <a:spcPts val="0"/>
              </a:spcBef>
              <a:buNone/>
              <a:defRPr/>
            </a:pPr>
            <a:endParaRPr lang="en-US" alt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3674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barn(inVertical)">
                                      <p:cBhvr>
                                        <p:cTn id="7" dur="500"/>
                                        <p:tgtEl>
                                          <p:spTgt spid="8195">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8195">
                                            <p:txEl>
                                              <p:pRg st="1" end="1"/>
                                            </p:txEl>
                                          </p:spTgt>
                                        </p:tgtEl>
                                        <p:attrNameLst>
                                          <p:attrName>style.visibility</p:attrName>
                                        </p:attrNameLst>
                                      </p:cBhvr>
                                      <p:to>
                                        <p:strVal val="visible"/>
                                      </p:to>
                                    </p:set>
                                    <p:animEffect transition="in" filter="barn(inVertical)">
                                      <p:cBhvr>
                                        <p:cTn id="10" dur="500"/>
                                        <p:tgtEl>
                                          <p:spTgt spid="8195">
                                            <p:txEl>
                                              <p:pRg st="1" end="1"/>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8195">
                                            <p:txEl>
                                              <p:pRg st="2" end="2"/>
                                            </p:txEl>
                                          </p:spTgt>
                                        </p:tgtEl>
                                        <p:attrNameLst>
                                          <p:attrName>style.visibility</p:attrName>
                                        </p:attrNameLst>
                                      </p:cBhvr>
                                      <p:to>
                                        <p:strVal val="visible"/>
                                      </p:to>
                                    </p:set>
                                    <p:animEffect transition="in" filter="barn(inVertical)">
                                      <p:cBhvr>
                                        <p:cTn id="13" dur="500"/>
                                        <p:tgtEl>
                                          <p:spTgt spid="8195">
                                            <p:txEl>
                                              <p:pRg st="2" end="2"/>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8195">
                                            <p:txEl>
                                              <p:pRg st="3" end="3"/>
                                            </p:txEl>
                                          </p:spTgt>
                                        </p:tgtEl>
                                        <p:attrNameLst>
                                          <p:attrName>style.visibility</p:attrName>
                                        </p:attrNameLst>
                                      </p:cBhvr>
                                      <p:to>
                                        <p:strVal val="visible"/>
                                      </p:to>
                                    </p:set>
                                    <p:animEffect transition="in" filter="barn(inVertical)">
                                      <p:cBhvr>
                                        <p:cTn id="16" dur="500"/>
                                        <p:tgtEl>
                                          <p:spTgt spid="8195">
                                            <p:txEl>
                                              <p:pRg st="3" end="3"/>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8195">
                                            <p:txEl>
                                              <p:pRg st="4" end="4"/>
                                            </p:txEl>
                                          </p:spTgt>
                                        </p:tgtEl>
                                        <p:attrNameLst>
                                          <p:attrName>style.visibility</p:attrName>
                                        </p:attrNameLst>
                                      </p:cBhvr>
                                      <p:to>
                                        <p:strVal val="visible"/>
                                      </p:to>
                                    </p:set>
                                    <p:animEffect transition="in" filter="barn(inVertical)">
                                      <p:cBhvr>
                                        <p:cTn id="19" dur="500"/>
                                        <p:tgtEl>
                                          <p:spTgt spid="8195">
                                            <p:txEl>
                                              <p:pRg st="4" end="4"/>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8195">
                                            <p:txEl>
                                              <p:pRg st="5" end="5"/>
                                            </p:txEl>
                                          </p:spTgt>
                                        </p:tgtEl>
                                        <p:attrNameLst>
                                          <p:attrName>style.visibility</p:attrName>
                                        </p:attrNameLst>
                                      </p:cBhvr>
                                      <p:to>
                                        <p:strVal val="visible"/>
                                      </p:to>
                                    </p:set>
                                    <p:animEffect transition="in" filter="barn(inVertical)">
                                      <p:cBhvr>
                                        <p:cTn id="22" dur="500"/>
                                        <p:tgtEl>
                                          <p:spTgt spid="8195">
                                            <p:txEl>
                                              <p:pRg st="5" end="5"/>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8195">
                                            <p:txEl>
                                              <p:pRg st="6" end="6"/>
                                            </p:txEl>
                                          </p:spTgt>
                                        </p:tgtEl>
                                        <p:attrNameLst>
                                          <p:attrName>style.visibility</p:attrName>
                                        </p:attrNameLst>
                                      </p:cBhvr>
                                      <p:to>
                                        <p:strVal val="visible"/>
                                      </p:to>
                                    </p:set>
                                    <p:animEffect transition="in" filter="barn(inVertical)">
                                      <p:cBhvr>
                                        <p:cTn id="25" dur="500"/>
                                        <p:tgtEl>
                                          <p:spTgt spid="8195">
                                            <p:txEl>
                                              <p:pRg st="6" end="6"/>
                                            </p:txEl>
                                          </p:spTgt>
                                        </p:tgtEl>
                                      </p:cBhvr>
                                    </p:animEffect>
                                  </p:childTnLst>
                                </p:cTn>
                              </p:par>
                              <p:par>
                                <p:cTn id="26" presetID="16" presetClass="entr" presetSubtype="21" fill="hold" nodeType="withEffect">
                                  <p:stCondLst>
                                    <p:cond delay="0"/>
                                  </p:stCondLst>
                                  <p:childTnLst>
                                    <p:set>
                                      <p:cBhvr>
                                        <p:cTn id="27" dur="1" fill="hold">
                                          <p:stCondLst>
                                            <p:cond delay="0"/>
                                          </p:stCondLst>
                                        </p:cTn>
                                        <p:tgtEl>
                                          <p:spTgt spid="8195">
                                            <p:txEl>
                                              <p:pRg st="7" end="7"/>
                                            </p:txEl>
                                          </p:spTgt>
                                        </p:tgtEl>
                                        <p:attrNameLst>
                                          <p:attrName>style.visibility</p:attrName>
                                        </p:attrNameLst>
                                      </p:cBhvr>
                                      <p:to>
                                        <p:strVal val="visible"/>
                                      </p:to>
                                    </p:set>
                                    <p:animEffect transition="in" filter="barn(inVertical)">
                                      <p:cBhvr>
                                        <p:cTn id="28" dur="500"/>
                                        <p:tgtEl>
                                          <p:spTgt spid="8195">
                                            <p:txEl>
                                              <p:pRg st="7" end="7"/>
                                            </p:txEl>
                                          </p:spTgt>
                                        </p:tgtEl>
                                      </p:cBhvr>
                                    </p:animEffect>
                                  </p:childTnLst>
                                </p:cTn>
                              </p:par>
                              <p:par>
                                <p:cTn id="29" presetID="16" presetClass="entr" presetSubtype="21" fill="hold" nodeType="withEffect">
                                  <p:stCondLst>
                                    <p:cond delay="0"/>
                                  </p:stCondLst>
                                  <p:childTnLst>
                                    <p:set>
                                      <p:cBhvr>
                                        <p:cTn id="30" dur="1" fill="hold">
                                          <p:stCondLst>
                                            <p:cond delay="0"/>
                                          </p:stCondLst>
                                        </p:cTn>
                                        <p:tgtEl>
                                          <p:spTgt spid="8195">
                                            <p:txEl>
                                              <p:pRg st="8" end="8"/>
                                            </p:txEl>
                                          </p:spTgt>
                                        </p:tgtEl>
                                        <p:attrNameLst>
                                          <p:attrName>style.visibility</p:attrName>
                                        </p:attrNameLst>
                                      </p:cBhvr>
                                      <p:to>
                                        <p:strVal val="visible"/>
                                      </p:to>
                                    </p:set>
                                    <p:animEffect transition="in" filter="barn(inVertical)">
                                      <p:cBhvr>
                                        <p:cTn id="31" dur="500"/>
                                        <p:tgtEl>
                                          <p:spTgt spid="8195">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21D64-7B97-1586-2589-8F0748B38B4E}"/>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D0A0731D-36C3-C7C6-4370-C5D8ED588E41}"/>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21</a:t>
            </a:fld>
            <a:endParaRPr lang="en-US" altLang="en-US" sz="1400"/>
          </a:p>
        </p:txBody>
      </p:sp>
      <p:sp>
        <p:nvSpPr>
          <p:cNvPr id="2" name="Rectangle 2">
            <a:extLst>
              <a:ext uri="{FF2B5EF4-FFF2-40B4-BE49-F238E27FC236}">
                <a16:creationId xmlns:a16="http://schemas.microsoft.com/office/drawing/2014/main" id="{33DA87D5-C507-2B3E-6CD2-0BD29DF419C0}"/>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Tài </a:t>
            </a:r>
            <a:r>
              <a:rPr lang="en-US" altLang="en-US" b="1" dirty="0" err="1">
                <a:latin typeface="Arial" panose="020B0604020202020204" pitchFamily="34" charset="0"/>
                <a:cs typeface="Arial" panose="020B0604020202020204" pitchFamily="34" charset="0"/>
              </a:rPr>
              <a:t>liệu</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tham</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khảo</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FFD9FF0C-1C3F-9F31-E2E5-7779A7AE8869}"/>
              </a:ext>
            </a:extLst>
          </p:cNvPr>
          <p:cNvSpPr>
            <a:spLocks noGrp="1" noChangeArrowheads="1"/>
          </p:cNvSpPr>
          <p:nvPr>
            <p:ph type="body" idx="1"/>
          </p:nvPr>
        </p:nvSpPr>
        <p:spPr>
          <a:xfrm>
            <a:off x="906236" y="1184989"/>
            <a:ext cx="10474778" cy="5328526"/>
          </a:xfrm>
        </p:spPr>
        <p:txBody>
          <a:bodyPr>
            <a:normAutofit lnSpcReduction="10000"/>
          </a:bodyPr>
          <a:lstStyle/>
          <a:p>
            <a:pPr marL="0" indent="0" algn="just">
              <a:lnSpc>
                <a:spcPct val="150000"/>
              </a:lnSpc>
              <a:spcBef>
                <a:spcPts val="0"/>
              </a:spcBef>
              <a:buNone/>
              <a:defRPr/>
            </a:pPr>
            <a:r>
              <a:rPr lang="en-US" sz="1800" dirty="0">
                <a:latin typeface="Arial" panose="020B0604020202020204" pitchFamily="34" charset="0"/>
                <a:cs typeface="Arial" panose="020B0604020202020204" pitchFamily="34" charset="0"/>
              </a:rPr>
              <a:t>[1] </a:t>
            </a:r>
            <a:r>
              <a:rPr lang="vi-VN" sz="1800" dirty="0">
                <a:latin typeface="Arial" panose="020B0604020202020204" pitchFamily="34" charset="0"/>
                <a:cs typeface="Arial" panose="020B0604020202020204" pitchFamily="34" charset="0"/>
              </a:rPr>
              <a:t>Trường Đại học Sư phạm Kỹ thuật Hưng Yên, Giáo trình </a:t>
            </a:r>
            <a:r>
              <a:rPr lang="en-US" sz="1800" dirty="0" err="1">
                <a:latin typeface="Arial" panose="020B0604020202020204" pitchFamily="34" charset="0"/>
                <a:cs typeface="Arial" panose="020B0604020202020204" pitchFamily="34" charset="0"/>
              </a:rPr>
              <a:t>Kiểm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thử</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động</a:t>
            </a:r>
            <a:r>
              <a:rPr lang="vi-VN" sz="1800" dirty="0">
                <a:latin typeface="Arial" panose="020B0604020202020204" pitchFamily="34" charset="0"/>
                <a:cs typeface="Arial" panose="020B0604020202020204" pitchFamily="34" charset="0"/>
              </a:rPr>
              <a:t>, Hưng Yên: Khoa Công nghệ thông tin - UTEHY, 2025. </a:t>
            </a:r>
            <a:endParaRPr lang="en-US" sz="18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sz="1800" dirty="0">
                <a:latin typeface="Arial" panose="020B0604020202020204" pitchFamily="34" charset="0"/>
                <a:cs typeface="Arial" panose="020B0604020202020204" pitchFamily="34" charset="0"/>
              </a:rPr>
              <a:t>[2] </a:t>
            </a:r>
            <a:r>
              <a:rPr lang="vi-VN" sz="1800" dirty="0">
                <a:latin typeface="Arial" panose="020B0604020202020204" pitchFamily="34" charset="0"/>
                <a:cs typeface="Arial" panose="020B0604020202020204" pitchFamily="34" charset="0"/>
              </a:rPr>
              <a:t>Trường Đại học Sư phạm Kỹ thuật Hưng Yên, Giáo trình Kiểm thử phần mềm, Hưng Yên: Khoa Công nghệ Thông tin - UTEHY, 2023. </a:t>
            </a:r>
            <a:endParaRPr lang="en-US" sz="18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sz="1800" dirty="0">
                <a:latin typeface="Arial" panose="020B0604020202020204" pitchFamily="34" charset="0"/>
                <a:cs typeface="Arial" panose="020B0604020202020204" pitchFamily="34" charset="0"/>
              </a:rPr>
              <a:t>[3] </a:t>
            </a:r>
            <a:r>
              <a:rPr lang="vi-VN" sz="1800" dirty="0">
                <a:latin typeface="Arial" panose="020B0604020202020204" pitchFamily="34" charset="0"/>
                <a:cs typeface="Arial" panose="020B0604020202020204" pitchFamily="34" charset="0"/>
              </a:rPr>
              <a:t>Trường Đại học Sư phạm Kỹ thuật Hưng Yên, Giáo trình </a:t>
            </a:r>
            <a:r>
              <a:rPr lang="en-US" sz="1800" dirty="0" err="1">
                <a:latin typeface="Arial" panose="020B0604020202020204" pitchFamily="34" charset="0"/>
                <a:cs typeface="Arial" panose="020B0604020202020204" pitchFamily="34" charset="0"/>
              </a:rPr>
              <a:t>Kiểm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thử</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động</a:t>
            </a:r>
            <a:r>
              <a:rPr lang="en-US" sz="1800" dirty="0">
                <a:latin typeface="Arial" panose="020B0604020202020204" pitchFamily="34" charset="0"/>
                <a:cs typeface="Arial" panose="020B0604020202020204" pitchFamily="34" charset="0"/>
              </a:rPr>
              <a:t> Web </a:t>
            </a:r>
            <a:r>
              <a:rPr lang="en-US" sz="1800" dirty="0" err="1">
                <a:latin typeface="Arial" panose="020B0604020202020204" pitchFamily="34" charset="0"/>
                <a:cs typeface="Arial" panose="020B0604020202020204" pitchFamily="34" charset="0"/>
              </a:rPr>
              <a:t>và</a:t>
            </a:r>
            <a:r>
              <a:rPr lang="en-US" sz="1800" dirty="0">
                <a:latin typeface="Arial" panose="020B0604020202020204" pitchFamily="34" charset="0"/>
                <a:cs typeface="Arial" panose="020B0604020202020204" pitchFamily="34" charset="0"/>
              </a:rPr>
              <a:t> di </a:t>
            </a:r>
            <a:r>
              <a:rPr lang="en-US" sz="1800" dirty="0" err="1">
                <a:latin typeface="Arial" panose="020B0604020202020204" pitchFamily="34" charset="0"/>
                <a:cs typeface="Arial" panose="020B0604020202020204" pitchFamily="34" charset="0"/>
              </a:rPr>
              <a:t>dộng</a:t>
            </a:r>
            <a:r>
              <a:rPr lang="vi-VN" sz="1800" dirty="0">
                <a:latin typeface="Arial" panose="020B0604020202020204" pitchFamily="34" charset="0"/>
                <a:cs typeface="Arial" panose="020B0604020202020204" pitchFamily="34" charset="0"/>
              </a:rPr>
              <a:t>, Hưng Yên: Khoa Công nghệ thông tin - UTEHY, 202</a:t>
            </a:r>
            <a:r>
              <a:rPr lang="en-US" sz="1800" dirty="0">
                <a:latin typeface="Arial" panose="020B0604020202020204" pitchFamily="34" charset="0"/>
                <a:cs typeface="Arial" panose="020B0604020202020204" pitchFamily="34" charset="0"/>
              </a:rPr>
              <a:t>5</a:t>
            </a:r>
            <a:r>
              <a:rPr lang="vi-VN" sz="1800" dirty="0">
                <a:latin typeface="Arial" panose="020B0604020202020204" pitchFamily="34" charset="0"/>
                <a:cs typeface="Arial" panose="020B0604020202020204" pitchFamily="34" charset="0"/>
              </a:rPr>
              <a:t>. </a:t>
            </a:r>
            <a:endParaRPr lang="en-US" sz="18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altLang="en-US" sz="1800" dirty="0">
                <a:latin typeface="Arial" panose="020B0604020202020204" pitchFamily="34" charset="0"/>
                <a:cs typeface="Arial" panose="020B0604020202020204" pitchFamily="34" charset="0"/>
              </a:rPr>
              <a:t>[4] </a:t>
            </a:r>
            <a:r>
              <a:rPr lang="vi-VN" altLang="en-US" sz="1800" dirty="0">
                <a:latin typeface="Arial" panose="020B0604020202020204" pitchFamily="34" charset="0"/>
                <a:cs typeface="Arial" panose="020B0604020202020204" pitchFamily="34" charset="0"/>
              </a:rPr>
              <a:t>Trường Đại học Sư phạm Kỹ thuật Hưng Yên, Giáo trình Đảm bảo chất lượng phần mềm, Hưng Yên: Khoa Công nghệ thông tin - UTEHY, 2024. </a:t>
            </a:r>
            <a:endParaRPr lang="en-US" altLang="en-US" sz="1800" dirty="0">
              <a:latin typeface="Arial" panose="020B0604020202020204" pitchFamily="34" charset="0"/>
              <a:cs typeface="Arial" panose="020B0604020202020204" pitchFamily="34" charset="0"/>
            </a:endParaRPr>
          </a:p>
          <a:p>
            <a:pPr marL="0" indent="0" algn="just">
              <a:lnSpc>
                <a:spcPct val="150000"/>
              </a:lnSpc>
              <a:spcBef>
                <a:spcPts val="0"/>
              </a:spcBef>
              <a:buNone/>
              <a:defRPr/>
            </a:pPr>
            <a:r>
              <a:rPr lang="en-US" altLang="en-US" sz="1800" dirty="0">
                <a:latin typeface="Arial" panose="020B0604020202020204" pitchFamily="34" charset="0"/>
                <a:cs typeface="Arial" panose="020B0604020202020204" pitchFamily="34" charset="0"/>
              </a:rPr>
              <a:t>[5] </a:t>
            </a:r>
            <a:r>
              <a:rPr lang="en-US" altLang="en-US" sz="1800" dirty="0" err="1">
                <a:latin typeface="Arial" panose="020B0604020202020204" pitchFamily="34" charset="0"/>
                <a:cs typeface="Arial" panose="020B0604020202020204" pitchFamily="34" charset="0"/>
              </a:rPr>
              <a:t>TopDev</a:t>
            </a:r>
            <a:r>
              <a:rPr lang="en-US" altLang="en-US" sz="1800" dirty="0">
                <a:latin typeface="Arial" panose="020B0604020202020204" pitchFamily="34" charset="0"/>
                <a:cs typeface="Arial" panose="020B0604020202020204" pitchFamily="34" charset="0"/>
              </a:rPr>
              <a:t>, "Framework </a:t>
            </a:r>
            <a:r>
              <a:rPr lang="en-US" altLang="en-US" sz="1800" dirty="0" err="1">
                <a:latin typeface="Arial" panose="020B0604020202020204" pitchFamily="34" charset="0"/>
                <a:cs typeface="Arial" panose="020B0604020202020204" pitchFamily="34" charset="0"/>
              </a:rPr>
              <a:t>là</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gì</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Tìm</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hiểu</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về</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các</a:t>
            </a:r>
            <a:r>
              <a:rPr lang="en-US" altLang="en-US" sz="1800" dirty="0">
                <a:latin typeface="Arial" panose="020B0604020202020204" pitchFamily="34" charset="0"/>
                <a:cs typeface="Arial" panose="020B0604020202020204" pitchFamily="34" charset="0"/>
              </a:rPr>
              <a:t> Framework," 2025. [Online]. Available: https://topdev.vn/blog/framework-la-gi/?utm_source=google&amp;utm_medium=cpc&amp;gad_source=1&amp;gad_campaignid=23072489947&amp;gbraid=0AAAAADDtBSA2Le08nLf_AHZlvVxqbsbYS&amp;gclid=Cj0KCQjwk_bPBhDXARIsACiq8R02lYiiShXBp0rkXM-tf5QqLNDkgiEbpVqW49GTqotoZUCk4TJWUOsaAsBtEALw_wcB.</a:t>
            </a:r>
            <a:endParaRPr lang="en-US" sz="1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3060099"/>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F3C4-25B4-471D-7D55-5B09F70153D4}"/>
            </a:ext>
          </a:extLst>
        </p:cNvPr>
        <p:cNvGrpSpPr/>
        <p:nvPr/>
      </p:nvGrpSpPr>
      <p:grpSpPr>
        <a:xfrm>
          <a:off x="0" y="0"/>
          <a:ext cx="0" cy="0"/>
          <a:chOff x="0" y="0"/>
          <a:chExt cx="0" cy="0"/>
        </a:xfrm>
      </p:grpSpPr>
      <p:sp>
        <p:nvSpPr>
          <p:cNvPr id="19458" name="Slide Number Placeholder 5">
            <a:extLst>
              <a:ext uri="{FF2B5EF4-FFF2-40B4-BE49-F238E27FC236}">
                <a16:creationId xmlns:a16="http://schemas.microsoft.com/office/drawing/2014/main" id="{25B75BD8-C38A-9AD0-713A-A3E57405EE36}"/>
              </a:ext>
            </a:extLst>
          </p:cNvPr>
          <p:cNvSpPr>
            <a:spLocks noGrp="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Verdana" panose="020B0604030504040204" pitchFamily="34" charset="0"/>
              </a:defRPr>
            </a:lvl1pPr>
            <a:lvl2pPr marL="742950" indent="-285750">
              <a:spcBef>
                <a:spcPct val="20000"/>
              </a:spcBef>
              <a:buChar char="–"/>
              <a:defRPr sz="2800">
                <a:solidFill>
                  <a:schemeClr val="tx1"/>
                </a:solidFill>
                <a:latin typeface="Verdana" panose="020B0604030504040204" pitchFamily="34" charset="0"/>
              </a:defRPr>
            </a:lvl2pPr>
            <a:lvl3pPr marL="1143000" indent="-228600">
              <a:spcBef>
                <a:spcPct val="20000"/>
              </a:spcBef>
              <a:buChar char="•"/>
              <a:defRPr sz="2400">
                <a:solidFill>
                  <a:schemeClr val="tx1"/>
                </a:solidFill>
                <a:latin typeface="Verdana" panose="020B0604030504040204" pitchFamily="34" charset="0"/>
              </a:defRPr>
            </a:lvl3pPr>
            <a:lvl4pPr marL="1600200" indent="-228600">
              <a:spcBef>
                <a:spcPct val="20000"/>
              </a:spcBef>
              <a:buChar char="–"/>
              <a:defRPr sz="2000">
                <a:solidFill>
                  <a:schemeClr val="tx1"/>
                </a:solidFill>
                <a:latin typeface="Verdana" panose="020B0604030504040204" pitchFamily="34" charset="0"/>
              </a:defRPr>
            </a:lvl4pPr>
            <a:lvl5pPr marL="2057400" indent="-228600">
              <a:spcBef>
                <a:spcPct val="20000"/>
              </a:spcBef>
              <a:buChar char="»"/>
              <a:defRPr sz="2000">
                <a:solidFill>
                  <a:schemeClr val="tx1"/>
                </a:solidFill>
                <a:latin typeface="Verdan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Verdan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Verdan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Verdan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Verdana" panose="020B0604030504040204" pitchFamily="34" charset="0"/>
              </a:defRPr>
            </a:lvl9pPr>
          </a:lstStyle>
          <a:p>
            <a:pPr>
              <a:spcBef>
                <a:spcPct val="0"/>
              </a:spcBef>
              <a:buFontTx/>
              <a:buNone/>
            </a:pPr>
            <a:fld id="{7A12D7E3-E12C-46AD-95DA-2B3BA076F846}" type="slidenum">
              <a:rPr lang="en-US" altLang="en-US" sz="1400"/>
              <a:t>22</a:t>
            </a:fld>
            <a:endParaRPr lang="en-US" altLang="en-US" sz="1400"/>
          </a:p>
        </p:txBody>
      </p:sp>
      <p:sp>
        <p:nvSpPr>
          <p:cNvPr id="2" name="Rectangle 2">
            <a:extLst>
              <a:ext uri="{FF2B5EF4-FFF2-40B4-BE49-F238E27FC236}">
                <a16:creationId xmlns:a16="http://schemas.microsoft.com/office/drawing/2014/main" id="{05F74533-3E58-6BAC-47C4-EDADF4A4ACAB}"/>
              </a:ext>
            </a:extLst>
          </p:cNvPr>
          <p:cNvSpPr>
            <a:spLocks noGrp="1" noChangeArrowheads="1"/>
          </p:cNvSpPr>
          <p:nvPr>
            <p:ph type="title"/>
          </p:nvPr>
        </p:nvSpPr>
        <p:spPr>
          <a:xfrm>
            <a:off x="906236" y="144624"/>
            <a:ext cx="8077200" cy="609600"/>
          </a:xfrm>
        </p:spPr>
        <p:txBody>
          <a:bodyPr>
            <a:normAutofit/>
          </a:bodyPr>
          <a:lstStyle/>
          <a:p>
            <a:pPr>
              <a:defRPr/>
            </a:pPr>
            <a:r>
              <a:rPr lang="en-US" altLang="en-US" b="1" dirty="0">
                <a:latin typeface="Arial" panose="020B0604020202020204" pitchFamily="34" charset="0"/>
                <a:cs typeface="Arial" panose="020B0604020202020204" pitchFamily="34" charset="0"/>
              </a:rPr>
              <a:t>Tài </a:t>
            </a:r>
            <a:r>
              <a:rPr lang="en-US" altLang="en-US" b="1" dirty="0" err="1">
                <a:latin typeface="Arial" panose="020B0604020202020204" pitchFamily="34" charset="0"/>
                <a:cs typeface="Arial" panose="020B0604020202020204" pitchFamily="34" charset="0"/>
              </a:rPr>
              <a:t>liệu</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tham</a:t>
            </a:r>
            <a:r>
              <a:rPr lang="en-US" altLang="en-US" b="1" dirty="0">
                <a:latin typeface="Arial" panose="020B0604020202020204" pitchFamily="34" charset="0"/>
                <a:cs typeface="Arial" panose="020B0604020202020204" pitchFamily="34" charset="0"/>
              </a:rPr>
              <a:t> </a:t>
            </a:r>
            <a:r>
              <a:rPr lang="en-US" altLang="en-US" b="1" dirty="0" err="1">
                <a:latin typeface="Arial" panose="020B0604020202020204" pitchFamily="34" charset="0"/>
                <a:cs typeface="Arial" panose="020B0604020202020204" pitchFamily="34" charset="0"/>
              </a:rPr>
              <a:t>khảo</a:t>
            </a:r>
            <a:endParaRPr lang="en-US" altLang="en-US" b="1" dirty="0">
              <a:latin typeface="Arial" panose="020B0604020202020204" pitchFamily="34" charset="0"/>
              <a:cs typeface="Arial" panose="020B0604020202020204" pitchFamily="34" charset="0"/>
            </a:endParaRPr>
          </a:p>
        </p:txBody>
      </p:sp>
      <p:sp>
        <p:nvSpPr>
          <p:cNvPr id="8195" name="Rectangle 3">
            <a:extLst>
              <a:ext uri="{FF2B5EF4-FFF2-40B4-BE49-F238E27FC236}">
                <a16:creationId xmlns:a16="http://schemas.microsoft.com/office/drawing/2014/main" id="{EA576F40-185E-E1D2-47C9-5F6F07C65B51}"/>
              </a:ext>
            </a:extLst>
          </p:cNvPr>
          <p:cNvSpPr>
            <a:spLocks noGrp="1" noChangeArrowheads="1"/>
          </p:cNvSpPr>
          <p:nvPr>
            <p:ph type="body" idx="1"/>
          </p:nvPr>
        </p:nvSpPr>
        <p:spPr>
          <a:xfrm>
            <a:off x="906236" y="1184989"/>
            <a:ext cx="10474778" cy="5328526"/>
          </a:xfrm>
        </p:spPr>
        <p:txBody>
          <a:bodyPr>
            <a:normAutofit/>
          </a:bodyPr>
          <a:lstStyle/>
          <a:p>
            <a:pPr marL="0" indent="0" algn="just">
              <a:lnSpc>
                <a:spcPct val="150000"/>
              </a:lnSpc>
              <a:spcBef>
                <a:spcPts val="0"/>
              </a:spcBef>
              <a:buNone/>
              <a:defRPr/>
            </a:pPr>
            <a:r>
              <a:rPr lang="en-US" altLang="en-US" sz="1800" dirty="0">
                <a:latin typeface="Arial" panose="020B0604020202020204" pitchFamily="34" charset="0"/>
                <a:cs typeface="Arial" panose="020B0604020202020204" pitchFamily="34" charset="0"/>
              </a:rPr>
              <a:t>[6] N. N. Tuấn, "HYBRID AUTOMATION FRAMEWORK (Python test automation) - </a:t>
            </a:r>
            <a:r>
              <a:rPr lang="en-US" altLang="en-US" sz="1800" dirty="0" err="1">
                <a:latin typeface="Arial" panose="020B0604020202020204" pitchFamily="34" charset="0"/>
                <a:cs typeface="Arial" panose="020B0604020202020204" pitchFamily="34" charset="0"/>
              </a:rPr>
              <a:t>Phần</a:t>
            </a:r>
            <a:r>
              <a:rPr lang="en-US" altLang="en-US" sz="1800" dirty="0">
                <a:latin typeface="Arial" panose="020B0604020202020204" pitchFamily="34" charset="0"/>
                <a:cs typeface="Arial" panose="020B0604020202020204" pitchFamily="34" charset="0"/>
              </a:rPr>
              <a:t> 1," 2018. [Online]. Available: https://viblo.asia/p/hybrid-automation-framework-python-test-automation-phan-1-ORNZq6kel0n.</a:t>
            </a:r>
          </a:p>
          <a:p>
            <a:pPr marL="0" indent="0" algn="just">
              <a:lnSpc>
                <a:spcPct val="150000"/>
              </a:lnSpc>
              <a:spcBef>
                <a:spcPts val="0"/>
              </a:spcBef>
              <a:buNone/>
              <a:defRPr/>
            </a:pPr>
            <a:r>
              <a:rPr lang="en-US" altLang="en-US" sz="1800" dirty="0">
                <a:latin typeface="Arial" panose="020B0604020202020204" pitchFamily="34" charset="0"/>
                <a:cs typeface="Arial" panose="020B0604020202020204" pitchFamily="34" charset="0"/>
              </a:rPr>
              <a:t>[7] Vijay, "Most Popular Test Automation Frameworks with Examples," 2025. [Online]. Available: https://www.softwaretestinghelp.com/test-automation-frameworks-selenium-tutorial-20/.</a:t>
            </a:r>
          </a:p>
          <a:p>
            <a:pPr marL="0" indent="0" algn="just">
              <a:lnSpc>
                <a:spcPct val="150000"/>
              </a:lnSpc>
              <a:spcBef>
                <a:spcPts val="0"/>
              </a:spcBef>
              <a:buNone/>
              <a:defRPr/>
            </a:pPr>
            <a:r>
              <a:rPr lang="en-US" altLang="en-US" sz="1800" dirty="0">
                <a:latin typeface="Arial" panose="020B0604020202020204" pitchFamily="34" charset="0"/>
                <a:cs typeface="Arial" panose="020B0604020202020204" pitchFamily="34" charset="0"/>
              </a:rPr>
              <a:t>[8] D. Kiên, "LM Studio </a:t>
            </a:r>
            <a:r>
              <a:rPr lang="en-US" altLang="en-US" sz="1800" dirty="0" err="1">
                <a:latin typeface="Arial" panose="020B0604020202020204" pitchFamily="34" charset="0"/>
                <a:cs typeface="Arial" panose="020B0604020202020204" pitchFamily="34" charset="0"/>
              </a:rPr>
              <a:t>là</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gì</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Tìm</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hiểu</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các</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tính</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năng</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chính</a:t>
            </a:r>
            <a:r>
              <a:rPr lang="en-US" altLang="en-US" sz="1800" dirty="0">
                <a:latin typeface="Arial" panose="020B0604020202020204" pitchFamily="34" charset="0"/>
                <a:cs typeface="Arial" panose="020B0604020202020204" pitchFamily="34" charset="0"/>
              </a:rPr>
              <a:t> </a:t>
            </a:r>
            <a:r>
              <a:rPr lang="en-US" altLang="en-US" sz="1800" dirty="0" err="1">
                <a:latin typeface="Arial" panose="020B0604020202020204" pitchFamily="34" charset="0"/>
                <a:cs typeface="Arial" panose="020B0604020202020204" pitchFamily="34" charset="0"/>
              </a:rPr>
              <a:t>của</a:t>
            </a:r>
            <a:r>
              <a:rPr lang="en-US" altLang="en-US" sz="1800" dirty="0">
                <a:latin typeface="Arial" panose="020B0604020202020204" pitchFamily="34" charset="0"/>
                <a:cs typeface="Arial" panose="020B0604020202020204" pitchFamily="34" charset="0"/>
              </a:rPr>
              <a:t> LM Studio," 2025. [Online]. Available: https://fptshop.com.vn/tin-tuc/danh-gia/lm-studio-la-gi-179371.</a:t>
            </a:r>
          </a:p>
          <a:p>
            <a:pPr marL="0" indent="0" algn="just">
              <a:lnSpc>
                <a:spcPct val="150000"/>
              </a:lnSpc>
              <a:spcBef>
                <a:spcPts val="0"/>
              </a:spcBef>
              <a:buNone/>
              <a:defRPr/>
            </a:pPr>
            <a:r>
              <a:rPr lang="en-US" sz="1800" dirty="0">
                <a:latin typeface="Arial" panose="020B0604020202020204" pitchFamily="34" charset="0"/>
                <a:cs typeface="Arial" panose="020B0604020202020204" pitchFamily="34" charset="0"/>
              </a:rPr>
              <a:t>[9] D. Hillard, "</a:t>
            </a:r>
            <a:r>
              <a:rPr lang="en-US" sz="1800" dirty="0" err="1">
                <a:latin typeface="Arial" panose="020B0604020202020204" pitchFamily="34" charset="0"/>
                <a:cs typeface="Arial" panose="020B0604020202020204" pitchFamily="34" charset="0"/>
              </a:rPr>
              <a:t>pytest</a:t>
            </a:r>
            <a:r>
              <a:rPr lang="en-US" sz="1800" dirty="0">
                <a:latin typeface="Arial" panose="020B0604020202020204" pitchFamily="34" charset="0"/>
                <a:cs typeface="Arial" panose="020B0604020202020204" pitchFamily="34" charset="0"/>
              </a:rPr>
              <a:t> Tutorial: Effective Python Testing," 2024. [Online]. Available: https://realpython.com/pytest-python-testing/.</a:t>
            </a:r>
            <a:endParaRPr lang="en-US" altLang="en-US" sz="1800" dirty="0">
              <a:latin typeface="Arial" panose="020B0604020202020204" pitchFamily="34" charset="0"/>
              <a:cs typeface="Arial" panose="020B0604020202020204" pitchFamily="34" charset="0"/>
            </a:endParaRPr>
          </a:p>
          <a:p>
            <a:pPr marL="0" indent="0" algn="just">
              <a:lnSpc>
                <a:spcPct val="150000"/>
              </a:lnSpc>
              <a:spcBef>
                <a:spcPts val="0"/>
              </a:spcBef>
              <a:buNone/>
              <a:defRPr/>
            </a:pPr>
            <a:endParaRPr lang="en-US" sz="1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94985761"/>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1776</TotalTime>
  <Words>2364</Words>
  <Application>Microsoft Office PowerPoint</Application>
  <PresentationFormat>Widescreen</PresentationFormat>
  <Paragraphs>246</Paragraphs>
  <Slides>23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Times New Roman</vt:lpstr>
      <vt:lpstr>Office Theme</vt:lpstr>
      <vt:lpstr>ỨNG DỤNG AI SINH TESTCASE CHO FRAMEWORK KIỂM THỬ TỰ ĐỘNG WEB</vt:lpstr>
      <vt:lpstr>Nội dung</vt:lpstr>
      <vt:lpstr>Nội dung</vt:lpstr>
      <vt:lpstr>Giới thiệu đề tài</vt:lpstr>
      <vt:lpstr>Giới thiệu đề tài</vt:lpstr>
      <vt:lpstr>Nội dung</vt:lpstr>
      <vt:lpstr>Phân tích và thiết kế hệ thống</vt:lpstr>
      <vt:lpstr>Phân tích và thiết kế hệ thống</vt:lpstr>
      <vt:lpstr>Phân tích và thiết kế hệ thống</vt:lpstr>
      <vt:lpstr>Phân tích và thiết kế hệ thống</vt:lpstr>
      <vt:lpstr>Phân tích và thiết kế hệ thống</vt:lpstr>
      <vt:lpstr>Phân tích và thiết kế hệ thống</vt:lpstr>
      <vt:lpstr>Phân tích và thiết kế hệ thống</vt:lpstr>
      <vt:lpstr>Triển khai &amp; thực nghiệm</vt:lpstr>
      <vt:lpstr>Nội dung</vt:lpstr>
      <vt:lpstr>Triển khai &amp; thực nghiệm</vt:lpstr>
      <vt:lpstr>Triển khai &amp; thực nghiệm</vt:lpstr>
      <vt:lpstr>Nội dung</vt:lpstr>
      <vt:lpstr>Kết luận và hướng phát triển</vt:lpstr>
      <vt:lpstr>Kết luận và hướng phát triển</vt:lpstr>
      <vt:lpstr>Tài liệu tham khảo</vt:lpstr>
      <vt:lpstr>Tài liệu tham khảo</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Gia Ba</dc:creator>
  <cp:lastModifiedBy>Thị Ánh Lê</cp:lastModifiedBy>
  <cp:revision>56</cp:revision>
  <cp:lastPrinted>2023-12-27T01:57:00Z</cp:lastPrinted>
  <dcterms:created xsi:type="dcterms:W3CDTF">2023-08-08T03:48:00Z</dcterms:created>
  <dcterms:modified xsi:type="dcterms:W3CDTF">2026-05-21T09:17:40Z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2023-08-08T11:43:03Z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036899f8-ac9f-429d-84d0-69e9dd6bdae5</vt:lpwstr>
  </property>
  <property fmtid="{D5CDD505-2E9C-101B-9397-08002B2CF9AE}" pid="7" name="MSIP_Label_defa4170-0d19-0005-0004-bc88714345d2_ActionId">
    <vt:lpwstr>ee72a353-f99c-4256-a44c-0f8ac51b33fe</vt:lpwstr>
  </property>
  <property fmtid="{D5CDD505-2E9C-101B-9397-08002B2CF9AE}" pid="8" name="MSIP_Label_defa4170-0d19-0005-0004-bc88714345d2_ContentBits">
    <vt:lpwstr>0</vt:lpwstr>
  </property>
  <property fmtid="{D5CDD505-2E9C-101B-9397-08002B2CF9AE}" pid="9" name="ICV">
    <vt:lpwstr>3249E10EE9B044FEAC96AF5C948BAE9E_12</vt:lpwstr>
  </property>
  <property fmtid="{D5CDD505-2E9C-101B-9397-08002B2CF9AE}" pid="10" name="KSOProductBuildVer">
    <vt:lpwstr>1033-12.2.0.22549</vt:lpwstr>
  </property>
</Properties>
</file>