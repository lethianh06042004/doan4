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1"/>
  </p:notesMasterIdLst>
  <p:handoutMasterIdLst>
    <p:handoutMasterId r:id="rId22"/>
  </p:handoutMasterIdLst>
  <p:sldIdLst>
    <p:sldId id="286" r:id="rId2"/>
    <p:sldId id="454" r:id="rId3"/>
    <p:sldId id="455" r:id="rId4"/>
    <p:sldId id="323" r:id="rId5"/>
    <p:sldId id="456" r:id="rId6"/>
    <p:sldId id="326" r:id="rId7"/>
    <p:sldId id="327" r:id="rId8"/>
    <p:sldId id="458" r:id="rId9"/>
    <p:sldId id="459" r:id="rId10"/>
    <p:sldId id="331" r:id="rId11"/>
    <p:sldId id="329" r:id="rId12"/>
    <p:sldId id="460" r:id="rId13"/>
    <p:sldId id="457" r:id="rId14"/>
    <p:sldId id="356" r:id="rId15"/>
    <p:sldId id="461" r:id="rId16"/>
    <p:sldId id="462" r:id="rId17"/>
    <p:sldId id="357" r:id="rId18"/>
    <p:sldId id="368" r:id="rId19"/>
    <p:sldId id="297" r:id="rId20"/>
  </p:sldIdLst>
  <p:sldSz cx="12192000" cy="6858000"/>
  <p:notesSz cx="6797675" cy="992822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7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A859"/>
    <a:srgbClr val="2596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3BFB2C2-463B-4D39-9617-1E9D3D066AF9}" v="444" dt="2026-04-02T00:52:59.81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4258" autoAdjust="0"/>
  </p:normalViewPr>
  <p:slideViewPr>
    <p:cSldViewPr snapToGrid="0" showGuides="1">
      <p:cViewPr varScale="1">
        <p:scale>
          <a:sx n="70" d="100"/>
          <a:sy n="70" d="100"/>
        </p:scale>
        <p:origin x="1166" y="58"/>
      </p:cViewPr>
      <p:guideLst>
        <p:guide orient="horz" pos="2160"/>
        <p:guide pos="3870"/>
      </p:guideLst>
    </p:cSldViewPr>
  </p:slideViewPr>
  <p:notesTextViewPr>
    <p:cViewPr>
      <p:scale>
        <a:sx n="1" d="1"/>
        <a:sy n="1" d="1"/>
      </p:scale>
      <p:origin x="0" y="0"/>
    </p:cViewPr>
  </p:notesTextViewPr>
  <p:notesViewPr>
    <p:cSldViewPr snapToGrid="0">
      <p:cViewPr varScale="1">
        <p:scale>
          <a:sx n="60" d="100"/>
          <a:sy n="60" d="100"/>
        </p:scale>
        <p:origin x="3274" y="43"/>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ê Ngọc Lành" userId="8e0c50ca425b090c" providerId="LiveId" clId="{3598AC43-F96F-4B7B-9753-863815C9274C}"/>
    <pc:docChg chg="undo custSel addSld delSld modSld sldOrd">
      <pc:chgData name="Lê Ngọc Lành" userId="8e0c50ca425b090c" providerId="LiveId" clId="{3598AC43-F96F-4B7B-9753-863815C9274C}" dt="2026-04-02T01:09:12.976" v="3082" actId="20577"/>
      <pc:docMkLst>
        <pc:docMk/>
      </pc:docMkLst>
      <pc:sldChg chg="modSp mod">
        <pc:chgData name="Lê Ngọc Lành" userId="8e0c50ca425b090c" providerId="LiveId" clId="{3598AC43-F96F-4B7B-9753-863815C9274C}" dt="2026-04-01T01:10:47.461" v="535" actId="113"/>
        <pc:sldMkLst>
          <pc:docMk/>
          <pc:sldMk cId="0" sldId="286"/>
        </pc:sldMkLst>
        <pc:spChg chg="mod">
          <ac:chgData name="Lê Ngọc Lành" userId="8e0c50ca425b090c" providerId="LiveId" clId="{3598AC43-F96F-4B7B-9753-863815C9274C}" dt="2026-03-31T07:47:04.704" v="1" actId="255"/>
          <ac:spMkLst>
            <pc:docMk/>
            <pc:sldMk cId="0" sldId="286"/>
            <ac:spMk id="2" creationId="{00000000-0000-0000-0000-000000000000}"/>
          </ac:spMkLst>
        </pc:spChg>
        <pc:spChg chg="mod">
          <ac:chgData name="Lê Ngọc Lành" userId="8e0c50ca425b090c" providerId="LiveId" clId="{3598AC43-F96F-4B7B-9753-863815C9274C}" dt="2026-04-01T01:10:47.461" v="535" actId="113"/>
          <ac:spMkLst>
            <pc:docMk/>
            <pc:sldMk cId="0" sldId="286"/>
            <ac:spMk id="3" creationId="{00000000-0000-0000-0000-000000000000}"/>
          </ac:spMkLst>
        </pc:spChg>
      </pc:sldChg>
      <pc:sldChg chg="modSp modAnim">
        <pc:chgData name="Lê Ngọc Lành" userId="8e0c50ca425b090c" providerId="LiveId" clId="{3598AC43-F96F-4B7B-9753-863815C9274C}" dt="2026-03-31T07:48:04.023" v="70"/>
        <pc:sldMkLst>
          <pc:docMk/>
          <pc:sldMk cId="0" sldId="311"/>
        </pc:sldMkLst>
        <pc:spChg chg="mod">
          <ac:chgData name="Lê Ngọc Lành" userId="8e0c50ca425b090c" providerId="LiveId" clId="{3598AC43-F96F-4B7B-9753-863815C9274C}" dt="2026-03-31T07:47:54.875" v="69" actId="11"/>
          <ac:spMkLst>
            <pc:docMk/>
            <pc:sldMk cId="0" sldId="311"/>
            <ac:spMk id="8195" creationId="{00000000-0000-0000-0000-000000000000}"/>
          </ac:spMkLst>
        </pc:spChg>
      </pc:sldChg>
      <pc:sldChg chg="modSp mod modAnim">
        <pc:chgData name="Lê Ngọc Lành" userId="8e0c50ca425b090c" providerId="LiveId" clId="{3598AC43-F96F-4B7B-9753-863815C9274C}" dt="2026-04-02T00:20:44.568" v="2682" actId="20577"/>
        <pc:sldMkLst>
          <pc:docMk/>
          <pc:sldMk cId="2182412080" sldId="323"/>
        </pc:sldMkLst>
        <pc:spChg chg="mod">
          <ac:chgData name="Lê Ngọc Lành" userId="8e0c50ca425b090c" providerId="LiveId" clId="{3598AC43-F96F-4B7B-9753-863815C9274C}" dt="2026-04-01T01:26:07.892" v="537" actId="403"/>
          <ac:spMkLst>
            <pc:docMk/>
            <pc:sldMk cId="2182412080" sldId="323"/>
            <ac:spMk id="2" creationId="{7DF6CBD4-A523-9E6A-AAF1-6A4468296AB4}"/>
          </ac:spMkLst>
        </pc:spChg>
        <pc:spChg chg="mod">
          <ac:chgData name="Lê Ngọc Lành" userId="8e0c50ca425b090c" providerId="LiveId" clId="{3598AC43-F96F-4B7B-9753-863815C9274C}" dt="2026-04-02T00:20:44.568" v="2682" actId="20577"/>
          <ac:spMkLst>
            <pc:docMk/>
            <pc:sldMk cId="2182412080" sldId="323"/>
            <ac:spMk id="8195" creationId="{D5F858B9-983B-952F-0296-8F0CC1B3B5C1}"/>
          </ac:spMkLst>
        </pc:spChg>
      </pc:sldChg>
      <pc:sldChg chg="modSp add del mod">
        <pc:chgData name="Lê Ngọc Lành" userId="8e0c50ca425b090c" providerId="LiveId" clId="{3598AC43-F96F-4B7B-9753-863815C9274C}" dt="2026-04-01T15:26:19.838" v="1388" actId="47"/>
        <pc:sldMkLst>
          <pc:docMk/>
          <pc:sldMk cId="993722214" sldId="325"/>
        </pc:sldMkLst>
      </pc:sldChg>
      <pc:sldChg chg="addSp delSp modSp add mod">
        <pc:chgData name="Lê Ngọc Lành" userId="8e0c50ca425b090c" providerId="LiveId" clId="{3598AC43-F96F-4B7B-9753-863815C9274C}" dt="2026-04-02T00:24:22.927" v="2713" actId="6549"/>
        <pc:sldMkLst>
          <pc:docMk/>
          <pc:sldMk cId="810675723" sldId="326"/>
        </pc:sldMkLst>
        <pc:spChg chg="mod">
          <ac:chgData name="Lê Ngọc Lành" userId="8e0c50ca425b090c" providerId="LiveId" clId="{3598AC43-F96F-4B7B-9753-863815C9274C}" dt="2026-03-31T09:08:44.898" v="135"/>
          <ac:spMkLst>
            <pc:docMk/>
            <pc:sldMk cId="810675723" sldId="326"/>
            <ac:spMk id="2" creationId="{76E8327F-0F75-EC8C-3A4D-C6437B00A304}"/>
          </ac:spMkLst>
        </pc:spChg>
        <pc:spChg chg="add del">
          <ac:chgData name="Lê Ngọc Lành" userId="8e0c50ca425b090c" providerId="LiveId" clId="{3598AC43-F96F-4B7B-9753-863815C9274C}" dt="2026-04-02T00:04:29.947" v="2593" actId="22"/>
          <ac:spMkLst>
            <pc:docMk/>
            <pc:sldMk cId="810675723" sldId="326"/>
            <ac:spMk id="5" creationId="{4BA8C018-3F8F-D6D5-5B8A-810C1FFF978C}"/>
          </ac:spMkLst>
        </pc:spChg>
        <pc:spChg chg="add mod">
          <ac:chgData name="Lê Ngọc Lành" userId="8e0c50ca425b090c" providerId="LiveId" clId="{3598AC43-F96F-4B7B-9753-863815C9274C}" dt="2026-04-02T00:24:22.927" v="2713" actId="6549"/>
          <ac:spMkLst>
            <pc:docMk/>
            <pc:sldMk cId="810675723" sldId="326"/>
            <ac:spMk id="6" creationId="{222527E7-D920-1779-96D7-DA2CB8B50086}"/>
          </ac:spMkLst>
        </pc:spChg>
        <pc:spChg chg="add mod">
          <ac:chgData name="Lê Ngọc Lành" userId="8e0c50ca425b090c" providerId="LiveId" clId="{3598AC43-F96F-4B7B-9753-863815C9274C}" dt="2026-04-02T00:24:01.744" v="2712" actId="1076"/>
          <ac:spMkLst>
            <pc:docMk/>
            <pc:sldMk cId="810675723" sldId="326"/>
            <ac:spMk id="7" creationId="{36ECEDDB-9FC8-4A36-E88C-C8215056123A}"/>
          </ac:spMkLst>
        </pc:spChg>
        <pc:spChg chg="mod">
          <ac:chgData name="Lê Ngọc Lành" userId="8e0c50ca425b090c" providerId="LiveId" clId="{3598AC43-F96F-4B7B-9753-863815C9274C}" dt="2026-04-02T00:21:44.064" v="2690" actId="404"/>
          <ac:spMkLst>
            <pc:docMk/>
            <pc:sldMk cId="810675723" sldId="326"/>
            <ac:spMk id="8195" creationId="{2416CE11-0063-0E8D-3F74-4C41664B5998}"/>
          </ac:spMkLst>
        </pc:spChg>
        <pc:picChg chg="add mod">
          <ac:chgData name="Lê Ngọc Lành" userId="8e0c50ca425b090c" providerId="LiveId" clId="{3598AC43-F96F-4B7B-9753-863815C9274C}" dt="2026-04-02T00:23:16.511" v="2706" actId="1076"/>
          <ac:picMkLst>
            <pc:docMk/>
            <pc:sldMk cId="810675723" sldId="326"/>
            <ac:picMk id="4" creationId="{9E03E639-F2BC-7739-32B2-722E2D1B4FAE}"/>
          </ac:picMkLst>
        </pc:picChg>
      </pc:sldChg>
      <pc:sldChg chg="addSp delSp modSp add mod">
        <pc:chgData name="Lê Ngọc Lành" userId="8e0c50ca425b090c" providerId="LiveId" clId="{3598AC43-F96F-4B7B-9753-863815C9274C}" dt="2026-04-02T00:26:38.636" v="2741" actId="1076"/>
        <pc:sldMkLst>
          <pc:docMk/>
          <pc:sldMk cId="3441830157" sldId="327"/>
        </pc:sldMkLst>
        <pc:spChg chg="mod">
          <ac:chgData name="Lê Ngọc Lành" userId="8e0c50ca425b090c" providerId="LiveId" clId="{3598AC43-F96F-4B7B-9753-863815C9274C}" dt="2026-04-01T03:50:11.201" v="896" actId="2711"/>
          <ac:spMkLst>
            <pc:docMk/>
            <pc:sldMk cId="3441830157" sldId="327"/>
            <ac:spMk id="2" creationId="{19A8ECCF-EEB5-5F57-9F40-F31E5CACD989}"/>
          </ac:spMkLst>
        </pc:spChg>
        <pc:spChg chg="add mod">
          <ac:chgData name="Lê Ngọc Lành" userId="8e0c50ca425b090c" providerId="LiveId" clId="{3598AC43-F96F-4B7B-9753-863815C9274C}" dt="2026-04-02T00:25:58.262" v="2737" actId="1076"/>
          <ac:spMkLst>
            <pc:docMk/>
            <pc:sldMk cId="3441830157" sldId="327"/>
            <ac:spMk id="3" creationId="{72001508-C6DE-1AA0-1FF7-B6C27B5C61B0}"/>
          </ac:spMkLst>
        </pc:spChg>
        <pc:spChg chg="add mod">
          <ac:chgData name="Lê Ngọc Lành" userId="8e0c50ca425b090c" providerId="LiveId" clId="{3598AC43-F96F-4B7B-9753-863815C9274C}" dt="2026-04-02T00:26:38.636" v="2741" actId="1076"/>
          <ac:spMkLst>
            <pc:docMk/>
            <pc:sldMk cId="3441830157" sldId="327"/>
            <ac:spMk id="4" creationId="{04A4EAFF-D10D-77E6-BECD-2A482876BE63}"/>
          </ac:spMkLst>
        </pc:spChg>
        <pc:spChg chg="mod">
          <ac:chgData name="Lê Ngọc Lành" userId="8e0c50ca425b090c" providerId="LiveId" clId="{3598AC43-F96F-4B7B-9753-863815C9274C}" dt="2026-04-02T00:25:01.659" v="2723" actId="403"/>
          <ac:spMkLst>
            <pc:docMk/>
            <pc:sldMk cId="3441830157" sldId="327"/>
            <ac:spMk id="8195" creationId="{7C2FEABE-CC9D-A03A-6442-90E314FCA5ED}"/>
          </ac:spMkLst>
        </pc:spChg>
        <pc:picChg chg="add mod">
          <ac:chgData name="Lê Ngọc Lành" userId="8e0c50ca425b090c" providerId="LiveId" clId="{3598AC43-F96F-4B7B-9753-863815C9274C}" dt="2026-04-02T00:25:57.691" v="2736" actId="1076"/>
          <ac:picMkLst>
            <pc:docMk/>
            <pc:sldMk cId="3441830157" sldId="327"/>
            <ac:picMk id="6" creationId="{6FF59941-2B38-51EC-C29E-7E21EB157B4A}"/>
          </ac:picMkLst>
        </pc:picChg>
      </pc:sldChg>
      <pc:sldChg chg="addSp modSp add del mod ord">
        <pc:chgData name="Lê Ngọc Lành" userId="8e0c50ca425b090c" providerId="LiveId" clId="{3598AC43-F96F-4B7B-9753-863815C9274C}" dt="2026-04-01T05:46:09.130" v="1047" actId="47"/>
        <pc:sldMkLst>
          <pc:docMk/>
          <pc:sldMk cId="3723823929" sldId="328"/>
        </pc:sldMkLst>
        <pc:spChg chg="mod">
          <ac:chgData name="Lê Ngọc Lành" userId="8e0c50ca425b090c" providerId="LiveId" clId="{3598AC43-F96F-4B7B-9753-863815C9274C}" dt="2026-04-01T05:30:46.420" v="1044" actId="27636"/>
          <ac:spMkLst>
            <pc:docMk/>
            <pc:sldMk cId="3723823929" sldId="328"/>
            <ac:spMk id="2" creationId="{A1F92AFC-A4D7-A9C9-D593-9C8019159AAD}"/>
          </ac:spMkLst>
        </pc:spChg>
        <pc:spChg chg="mod">
          <ac:chgData name="Lê Ngọc Lành" userId="8e0c50ca425b090c" providerId="LiveId" clId="{3598AC43-F96F-4B7B-9753-863815C9274C}" dt="2026-04-01T05:26:02.908" v="1041" actId="27636"/>
          <ac:spMkLst>
            <pc:docMk/>
            <pc:sldMk cId="3723823929" sldId="328"/>
            <ac:spMk id="8195" creationId="{345035E5-C3F3-4A5F-6898-1A04DC4F4DB7}"/>
          </ac:spMkLst>
        </pc:spChg>
        <pc:picChg chg="add mod">
          <ac:chgData name="Lê Ngọc Lành" userId="8e0c50ca425b090c" providerId="LiveId" clId="{3598AC43-F96F-4B7B-9753-863815C9274C}" dt="2026-04-01T05:25:22.048" v="1033" actId="1076"/>
          <ac:picMkLst>
            <pc:docMk/>
            <pc:sldMk cId="3723823929" sldId="328"/>
            <ac:picMk id="4" creationId="{522D3D04-CEE0-C2E0-2357-78224F459964}"/>
          </ac:picMkLst>
        </pc:picChg>
        <pc:picChg chg="add mod">
          <ac:chgData name="Lê Ngọc Lành" userId="8e0c50ca425b090c" providerId="LiveId" clId="{3598AC43-F96F-4B7B-9753-863815C9274C}" dt="2026-04-01T05:25:25.225" v="1034" actId="1076"/>
          <ac:picMkLst>
            <pc:docMk/>
            <pc:sldMk cId="3723823929" sldId="328"/>
            <ac:picMk id="6" creationId="{BCF88252-BE87-D4D6-FCFD-55ED4BFBC54F}"/>
          </ac:picMkLst>
        </pc:picChg>
      </pc:sldChg>
      <pc:sldChg chg="addSp modSp add mod ord">
        <pc:chgData name="Lê Ngọc Lành" userId="8e0c50ca425b090c" providerId="LiveId" clId="{3598AC43-F96F-4B7B-9753-863815C9274C}" dt="2026-04-02T00:29:06.774" v="2760" actId="1076"/>
        <pc:sldMkLst>
          <pc:docMk/>
          <pc:sldMk cId="1487256777" sldId="329"/>
        </pc:sldMkLst>
        <pc:spChg chg="mod">
          <ac:chgData name="Lê Ngọc Lành" userId="8e0c50ca425b090c" providerId="LiveId" clId="{3598AC43-F96F-4B7B-9753-863815C9274C}" dt="2026-04-02T00:26:54.706" v="2742" actId="2711"/>
          <ac:spMkLst>
            <pc:docMk/>
            <pc:sldMk cId="1487256777" sldId="329"/>
            <ac:spMk id="2" creationId="{6B6457A0-A5D2-2135-C7CA-BE71E54D625F}"/>
          </ac:spMkLst>
        </pc:spChg>
        <pc:spChg chg="add mod">
          <ac:chgData name="Lê Ngọc Lành" userId="8e0c50ca425b090c" providerId="LiveId" clId="{3598AC43-F96F-4B7B-9753-863815C9274C}" dt="2026-04-02T00:27:14.049" v="2747" actId="20577"/>
          <ac:spMkLst>
            <pc:docMk/>
            <pc:sldMk cId="1487256777" sldId="329"/>
            <ac:spMk id="3" creationId="{A6C129EA-9DDF-7CBC-D14E-814EFFD5AF2B}"/>
          </ac:spMkLst>
        </pc:spChg>
        <pc:spChg chg="add mod">
          <ac:chgData name="Lê Ngọc Lành" userId="8e0c50ca425b090c" providerId="LiveId" clId="{3598AC43-F96F-4B7B-9753-863815C9274C}" dt="2026-04-02T00:29:06.774" v="2760" actId="1076"/>
          <ac:spMkLst>
            <pc:docMk/>
            <pc:sldMk cId="1487256777" sldId="329"/>
            <ac:spMk id="5" creationId="{BDF2C69F-B58D-A448-663A-C7298AFBF4A9}"/>
          </ac:spMkLst>
        </pc:spChg>
        <pc:spChg chg="add">
          <ac:chgData name="Lê Ngọc Lành" userId="8e0c50ca425b090c" providerId="LiveId" clId="{3598AC43-F96F-4B7B-9753-863815C9274C}" dt="2026-04-02T00:28:31.830" v="2753"/>
          <ac:spMkLst>
            <pc:docMk/>
            <pc:sldMk cId="1487256777" sldId="329"/>
            <ac:spMk id="6" creationId="{FB978235-2E67-BAC4-677B-125ABBB7F2C9}"/>
          </ac:spMkLst>
        </pc:spChg>
        <pc:spChg chg="mod">
          <ac:chgData name="Lê Ngọc Lành" userId="8e0c50ca425b090c" providerId="LiveId" clId="{3598AC43-F96F-4B7B-9753-863815C9274C}" dt="2026-04-02T00:27:34.666" v="2751" actId="14100"/>
          <ac:spMkLst>
            <pc:docMk/>
            <pc:sldMk cId="1487256777" sldId="329"/>
            <ac:spMk id="8195" creationId="{22C48A8A-E865-2A30-F508-CD1D02D1E837}"/>
          </ac:spMkLst>
        </pc:spChg>
        <pc:picChg chg="add mod">
          <ac:chgData name="Lê Ngọc Lành" userId="8e0c50ca425b090c" providerId="LiveId" clId="{3598AC43-F96F-4B7B-9753-863815C9274C}" dt="2026-04-02T00:12:17.608" v="2632" actId="1076"/>
          <ac:picMkLst>
            <pc:docMk/>
            <pc:sldMk cId="1487256777" sldId="329"/>
            <ac:picMk id="4" creationId="{C6FD49EC-9D1C-BA20-0709-B516157E3046}"/>
          </ac:picMkLst>
        </pc:picChg>
      </pc:sldChg>
      <pc:sldChg chg="addSp modSp add mod ord">
        <pc:chgData name="Lê Ngọc Lành" userId="8e0c50ca425b090c" providerId="LiveId" clId="{3598AC43-F96F-4B7B-9753-863815C9274C}" dt="2026-04-02T00:31:23.163" v="2773" actId="14100"/>
        <pc:sldMkLst>
          <pc:docMk/>
          <pc:sldMk cId="2677918214" sldId="330"/>
        </pc:sldMkLst>
        <pc:spChg chg="mod">
          <ac:chgData name="Lê Ngọc Lành" userId="8e0c50ca425b090c" providerId="LiveId" clId="{3598AC43-F96F-4B7B-9753-863815C9274C}" dt="2026-04-01T06:13:37.275" v="1136" actId="2711"/>
          <ac:spMkLst>
            <pc:docMk/>
            <pc:sldMk cId="2677918214" sldId="330"/>
            <ac:spMk id="2" creationId="{D96F0DCA-3549-F734-6DC2-778B869770CB}"/>
          </ac:spMkLst>
        </pc:spChg>
        <pc:spChg chg="add mod">
          <ac:chgData name="Lê Ngọc Lành" userId="8e0c50ca425b090c" providerId="LiveId" clId="{3598AC43-F96F-4B7B-9753-863815C9274C}" dt="2026-04-02T00:31:23.163" v="2773" actId="14100"/>
          <ac:spMkLst>
            <pc:docMk/>
            <pc:sldMk cId="2677918214" sldId="330"/>
            <ac:spMk id="3" creationId="{741748D7-84A7-C7EF-89AC-CA34BAC1CAE2}"/>
          </ac:spMkLst>
        </pc:spChg>
        <pc:spChg chg="add">
          <ac:chgData name="Lê Ngọc Lành" userId="8e0c50ca425b090c" providerId="LiveId" clId="{3598AC43-F96F-4B7B-9753-863815C9274C}" dt="2026-04-02T00:30:48.747" v="2767"/>
          <ac:spMkLst>
            <pc:docMk/>
            <pc:sldMk cId="2677918214" sldId="330"/>
            <ac:spMk id="4" creationId="{1FB2F897-E4A5-0E39-EBAD-65B13D4F4727}"/>
          </ac:spMkLst>
        </pc:spChg>
        <pc:spChg chg="mod">
          <ac:chgData name="Lê Ngọc Lành" userId="8e0c50ca425b090c" providerId="LiveId" clId="{3598AC43-F96F-4B7B-9753-863815C9274C}" dt="2026-04-02T00:29:58.864" v="2764" actId="14100"/>
          <ac:spMkLst>
            <pc:docMk/>
            <pc:sldMk cId="2677918214" sldId="330"/>
            <ac:spMk id="8195" creationId="{8286C310-B7B6-DAB5-C048-AB31F127D85A}"/>
          </ac:spMkLst>
        </pc:spChg>
      </pc:sldChg>
      <pc:sldChg chg="modSp add mod">
        <pc:chgData name="Lê Ngọc Lành" userId="8e0c50ca425b090c" providerId="LiveId" clId="{3598AC43-F96F-4B7B-9753-863815C9274C}" dt="2026-04-01T06:35:22.410" v="1263" actId="2711"/>
        <pc:sldMkLst>
          <pc:docMk/>
          <pc:sldMk cId="173482862" sldId="331"/>
        </pc:sldMkLst>
        <pc:spChg chg="mod">
          <ac:chgData name="Lê Ngọc Lành" userId="8e0c50ca425b090c" providerId="LiveId" clId="{3598AC43-F96F-4B7B-9753-863815C9274C}" dt="2026-04-01T06:35:17.635" v="1262" actId="2711"/>
          <ac:spMkLst>
            <pc:docMk/>
            <pc:sldMk cId="173482862" sldId="331"/>
            <ac:spMk id="2" creationId="{3B67A104-CE8E-2D92-34AD-863E9AD222F3}"/>
          </ac:spMkLst>
        </pc:spChg>
        <pc:spChg chg="mod">
          <ac:chgData name="Lê Ngọc Lành" userId="8e0c50ca425b090c" providerId="LiveId" clId="{3598AC43-F96F-4B7B-9753-863815C9274C}" dt="2026-04-01T06:35:22.410" v="1263" actId="2711"/>
          <ac:spMkLst>
            <pc:docMk/>
            <pc:sldMk cId="173482862" sldId="331"/>
            <ac:spMk id="8195" creationId="{58F3B3AF-D428-2A42-F71D-60BF71B25F50}"/>
          </ac:spMkLst>
        </pc:spChg>
      </pc:sldChg>
      <pc:sldChg chg="modSp add mod">
        <pc:chgData name="Lê Ngọc Lành" userId="8e0c50ca425b090c" providerId="LiveId" clId="{3598AC43-F96F-4B7B-9753-863815C9274C}" dt="2026-04-01T06:35:10.109" v="1261" actId="2711"/>
        <pc:sldMkLst>
          <pc:docMk/>
          <pc:sldMk cId="1854910157" sldId="332"/>
        </pc:sldMkLst>
        <pc:spChg chg="mod">
          <ac:chgData name="Lê Ngọc Lành" userId="8e0c50ca425b090c" providerId="LiveId" clId="{3598AC43-F96F-4B7B-9753-863815C9274C}" dt="2026-04-01T06:35:05.733" v="1260" actId="2711"/>
          <ac:spMkLst>
            <pc:docMk/>
            <pc:sldMk cId="1854910157" sldId="332"/>
            <ac:spMk id="2" creationId="{CD99BA56-35B5-655A-CB6D-D8BA85B8A65D}"/>
          </ac:spMkLst>
        </pc:spChg>
        <pc:spChg chg="mod">
          <ac:chgData name="Lê Ngọc Lành" userId="8e0c50ca425b090c" providerId="LiveId" clId="{3598AC43-F96F-4B7B-9753-863815C9274C}" dt="2026-04-01T06:35:10.109" v="1261" actId="2711"/>
          <ac:spMkLst>
            <pc:docMk/>
            <pc:sldMk cId="1854910157" sldId="332"/>
            <ac:spMk id="8195" creationId="{1028ADA0-C394-24A6-CBDD-3420A3B50F58}"/>
          </ac:spMkLst>
        </pc:spChg>
      </pc:sldChg>
      <pc:sldChg chg="modSp add del mod ord">
        <pc:chgData name="Lê Ngọc Lành" userId="8e0c50ca425b090c" providerId="LiveId" clId="{3598AC43-F96F-4B7B-9753-863815C9274C}" dt="2026-04-02T00:52:14.410" v="2997" actId="47"/>
        <pc:sldMkLst>
          <pc:docMk/>
          <pc:sldMk cId="1702011499" sldId="333"/>
        </pc:sldMkLst>
        <pc:spChg chg="mod">
          <ac:chgData name="Lê Ngọc Lành" userId="8e0c50ca425b090c" providerId="LiveId" clId="{3598AC43-F96F-4B7B-9753-863815C9274C}" dt="2026-04-01T17:14:52.956" v="1614" actId="21"/>
          <ac:spMkLst>
            <pc:docMk/>
            <pc:sldMk cId="1702011499" sldId="333"/>
            <ac:spMk id="8195" creationId="{8C9F7BA8-EF4D-A6DB-5D4F-AECCB4C103DC}"/>
          </ac:spMkLst>
        </pc:spChg>
      </pc:sldChg>
      <pc:sldChg chg="modSp add del mod">
        <pc:chgData name="Lê Ngọc Lành" userId="8e0c50ca425b090c" providerId="LiveId" clId="{3598AC43-F96F-4B7B-9753-863815C9274C}" dt="2026-04-01T09:19:12.975" v="1341" actId="47"/>
        <pc:sldMkLst>
          <pc:docMk/>
          <pc:sldMk cId="2630085716" sldId="334"/>
        </pc:sldMkLst>
      </pc:sldChg>
      <pc:sldChg chg="modSp add del mod">
        <pc:chgData name="Lê Ngọc Lành" userId="8e0c50ca425b090c" providerId="LiveId" clId="{3598AC43-F96F-4B7B-9753-863815C9274C}" dt="2026-04-01T09:27:14.369" v="1371" actId="47"/>
        <pc:sldMkLst>
          <pc:docMk/>
          <pc:sldMk cId="4291253755" sldId="335"/>
        </pc:sldMkLst>
      </pc:sldChg>
      <pc:sldChg chg="addSp delSp modSp add mod ord">
        <pc:chgData name="Lê Ngọc Lành" userId="8e0c50ca425b090c" providerId="LiveId" clId="{3598AC43-F96F-4B7B-9753-863815C9274C}" dt="2026-04-02T00:33:52.305" v="2790" actId="478"/>
        <pc:sldMkLst>
          <pc:docMk/>
          <pc:sldMk cId="3115683709" sldId="336"/>
        </pc:sldMkLst>
        <pc:spChg chg="mod">
          <ac:chgData name="Lê Ngọc Lành" userId="8e0c50ca425b090c" providerId="LiveId" clId="{3598AC43-F96F-4B7B-9753-863815C9274C}" dt="2026-04-02T00:32:45.382" v="2782" actId="27636"/>
          <ac:spMkLst>
            <pc:docMk/>
            <pc:sldMk cId="3115683709" sldId="336"/>
            <ac:spMk id="2" creationId="{092665CD-8A59-E068-4720-F0A51788CFB9}"/>
          </ac:spMkLst>
        </pc:spChg>
        <pc:spChg chg="add mod">
          <ac:chgData name="Lê Ngọc Lành" userId="8e0c50ca425b090c" providerId="LiveId" clId="{3598AC43-F96F-4B7B-9753-863815C9274C}" dt="2026-04-02T00:32:30.432" v="2780" actId="1076"/>
          <ac:spMkLst>
            <pc:docMk/>
            <pc:sldMk cId="3115683709" sldId="336"/>
            <ac:spMk id="3" creationId="{881A308A-172C-0EC9-762C-DF229F9B7127}"/>
          </ac:spMkLst>
        </pc:spChg>
        <pc:spChg chg="del mod">
          <ac:chgData name="Lê Ngọc Lành" userId="8e0c50ca425b090c" providerId="LiveId" clId="{3598AC43-F96F-4B7B-9753-863815C9274C}" dt="2026-04-02T00:33:52.305" v="2790" actId="478"/>
          <ac:spMkLst>
            <pc:docMk/>
            <pc:sldMk cId="3115683709" sldId="336"/>
            <ac:spMk id="8195" creationId="{CA7FEB09-B3B5-FA30-DDB5-0E8B9874EDBC}"/>
          </ac:spMkLst>
        </pc:spChg>
        <pc:graphicFrameChg chg="add mod">
          <ac:chgData name="Lê Ngọc Lành" userId="8e0c50ca425b090c" providerId="LiveId" clId="{3598AC43-F96F-4B7B-9753-863815C9274C}" dt="2026-04-01T16:08:12.279" v="1405"/>
          <ac:graphicFrameMkLst>
            <pc:docMk/>
            <pc:sldMk cId="3115683709" sldId="336"/>
            <ac:graphicFrameMk id="3" creationId="{3081C91A-F84B-764B-0567-D57F27998132}"/>
          </ac:graphicFrameMkLst>
        </pc:graphicFrameChg>
        <pc:graphicFrameChg chg="add del mod modGraphic">
          <ac:chgData name="Lê Ngọc Lành" userId="8e0c50ca425b090c" providerId="LiveId" clId="{3598AC43-F96F-4B7B-9753-863815C9274C}" dt="2026-04-01T09:26:00.589" v="1365" actId="478"/>
          <ac:graphicFrameMkLst>
            <pc:docMk/>
            <pc:sldMk cId="3115683709" sldId="336"/>
            <ac:graphicFrameMk id="3" creationId="{5A5A587D-EB57-1F50-7A47-2F232B262D04}"/>
          </ac:graphicFrameMkLst>
        </pc:graphicFrameChg>
        <pc:graphicFrameChg chg="add del mod modGraphic">
          <ac:chgData name="Lê Ngọc Lành" userId="8e0c50ca425b090c" providerId="LiveId" clId="{3598AC43-F96F-4B7B-9753-863815C9274C}" dt="2026-04-01T15:25:35.958" v="1384" actId="478"/>
          <ac:graphicFrameMkLst>
            <pc:docMk/>
            <pc:sldMk cId="3115683709" sldId="336"/>
            <ac:graphicFrameMk id="4" creationId="{74DD7C46-094E-8936-A2DF-B77D74BC0F9D}"/>
          </ac:graphicFrameMkLst>
        </pc:graphicFrameChg>
        <pc:graphicFrameChg chg="add mod modGraphic">
          <ac:chgData name="Lê Ngọc Lành" userId="8e0c50ca425b090c" providerId="LiveId" clId="{3598AC43-F96F-4B7B-9753-863815C9274C}" dt="2026-04-02T00:12:41.012" v="2636" actId="1076"/>
          <ac:graphicFrameMkLst>
            <pc:docMk/>
            <pc:sldMk cId="3115683709" sldId="336"/>
            <ac:graphicFrameMk id="5" creationId="{539A7611-5FD1-71FB-D952-8A9CFA78A886}"/>
          </ac:graphicFrameMkLst>
        </pc:graphicFrameChg>
      </pc:sldChg>
      <pc:sldChg chg="addSp delSp modSp add del mod">
        <pc:chgData name="Lê Ngọc Lành" userId="8e0c50ca425b090c" providerId="LiveId" clId="{3598AC43-F96F-4B7B-9753-863815C9274C}" dt="2026-04-01T15:26:16.802" v="1386" actId="47"/>
        <pc:sldMkLst>
          <pc:docMk/>
          <pc:sldMk cId="1999176405" sldId="337"/>
        </pc:sldMkLst>
        <pc:spChg chg="mod">
          <ac:chgData name="Lê Ngọc Lành" userId="8e0c50ca425b090c" providerId="LiveId" clId="{3598AC43-F96F-4B7B-9753-863815C9274C}" dt="2026-04-01T09:35:17.168" v="1376"/>
          <ac:spMkLst>
            <pc:docMk/>
            <pc:sldMk cId="1999176405" sldId="337"/>
            <ac:spMk id="8195" creationId="{9E8110D9-3739-E8A2-9175-C542DE1FF309}"/>
          </ac:spMkLst>
        </pc:spChg>
        <pc:graphicFrameChg chg="add mod modGraphic">
          <ac:chgData name="Lê Ngọc Lành" userId="8e0c50ca425b090c" providerId="LiveId" clId="{3598AC43-F96F-4B7B-9753-863815C9274C}" dt="2026-04-01T09:36:06.082" v="1383" actId="1076"/>
          <ac:graphicFrameMkLst>
            <pc:docMk/>
            <pc:sldMk cId="1999176405" sldId="337"/>
            <ac:graphicFrameMk id="5" creationId="{8785A133-29A5-3603-8313-028521ACBFC2}"/>
          </ac:graphicFrameMkLst>
        </pc:graphicFrameChg>
        <pc:picChg chg="add del">
          <ac:chgData name="Lê Ngọc Lành" userId="8e0c50ca425b090c" providerId="LiveId" clId="{3598AC43-F96F-4B7B-9753-863815C9274C}" dt="2026-04-01T09:35:30.435" v="1378" actId="22"/>
          <ac:picMkLst>
            <pc:docMk/>
            <pc:sldMk cId="1999176405" sldId="337"/>
            <ac:picMk id="4" creationId="{5285B645-DBF4-D807-DD43-BA1B30C9AA0C}"/>
          </ac:picMkLst>
        </pc:picChg>
      </pc:sldChg>
      <pc:sldChg chg="modSp add del mod">
        <pc:chgData name="Lê Ngọc Lành" userId="8e0c50ca425b090c" providerId="LiveId" clId="{3598AC43-F96F-4B7B-9753-863815C9274C}" dt="2026-04-01T15:26:18.366" v="1387" actId="47"/>
        <pc:sldMkLst>
          <pc:docMk/>
          <pc:sldMk cId="2747068399" sldId="338"/>
        </pc:sldMkLst>
      </pc:sldChg>
      <pc:sldChg chg="modSp add del mod">
        <pc:chgData name="Lê Ngọc Lành" userId="8e0c50ca425b090c" providerId="LiveId" clId="{3598AC43-F96F-4B7B-9753-863815C9274C}" dt="2026-04-01T15:26:21.318" v="1389" actId="47"/>
        <pc:sldMkLst>
          <pc:docMk/>
          <pc:sldMk cId="2863255512" sldId="339"/>
        </pc:sldMkLst>
      </pc:sldChg>
      <pc:sldChg chg="modSp add del">
        <pc:chgData name="Lê Ngọc Lành" userId="8e0c50ca425b090c" providerId="LiveId" clId="{3598AC43-F96F-4B7B-9753-863815C9274C}" dt="2026-04-02T00:53:10.034" v="3039" actId="47"/>
        <pc:sldMkLst>
          <pc:docMk/>
          <pc:sldMk cId="1791827393" sldId="340"/>
        </pc:sldMkLst>
      </pc:sldChg>
      <pc:sldChg chg="addSp delSp modSp add mod">
        <pc:chgData name="Lê Ngọc Lành" userId="8e0c50ca425b090c" providerId="LiveId" clId="{3598AC43-F96F-4B7B-9753-863815C9274C}" dt="2026-04-02T00:50:37.695" v="2986" actId="2711"/>
        <pc:sldMkLst>
          <pc:docMk/>
          <pc:sldMk cId="3065140746" sldId="341"/>
        </pc:sldMkLst>
        <pc:spChg chg="mod">
          <ac:chgData name="Lê Ngọc Lành" userId="8e0c50ca425b090c" providerId="LiveId" clId="{3598AC43-F96F-4B7B-9753-863815C9274C}" dt="2026-04-02T00:50:37.695" v="2986" actId="2711"/>
          <ac:spMkLst>
            <pc:docMk/>
            <pc:sldMk cId="3065140746" sldId="341"/>
            <ac:spMk id="2" creationId="{E2FC930C-E98D-0A8F-0800-1BD1B48C4FE6}"/>
          </ac:spMkLst>
        </pc:spChg>
        <pc:spChg chg="add del mod">
          <ac:chgData name="Lê Ngọc Lành" userId="8e0c50ca425b090c" providerId="LiveId" clId="{3598AC43-F96F-4B7B-9753-863815C9274C}" dt="2026-03-31T10:22:28.857" v="534"/>
          <ac:spMkLst>
            <pc:docMk/>
            <pc:sldMk cId="3065140746" sldId="341"/>
            <ac:spMk id="8195" creationId="{01303212-8482-704A-1772-AC0F83021D2D}"/>
          </ac:spMkLst>
        </pc:spChg>
      </pc:sldChg>
      <pc:sldChg chg="modSp add del mod">
        <pc:chgData name="Lê Ngọc Lành" userId="8e0c50ca425b090c" providerId="LiveId" clId="{3598AC43-F96F-4B7B-9753-863815C9274C}" dt="2026-04-01T22:50:33.895" v="1929" actId="47"/>
        <pc:sldMkLst>
          <pc:docMk/>
          <pc:sldMk cId="1749331491" sldId="342"/>
        </pc:sldMkLst>
      </pc:sldChg>
      <pc:sldChg chg="addSp delSp modSp add mod">
        <pc:chgData name="Lê Ngọc Lành" userId="8e0c50ca425b090c" providerId="LiveId" clId="{3598AC43-F96F-4B7B-9753-863815C9274C}" dt="2026-04-02T00:37:37.791" v="2843" actId="1076"/>
        <pc:sldMkLst>
          <pc:docMk/>
          <pc:sldMk cId="2143120179" sldId="343"/>
        </pc:sldMkLst>
        <pc:spChg chg="mod">
          <ac:chgData name="Lê Ngọc Lành" userId="8e0c50ca425b090c" providerId="LiveId" clId="{3598AC43-F96F-4B7B-9753-863815C9274C}" dt="2026-04-02T00:37:37.791" v="2843" actId="1076"/>
          <ac:spMkLst>
            <pc:docMk/>
            <pc:sldMk cId="2143120179" sldId="343"/>
            <ac:spMk id="2" creationId="{524AF370-DEFB-5F85-61B3-4197274F6D7C}"/>
          </ac:spMkLst>
        </pc:spChg>
        <pc:spChg chg="add del mod">
          <ac:chgData name="Lê Ngọc Lành" userId="8e0c50ca425b090c" providerId="LiveId" clId="{3598AC43-F96F-4B7B-9753-863815C9274C}" dt="2026-04-01T22:45:20.817" v="1914" actId="478"/>
          <ac:spMkLst>
            <pc:docMk/>
            <pc:sldMk cId="2143120179" sldId="343"/>
            <ac:spMk id="4" creationId="{8A99D39A-3BEF-D3B8-131D-879E7BF401B3}"/>
          </ac:spMkLst>
        </pc:spChg>
        <pc:spChg chg="add mod">
          <ac:chgData name="Lê Ngọc Lành" userId="8e0c50ca425b090c" providerId="LiveId" clId="{3598AC43-F96F-4B7B-9753-863815C9274C}" dt="2026-04-02T00:37:19.755" v="2840" actId="122"/>
          <ac:spMkLst>
            <pc:docMk/>
            <pc:sldMk cId="2143120179" sldId="343"/>
            <ac:spMk id="9" creationId="{FD6D3C1A-5FE1-C75D-3BEB-4C9E2A47AC2C}"/>
          </ac:spMkLst>
        </pc:spChg>
        <pc:spChg chg="add del mod">
          <ac:chgData name="Lê Ngọc Lành" userId="8e0c50ca425b090c" providerId="LiveId" clId="{3598AC43-F96F-4B7B-9753-863815C9274C}" dt="2026-04-02T00:03:05.956" v="2588" actId="1076"/>
          <ac:spMkLst>
            <pc:docMk/>
            <pc:sldMk cId="2143120179" sldId="343"/>
            <ac:spMk id="8195" creationId="{06B7B12F-0683-DCD9-663B-8156318B9094}"/>
          </ac:spMkLst>
        </pc:spChg>
        <pc:picChg chg="add del mod">
          <ac:chgData name="Lê Ngọc Lành" userId="8e0c50ca425b090c" providerId="LiveId" clId="{3598AC43-F96F-4B7B-9753-863815C9274C}" dt="2026-04-01T22:45:58.877" v="1918" actId="478"/>
          <ac:picMkLst>
            <pc:docMk/>
            <pc:sldMk cId="2143120179" sldId="343"/>
            <ac:picMk id="6" creationId="{F56FA449-32B3-C018-3FBB-B6CAE1EF6167}"/>
          </ac:picMkLst>
        </pc:picChg>
        <pc:picChg chg="add mod">
          <ac:chgData name="Lê Ngọc Lành" userId="8e0c50ca425b090c" providerId="LiveId" clId="{3598AC43-F96F-4B7B-9753-863815C9274C}" dt="2026-04-02T00:03:08.925" v="2589" actId="1076"/>
          <ac:picMkLst>
            <pc:docMk/>
            <pc:sldMk cId="2143120179" sldId="343"/>
            <ac:picMk id="8" creationId="{EE3F910F-153E-7115-8C47-5F72932A488A}"/>
          </ac:picMkLst>
        </pc:picChg>
      </pc:sldChg>
      <pc:sldChg chg="addSp modSp add del mod">
        <pc:chgData name="Lê Ngọc Lành" userId="8e0c50ca425b090c" providerId="LiveId" clId="{3598AC43-F96F-4B7B-9753-863815C9274C}" dt="2026-04-01T22:43:42.433" v="1849" actId="47"/>
        <pc:sldMkLst>
          <pc:docMk/>
          <pc:sldMk cId="2312486282" sldId="344"/>
        </pc:sldMkLst>
      </pc:sldChg>
      <pc:sldChg chg="modSp add del">
        <pc:chgData name="Lê Ngọc Lành" userId="8e0c50ca425b090c" providerId="LiveId" clId="{3598AC43-F96F-4B7B-9753-863815C9274C}" dt="2026-04-01T23:16:26.120" v="2141" actId="47"/>
        <pc:sldMkLst>
          <pc:docMk/>
          <pc:sldMk cId="86889666" sldId="345"/>
        </pc:sldMkLst>
      </pc:sldChg>
      <pc:sldChg chg="addSp delSp modSp add mod">
        <pc:chgData name="Lê Ngọc Lành" userId="8e0c50ca425b090c" providerId="LiveId" clId="{3598AC43-F96F-4B7B-9753-863815C9274C}" dt="2026-04-02T00:48:56.361" v="2973" actId="27636"/>
        <pc:sldMkLst>
          <pc:docMk/>
          <pc:sldMk cId="623457900" sldId="346"/>
        </pc:sldMkLst>
        <pc:spChg chg="mod">
          <ac:chgData name="Lê Ngọc Lành" userId="8e0c50ca425b090c" providerId="LiveId" clId="{3598AC43-F96F-4B7B-9753-863815C9274C}" dt="2026-04-02T00:48:56.361" v="2973" actId="27636"/>
          <ac:spMkLst>
            <pc:docMk/>
            <pc:sldMk cId="623457900" sldId="346"/>
            <ac:spMk id="2" creationId="{676FA6FB-6963-2E86-38F6-E00C1B539360}"/>
          </ac:spMkLst>
        </pc:spChg>
        <pc:spChg chg="add mod">
          <ac:chgData name="Lê Ngọc Lành" userId="8e0c50ca425b090c" providerId="LiveId" clId="{3598AC43-F96F-4B7B-9753-863815C9274C}" dt="2026-04-02T00:45:16.786" v="2918" actId="1076"/>
          <ac:spMkLst>
            <pc:docMk/>
            <pc:sldMk cId="623457900" sldId="346"/>
            <ac:spMk id="5" creationId="{DC41FB6B-E13D-AA30-218B-EC5894C6D23C}"/>
          </ac:spMkLst>
        </pc:spChg>
        <pc:spChg chg="del mod">
          <ac:chgData name="Lê Ngọc Lành" userId="8e0c50ca425b090c" providerId="LiveId" clId="{3598AC43-F96F-4B7B-9753-863815C9274C}" dt="2026-04-02T00:44:54.409" v="2913" actId="478"/>
          <ac:spMkLst>
            <pc:docMk/>
            <pc:sldMk cId="623457900" sldId="346"/>
            <ac:spMk id="8195" creationId="{353807C9-2BAF-CC78-54A2-4EB774D29CBA}"/>
          </ac:spMkLst>
        </pc:spChg>
        <pc:graphicFrameChg chg="add del">
          <ac:chgData name="Lê Ngọc Lành" userId="8e0c50ca425b090c" providerId="LiveId" clId="{3598AC43-F96F-4B7B-9753-863815C9274C}" dt="2026-04-01T23:19:48.180" v="2146" actId="3680"/>
          <ac:graphicFrameMkLst>
            <pc:docMk/>
            <pc:sldMk cId="623457900" sldId="346"/>
            <ac:graphicFrameMk id="3" creationId="{1C6EE9EE-6A1E-489C-40B1-40B5AFB8F8C4}"/>
          </ac:graphicFrameMkLst>
        </pc:graphicFrameChg>
        <pc:graphicFrameChg chg="add mod modGraphic">
          <ac:chgData name="Lê Ngọc Lành" userId="8e0c50ca425b090c" providerId="LiveId" clId="{3598AC43-F96F-4B7B-9753-863815C9274C}" dt="2026-04-02T00:46:08.475" v="2932" actId="948"/>
          <ac:graphicFrameMkLst>
            <pc:docMk/>
            <pc:sldMk cId="623457900" sldId="346"/>
            <ac:graphicFrameMk id="4" creationId="{67D50554-C98D-5D76-B132-5A28D8EED329}"/>
          </ac:graphicFrameMkLst>
        </pc:graphicFrameChg>
      </pc:sldChg>
      <pc:sldChg chg="addSp delSp modSp add mod ord">
        <pc:chgData name="Lê Ngọc Lành" userId="8e0c50ca425b090c" providerId="LiveId" clId="{3598AC43-F96F-4B7B-9753-863815C9274C}" dt="2026-04-02T00:44:12.474" v="2903" actId="20577"/>
        <pc:sldMkLst>
          <pc:docMk/>
          <pc:sldMk cId="1255124363" sldId="347"/>
        </pc:sldMkLst>
        <pc:spChg chg="mod">
          <ac:chgData name="Lê Ngọc Lành" userId="8e0c50ca425b090c" providerId="LiveId" clId="{3598AC43-F96F-4B7B-9753-863815C9274C}" dt="2026-04-02T00:39:30.785" v="2865" actId="1076"/>
          <ac:spMkLst>
            <pc:docMk/>
            <pc:sldMk cId="1255124363" sldId="347"/>
            <ac:spMk id="2" creationId="{439A40F5-2E18-BD1E-8B96-488371DDAB74}"/>
          </ac:spMkLst>
        </pc:spChg>
        <pc:spChg chg="add mod">
          <ac:chgData name="Lê Ngọc Lành" userId="8e0c50ca425b090c" providerId="LiveId" clId="{3598AC43-F96F-4B7B-9753-863815C9274C}" dt="2026-04-02T00:39:21.090" v="2863" actId="1076"/>
          <ac:spMkLst>
            <pc:docMk/>
            <pc:sldMk cId="1255124363" sldId="347"/>
            <ac:spMk id="6" creationId="{FC56EC0F-3763-B1FB-A3C7-1E4F149A5667}"/>
          </ac:spMkLst>
        </pc:spChg>
        <pc:spChg chg="add mod">
          <ac:chgData name="Lê Ngọc Lành" userId="8e0c50ca425b090c" providerId="LiveId" clId="{3598AC43-F96F-4B7B-9753-863815C9274C}" dt="2026-04-02T00:44:12.474" v="2903" actId="20577"/>
          <ac:spMkLst>
            <pc:docMk/>
            <pc:sldMk cId="1255124363" sldId="347"/>
            <ac:spMk id="7" creationId="{31D7C8F1-2A4A-4DB6-86F5-9EF6C7575355}"/>
          </ac:spMkLst>
        </pc:spChg>
        <pc:spChg chg="add del mod">
          <ac:chgData name="Lê Ngọc Lành" userId="8e0c50ca425b090c" providerId="LiveId" clId="{3598AC43-F96F-4B7B-9753-863815C9274C}" dt="2026-04-02T00:39:15.051" v="2862" actId="478"/>
          <ac:spMkLst>
            <pc:docMk/>
            <pc:sldMk cId="1255124363" sldId="347"/>
            <ac:spMk id="8195" creationId="{F070C9FA-2EE5-0561-EC1B-3E2DCC5BC1BB}"/>
          </ac:spMkLst>
        </pc:spChg>
        <pc:graphicFrameChg chg="add mod modGraphic">
          <ac:chgData name="Lê Ngọc Lành" userId="8e0c50ca425b090c" providerId="LiveId" clId="{3598AC43-F96F-4B7B-9753-863815C9274C}" dt="2026-04-02T00:39:10.031" v="2861" actId="1076"/>
          <ac:graphicFrameMkLst>
            <pc:docMk/>
            <pc:sldMk cId="1255124363" sldId="347"/>
            <ac:graphicFrameMk id="3" creationId="{12A4C35B-D8F6-82F9-5E9F-302EDADB92F6}"/>
          </ac:graphicFrameMkLst>
        </pc:graphicFrameChg>
        <pc:picChg chg="add mod modCrop">
          <ac:chgData name="Lê Ngọc Lành" userId="8e0c50ca425b090c" providerId="LiveId" clId="{3598AC43-F96F-4B7B-9753-863815C9274C}" dt="2026-04-02T00:40:49.774" v="2876" actId="1076"/>
          <ac:picMkLst>
            <pc:docMk/>
            <pc:sldMk cId="1255124363" sldId="347"/>
            <ac:picMk id="5" creationId="{3CF8F1D5-3F4B-655B-5F14-17D5A50DEA3A}"/>
          </ac:picMkLst>
        </pc:picChg>
      </pc:sldChg>
      <pc:sldChg chg="addSp delSp modSp add mod ord">
        <pc:chgData name="Lê Ngọc Lành" userId="8e0c50ca425b090c" providerId="LiveId" clId="{3598AC43-F96F-4B7B-9753-863815C9274C}" dt="2026-04-02T00:40:03.840" v="2872" actId="2711"/>
        <pc:sldMkLst>
          <pc:docMk/>
          <pc:sldMk cId="1106708716" sldId="348"/>
        </pc:sldMkLst>
        <pc:spChg chg="mod">
          <ac:chgData name="Lê Ngọc Lành" userId="8e0c50ca425b090c" providerId="LiveId" clId="{3598AC43-F96F-4B7B-9753-863815C9274C}" dt="2026-04-02T00:40:03.840" v="2872" actId="2711"/>
          <ac:spMkLst>
            <pc:docMk/>
            <pc:sldMk cId="1106708716" sldId="348"/>
            <ac:spMk id="2" creationId="{23F8B4DE-8E66-4782-9AEF-4770FCED47C7}"/>
          </ac:spMkLst>
        </pc:spChg>
        <pc:spChg chg="add mod">
          <ac:chgData name="Lê Ngọc Lành" userId="8e0c50ca425b090c" providerId="LiveId" clId="{3598AC43-F96F-4B7B-9753-863815C9274C}" dt="2026-04-02T00:39:55.259" v="2871" actId="2711"/>
          <ac:spMkLst>
            <pc:docMk/>
            <pc:sldMk cId="1106708716" sldId="348"/>
            <ac:spMk id="4" creationId="{61F4C2C5-0035-1225-FB85-55F69D52D7C3}"/>
          </ac:spMkLst>
        </pc:spChg>
        <pc:spChg chg="del mod">
          <ac:chgData name="Lê Ngọc Lành" userId="8e0c50ca425b090c" providerId="LiveId" clId="{3598AC43-F96F-4B7B-9753-863815C9274C}" dt="2026-04-02T00:39:47.655" v="2867" actId="478"/>
          <ac:spMkLst>
            <pc:docMk/>
            <pc:sldMk cId="1106708716" sldId="348"/>
            <ac:spMk id="8195" creationId="{204D6D1A-625E-FB94-98B1-883F35D1D1FA}"/>
          </ac:spMkLst>
        </pc:spChg>
        <pc:graphicFrameChg chg="add mod modGraphic">
          <ac:chgData name="Lê Ngọc Lành" userId="8e0c50ca425b090c" providerId="LiveId" clId="{3598AC43-F96F-4B7B-9753-863815C9274C}" dt="2026-04-02T00:39:42.925" v="2866" actId="2711"/>
          <ac:graphicFrameMkLst>
            <pc:docMk/>
            <pc:sldMk cId="1106708716" sldId="348"/>
            <ac:graphicFrameMk id="3" creationId="{1E0A01C7-F41B-A755-5BBF-EB3903AF923C}"/>
          </ac:graphicFrameMkLst>
        </pc:graphicFrameChg>
      </pc:sldChg>
      <pc:sldChg chg="addSp delSp modSp add mod ord">
        <pc:chgData name="Lê Ngọc Lành" userId="8e0c50ca425b090c" providerId="LiveId" clId="{3598AC43-F96F-4B7B-9753-863815C9274C}" dt="2026-04-02T00:38:15.027" v="2851" actId="1076"/>
        <pc:sldMkLst>
          <pc:docMk/>
          <pc:sldMk cId="3625679810" sldId="349"/>
        </pc:sldMkLst>
        <pc:spChg chg="mod">
          <ac:chgData name="Lê Ngọc Lành" userId="8e0c50ca425b090c" providerId="LiveId" clId="{3598AC43-F96F-4B7B-9753-863815C9274C}" dt="2026-04-02T00:38:15.027" v="2851" actId="1076"/>
          <ac:spMkLst>
            <pc:docMk/>
            <pc:sldMk cId="3625679810" sldId="349"/>
            <ac:spMk id="2" creationId="{A3F07A90-9DDE-C82D-08ED-8A74494FFD05}"/>
          </ac:spMkLst>
        </pc:spChg>
        <pc:spChg chg="add mod">
          <ac:chgData name="Lê Ngọc Lành" userId="8e0c50ca425b090c" providerId="LiveId" clId="{3598AC43-F96F-4B7B-9753-863815C9274C}" dt="2026-04-01T23:25:17.778" v="2166" actId="767"/>
          <ac:spMkLst>
            <pc:docMk/>
            <pc:sldMk cId="3625679810" sldId="349"/>
            <ac:spMk id="4" creationId="{FEAEC313-B67C-9137-2E88-CB00741F3CE7}"/>
          </ac:spMkLst>
        </pc:spChg>
        <pc:spChg chg="add mod">
          <ac:chgData name="Lê Ngọc Lành" userId="8e0c50ca425b090c" providerId="LiveId" clId="{3598AC43-F96F-4B7B-9753-863815C9274C}" dt="2026-04-02T00:38:07.285" v="2849" actId="1076"/>
          <ac:spMkLst>
            <pc:docMk/>
            <pc:sldMk cId="3625679810" sldId="349"/>
            <ac:spMk id="5" creationId="{7953C2FA-3661-002A-CCB6-DFE49549CCC5}"/>
          </ac:spMkLst>
        </pc:spChg>
        <pc:spChg chg="del mod">
          <ac:chgData name="Lê Ngọc Lành" userId="8e0c50ca425b090c" providerId="LiveId" clId="{3598AC43-F96F-4B7B-9753-863815C9274C}" dt="2026-04-02T00:37:57.336" v="2848" actId="478"/>
          <ac:spMkLst>
            <pc:docMk/>
            <pc:sldMk cId="3625679810" sldId="349"/>
            <ac:spMk id="8195" creationId="{0F95C084-5DA7-6DD6-5D0C-2849C321466E}"/>
          </ac:spMkLst>
        </pc:spChg>
        <pc:graphicFrameChg chg="add mod modGraphic">
          <ac:chgData name="Lê Ngọc Lành" userId="8e0c50ca425b090c" providerId="LiveId" clId="{3598AC43-F96F-4B7B-9753-863815C9274C}" dt="2026-04-02T00:01:42.145" v="2577" actId="14734"/>
          <ac:graphicFrameMkLst>
            <pc:docMk/>
            <pc:sldMk cId="3625679810" sldId="349"/>
            <ac:graphicFrameMk id="3" creationId="{6DB1CE39-9383-733F-CE62-A06385326AC4}"/>
          </ac:graphicFrameMkLst>
        </pc:graphicFrameChg>
      </pc:sldChg>
      <pc:sldChg chg="modSp add del">
        <pc:chgData name="Lê Ngọc Lành" userId="8e0c50ca425b090c" providerId="LiveId" clId="{3598AC43-F96F-4B7B-9753-863815C9274C}" dt="2026-04-01T23:39:14.106" v="2273" actId="47"/>
        <pc:sldMkLst>
          <pc:docMk/>
          <pc:sldMk cId="1744873280" sldId="350"/>
        </pc:sldMkLst>
      </pc:sldChg>
      <pc:sldChg chg="modSp add del">
        <pc:chgData name="Lê Ngọc Lành" userId="8e0c50ca425b090c" providerId="LiveId" clId="{3598AC43-F96F-4B7B-9753-863815C9274C}" dt="2026-04-01T23:39:14.658" v="2274" actId="47"/>
        <pc:sldMkLst>
          <pc:docMk/>
          <pc:sldMk cId="2525814745" sldId="351"/>
        </pc:sldMkLst>
      </pc:sldChg>
      <pc:sldChg chg="modSp add del">
        <pc:chgData name="Lê Ngọc Lành" userId="8e0c50ca425b090c" providerId="LiveId" clId="{3598AC43-F96F-4B7B-9753-863815C9274C}" dt="2026-04-01T23:39:15.039" v="2275" actId="47"/>
        <pc:sldMkLst>
          <pc:docMk/>
          <pc:sldMk cId="4241207610" sldId="352"/>
        </pc:sldMkLst>
      </pc:sldChg>
      <pc:sldChg chg="modSp add del">
        <pc:chgData name="Lê Ngọc Lành" userId="8e0c50ca425b090c" providerId="LiveId" clId="{3598AC43-F96F-4B7B-9753-863815C9274C}" dt="2026-04-01T23:39:19.813" v="2277" actId="47"/>
        <pc:sldMkLst>
          <pc:docMk/>
          <pc:sldMk cId="3353134899" sldId="353"/>
        </pc:sldMkLst>
      </pc:sldChg>
      <pc:sldChg chg="addSp delSp modSp add del ord">
        <pc:chgData name="Lê Ngọc Lành" userId="8e0c50ca425b090c" providerId="LiveId" clId="{3598AC43-F96F-4B7B-9753-863815C9274C}" dt="2026-04-01T23:39:17.730" v="2276" actId="47"/>
        <pc:sldMkLst>
          <pc:docMk/>
          <pc:sldMk cId="1908760483" sldId="354"/>
        </pc:sldMkLst>
      </pc:sldChg>
      <pc:sldChg chg="addSp delSp modSp add mod">
        <pc:chgData name="Lê Ngọc Lành" userId="8e0c50ca425b090c" providerId="LiveId" clId="{3598AC43-F96F-4B7B-9753-863815C9274C}" dt="2026-04-02T00:49:31.037" v="2982" actId="1076"/>
        <pc:sldMkLst>
          <pc:docMk/>
          <pc:sldMk cId="3057364539" sldId="355"/>
        </pc:sldMkLst>
        <pc:spChg chg="mod">
          <ac:chgData name="Lê Ngọc Lành" userId="8e0c50ca425b090c" providerId="LiveId" clId="{3598AC43-F96F-4B7B-9753-863815C9274C}" dt="2026-04-02T00:49:07.143" v="2974" actId="14100"/>
          <ac:spMkLst>
            <pc:docMk/>
            <pc:sldMk cId="3057364539" sldId="355"/>
            <ac:spMk id="2" creationId="{FEA6AD2D-CEB7-1804-9DF3-478180D91596}"/>
          </ac:spMkLst>
        </pc:spChg>
        <pc:spChg chg="add mod">
          <ac:chgData name="Lê Ngọc Lành" userId="8e0c50ca425b090c" providerId="LiveId" clId="{3598AC43-F96F-4B7B-9753-863815C9274C}" dt="2026-04-02T00:49:23.533" v="2978" actId="1076"/>
          <ac:spMkLst>
            <pc:docMk/>
            <pc:sldMk cId="3057364539" sldId="355"/>
            <ac:spMk id="5" creationId="{40933D60-F266-3FD7-0E15-A0D8752892DE}"/>
          </ac:spMkLst>
        </pc:spChg>
        <pc:spChg chg="add mod">
          <ac:chgData name="Lê Ngọc Lành" userId="8e0c50ca425b090c" providerId="LiveId" clId="{3598AC43-F96F-4B7B-9753-863815C9274C}" dt="2026-04-02T00:49:31.037" v="2982" actId="1076"/>
          <ac:spMkLst>
            <pc:docMk/>
            <pc:sldMk cId="3057364539" sldId="355"/>
            <ac:spMk id="6" creationId="{33AD791C-BD23-3E45-8511-6F806BFDA9E5}"/>
          </ac:spMkLst>
        </pc:spChg>
        <pc:spChg chg="del">
          <ac:chgData name="Lê Ngọc Lành" userId="8e0c50ca425b090c" providerId="LiveId" clId="{3598AC43-F96F-4B7B-9753-863815C9274C}" dt="2026-04-02T00:48:27.568" v="2968" actId="478"/>
          <ac:spMkLst>
            <pc:docMk/>
            <pc:sldMk cId="3057364539" sldId="355"/>
            <ac:spMk id="8195" creationId="{FCFFD0FA-5C1E-73B0-F4D0-488289A691BF}"/>
          </ac:spMkLst>
        </pc:spChg>
        <pc:graphicFrameChg chg="add mod modGraphic">
          <ac:chgData name="Lê Ngọc Lành" userId="8e0c50ca425b090c" providerId="LiveId" clId="{3598AC43-F96F-4B7B-9753-863815C9274C}" dt="2026-04-01T23:45:17.087" v="2336" actId="1076"/>
          <ac:graphicFrameMkLst>
            <pc:docMk/>
            <pc:sldMk cId="3057364539" sldId="355"/>
            <ac:graphicFrameMk id="3" creationId="{10700621-6E3F-6485-94A1-9A6A17B50115}"/>
          </ac:graphicFrameMkLst>
        </pc:graphicFrameChg>
        <pc:graphicFrameChg chg="add mod modGraphic">
          <ac:chgData name="Lê Ngọc Lành" userId="8e0c50ca425b090c" providerId="LiveId" clId="{3598AC43-F96F-4B7B-9753-863815C9274C}" dt="2026-04-01T23:45:43.877" v="2340" actId="1076"/>
          <ac:graphicFrameMkLst>
            <pc:docMk/>
            <pc:sldMk cId="3057364539" sldId="355"/>
            <ac:graphicFrameMk id="4" creationId="{CD87ED00-3668-962E-10ED-442B71C3AEC3}"/>
          </ac:graphicFrameMkLst>
        </pc:graphicFrameChg>
      </pc:sldChg>
      <pc:sldChg chg="modSp add mod">
        <pc:chgData name="Lê Ngọc Lành" userId="8e0c50ca425b090c" providerId="LiveId" clId="{3598AC43-F96F-4B7B-9753-863815C9274C}" dt="2026-04-02T01:09:12.976" v="3082" actId="20577"/>
        <pc:sldMkLst>
          <pc:docMk/>
          <pc:sldMk cId="2592473561" sldId="356"/>
        </pc:sldMkLst>
        <pc:spChg chg="mod">
          <ac:chgData name="Lê Ngọc Lành" userId="8e0c50ca425b090c" providerId="LiveId" clId="{3598AC43-F96F-4B7B-9753-863815C9274C}" dt="2026-04-02T00:50:05.626" v="2983" actId="2711"/>
          <ac:spMkLst>
            <pc:docMk/>
            <pc:sldMk cId="2592473561" sldId="356"/>
            <ac:spMk id="2" creationId="{D417D1BF-21D0-B493-E7AE-AF456ADE25EE}"/>
          </ac:spMkLst>
        </pc:spChg>
        <pc:spChg chg="mod">
          <ac:chgData name="Lê Ngọc Lành" userId="8e0c50ca425b090c" providerId="LiveId" clId="{3598AC43-F96F-4B7B-9753-863815C9274C}" dt="2026-04-02T01:09:12.976" v="3082" actId="20577"/>
          <ac:spMkLst>
            <pc:docMk/>
            <pc:sldMk cId="2592473561" sldId="356"/>
            <ac:spMk id="8195" creationId="{6FE1E489-A8E7-65A8-E261-33C2234F4FE2}"/>
          </ac:spMkLst>
        </pc:spChg>
      </pc:sldChg>
      <pc:sldChg chg="modSp add mod ord">
        <pc:chgData name="Lê Ngọc Lành" userId="8e0c50ca425b090c" providerId="LiveId" clId="{3598AC43-F96F-4B7B-9753-863815C9274C}" dt="2026-04-02T00:50:57.682" v="2989" actId="404"/>
        <pc:sldMkLst>
          <pc:docMk/>
          <pc:sldMk cId="513060099" sldId="357"/>
        </pc:sldMkLst>
        <pc:spChg chg="mod">
          <ac:chgData name="Lê Ngọc Lành" userId="8e0c50ca425b090c" providerId="LiveId" clId="{3598AC43-F96F-4B7B-9753-863815C9274C}" dt="2026-04-01T02:28:35.065" v="580" actId="20577"/>
          <ac:spMkLst>
            <pc:docMk/>
            <pc:sldMk cId="513060099" sldId="357"/>
            <ac:spMk id="2" creationId="{33DA87D5-C507-2B3E-6CD2-0BD29DF419C0}"/>
          </ac:spMkLst>
        </pc:spChg>
        <pc:spChg chg="mod">
          <ac:chgData name="Lê Ngọc Lành" userId="8e0c50ca425b090c" providerId="LiveId" clId="{3598AC43-F96F-4B7B-9753-863815C9274C}" dt="2026-04-02T00:50:57.682" v="2989" actId="404"/>
          <ac:spMkLst>
            <pc:docMk/>
            <pc:sldMk cId="513060099" sldId="357"/>
            <ac:spMk id="8195" creationId="{FFD9FF0C-1C3F-9F31-E2E5-7779A7AE8869}"/>
          </ac:spMkLst>
        </pc:spChg>
      </pc:sldChg>
      <pc:sldChg chg="addSp modSp add mod">
        <pc:chgData name="Lê Ngọc Lành" userId="8e0c50ca425b090c" providerId="LiveId" clId="{3598AC43-F96F-4B7B-9753-863815C9274C}" dt="2026-04-02T00:50:17.025" v="2984" actId="2711"/>
        <pc:sldMkLst>
          <pc:docMk/>
          <pc:sldMk cId="1540507818" sldId="358"/>
        </pc:sldMkLst>
        <pc:spChg chg="mod">
          <ac:chgData name="Lê Ngọc Lành" userId="8e0c50ca425b090c" providerId="LiveId" clId="{3598AC43-F96F-4B7B-9753-863815C9274C}" dt="2026-04-02T00:50:17.025" v="2984" actId="2711"/>
          <ac:spMkLst>
            <pc:docMk/>
            <pc:sldMk cId="1540507818" sldId="358"/>
            <ac:spMk id="2" creationId="{9E4A8508-8DBB-00A5-0CAA-B09806BF56B6}"/>
          </ac:spMkLst>
        </pc:spChg>
        <pc:spChg chg="mod">
          <ac:chgData name="Lê Ngọc Lành" userId="8e0c50ca425b090c" providerId="LiveId" clId="{3598AC43-F96F-4B7B-9753-863815C9274C}" dt="2026-03-31T10:21:33.522" v="530"/>
          <ac:spMkLst>
            <pc:docMk/>
            <pc:sldMk cId="1540507818" sldId="358"/>
            <ac:spMk id="8195" creationId="{7817B260-C2FA-EA80-E744-F47AD6ED4F4C}"/>
          </ac:spMkLst>
        </pc:spChg>
      </pc:sldChg>
      <pc:sldChg chg="modSp add mod">
        <pc:chgData name="Lê Ngọc Lành" userId="8e0c50ca425b090c" providerId="LiveId" clId="{3598AC43-F96F-4B7B-9753-863815C9274C}" dt="2026-04-02T00:50:27.197" v="2985" actId="2711"/>
        <pc:sldMkLst>
          <pc:docMk/>
          <pc:sldMk cId="3470284990" sldId="359"/>
        </pc:sldMkLst>
        <pc:spChg chg="mod">
          <ac:chgData name="Lê Ngọc Lành" userId="8e0c50ca425b090c" providerId="LiveId" clId="{3598AC43-F96F-4B7B-9753-863815C9274C}" dt="2026-04-02T00:50:27.197" v="2985" actId="2711"/>
          <ac:spMkLst>
            <pc:docMk/>
            <pc:sldMk cId="3470284990" sldId="359"/>
            <ac:spMk id="2" creationId="{A6910BDD-4094-F268-23AC-7B648F36FDA7}"/>
          </ac:spMkLst>
        </pc:spChg>
        <pc:spChg chg="mod">
          <ac:chgData name="Lê Ngọc Lành" userId="8e0c50ca425b090c" providerId="LiveId" clId="{3598AC43-F96F-4B7B-9753-863815C9274C}" dt="2026-03-31T10:22:07.015" v="533"/>
          <ac:spMkLst>
            <pc:docMk/>
            <pc:sldMk cId="3470284990" sldId="359"/>
            <ac:spMk id="8195" creationId="{68346BF8-349D-0CCA-E413-38619465D2EC}"/>
          </ac:spMkLst>
        </pc:spChg>
      </pc:sldChg>
      <pc:sldChg chg="modSp add mod ord">
        <pc:chgData name="Lê Ngọc Lành" userId="8e0c50ca425b090c" providerId="LiveId" clId="{3598AC43-F96F-4B7B-9753-863815C9274C}" dt="2026-04-01T23:56:43.887" v="2556"/>
        <pc:sldMkLst>
          <pc:docMk/>
          <pc:sldMk cId="734376838" sldId="360"/>
        </pc:sldMkLst>
        <pc:spChg chg="mod">
          <ac:chgData name="Lê Ngọc Lành" userId="8e0c50ca425b090c" providerId="LiveId" clId="{3598AC43-F96F-4B7B-9753-863815C9274C}" dt="2026-04-01T23:56:43.887" v="2556"/>
          <ac:spMkLst>
            <pc:docMk/>
            <pc:sldMk cId="734376838" sldId="360"/>
            <ac:spMk id="8195" creationId="{4A50E4E9-CB81-995A-F7AB-12DFF50CD1C7}"/>
          </ac:spMkLst>
        </pc:spChg>
      </pc:sldChg>
      <pc:sldChg chg="addSp delSp modSp add del mod">
        <pc:chgData name="Lê Ngọc Lành" userId="8e0c50ca425b090c" providerId="LiveId" clId="{3598AC43-F96F-4B7B-9753-863815C9274C}" dt="2026-04-01T09:18:44.016" v="1338" actId="47"/>
        <pc:sldMkLst>
          <pc:docMk/>
          <pc:sldMk cId="1056654140" sldId="361"/>
        </pc:sldMkLst>
        <pc:spChg chg="mod">
          <ac:chgData name="Lê Ngọc Lành" userId="8e0c50ca425b090c" providerId="LiveId" clId="{3598AC43-F96F-4B7B-9753-863815C9274C}" dt="2026-04-01T08:41:03.316" v="1277" actId="2711"/>
          <ac:spMkLst>
            <pc:docMk/>
            <pc:sldMk cId="1056654140" sldId="361"/>
            <ac:spMk id="2" creationId="{DB18FC46-0D6D-E91B-0FFF-4E6169F3708D}"/>
          </ac:spMkLst>
        </pc:spChg>
        <pc:spChg chg="mod">
          <ac:chgData name="Lê Ngọc Lành" userId="8e0c50ca425b090c" providerId="LiveId" clId="{3598AC43-F96F-4B7B-9753-863815C9274C}" dt="2026-04-01T08:43:18.849" v="1288" actId="20577"/>
          <ac:spMkLst>
            <pc:docMk/>
            <pc:sldMk cId="1056654140" sldId="361"/>
            <ac:spMk id="8195" creationId="{75E3AE0B-6E5F-7DB7-7868-4CB39B1CC465}"/>
          </ac:spMkLst>
        </pc:spChg>
        <pc:graphicFrameChg chg="add del mod modGraphic">
          <ac:chgData name="Lê Ngọc Lành" userId="8e0c50ca425b090c" providerId="LiveId" clId="{3598AC43-F96F-4B7B-9753-863815C9274C}" dt="2026-04-01T08:44:59.855" v="1308" actId="478"/>
          <ac:graphicFrameMkLst>
            <pc:docMk/>
            <pc:sldMk cId="1056654140" sldId="361"/>
            <ac:graphicFrameMk id="3" creationId="{8083D4B1-1484-BDA6-10E5-3082837DE47B}"/>
          </ac:graphicFrameMkLst>
        </pc:graphicFrameChg>
        <pc:graphicFrameChg chg="add del mod modGraphic">
          <ac:chgData name="Lê Ngọc Lành" userId="8e0c50ca425b090c" providerId="LiveId" clId="{3598AC43-F96F-4B7B-9753-863815C9274C}" dt="2026-04-01T08:48:28.901" v="1337" actId="478"/>
          <ac:graphicFrameMkLst>
            <pc:docMk/>
            <pc:sldMk cId="1056654140" sldId="361"/>
            <ac:graphicFrameMk id="4" creationId="{95D150A1-F6CD-5775-A010-2CC42FA3D32B}"/>
          </ac:graphicFrameMkLst>
        </pc:graphicFrameChg>
        <pc:graphicFrameChg chg="add mod">
          <ac:chgData name="Lê Ngọc Lành" userId="8e0c50ca425b090c" providerId="LiveId" clId="{3598AC43-F96F-4B7B-9753-863815C9274C}" dt="2026-04-01T08:45:57.441" v="1330"/>
          <ac:graphicFrameMkLst>
            <pc:docMk/>
            <pc:sldMk cId="1056654140" sldId="361"/>
            <ac:graphicFrameMk id="5" creationId="{9F464225-20E1-3A92-CBC4-64C55D951FDE}"/>
          </ac:graphicFrameMkLst>
        </pc:graphicFrameChg>
      </pc:sldChg>
      <pc:sldChg chg="addSp delSp modSp add mod ord">
        <pc:chgData name="Lê Ngọc Lành" userId="8e0c50ca425b090c" providerId="LiveId" clId="{3598AC43-F96F-4B7B-9753-863815C9274C}" dt="2026-04-02T00:33:48.241" v="2789" actId="478"/>
        <pc:sldMkLst>
          <pc:docMk/>
          <pc:sldMk cId="2849476824" sldId="361"/>
        </pc:sldMkLst>
        <pc:spChg chg="mod">
          <ac:chgData name="Lê Ngọc Lành" userId="8e0c50ca425b090c" providerId="LiveId" clId="{3598AC43-F96F-4B7B-9753-863815C9274C}" dt="2026-04-02T00:33:25.419" v="2788" actId="27636"/>
          <ac:spMkLst>
            <pc:docMk/>
            <pc:sldMk cId="2849476824" sldId="361"/>
            <ac:spMk id="2" creationId="{2847D7F6-1FEE-C6CB-7536-54678CF0FD92}"/>
          </ac:spMkLst>
        </pc:spChg>
        <pc:spChg chg="add mod">
          <ac:chgData name="Lê Ngọc Lành" userId="8e0c50ca425b090c" providerId="LiveId" clId="{3598AC43-F96F-4B7B-9753-863815C9274C}" dt="2026-04-02T00:14:46.746" v="2642"/>
          <ac:spMkLst>
            <pc:docMk/>
            <pc:sldMk cId="2849476824" sldId="361"/>
            <ac:spMk id="4" creationId="{09E46523-8FB8-8133-92F0-A2E31ABF1100}"/>
          </ac:spMkLst>
        </pc:spChg>
        <pc:spChg chg="add mod">
          <ac:chgData name="Lê Ngọc Lành" userId="8e0c50ca425b090c" providerId="LiveId" clId="{3598AC43-F96F-4B7B-9753-863815C9274C}" dt="2026-04-02T00:33:19.610" v="2786" actId="1076"/>
          <ac:spMkLst>
            <pc:docMk/>
            <pc:sldMk cId="2849476824" sldId="361"/>
            <ac:spMk id="5" creationId="{91D4302D-A1A8-8A4B-D403-B4C57AE458AC}"/>
          </ac:spMkLst>
        </pc:spChg>
        <pc:spChg chg="add del">
          <ac:chgData name="Lê Ngọc Lành" userId="8e0c50ca425b090c" providerId="LiveId" clId="{3598AC43-F96F-4B7B-9753-863815C9274C}" dt="2026-04-02T00:33:48.241" v="2789" actId="478"/>
          <ac:spMkLst>
            <pc:docMk/>
            <pc:sldMk cId="2849476824" sldId="361"/>
            <ac:spMk id="8195" creationId="{0D9BBA43-9644-1652-3F9D-19C7FDCBE76F}"/>
          </ac:spMkLst>
        </pc:spChg>
        <pc:graphicFrameChg chg="add mod modGraphic">
          <ac:chgData name="Lê Ngọc Lành" userId="8e0c50ca425b090c" providerId="LiveId" clId="{3598AC43-F96F-4B7B-9753-863815C9274C}" dt="2026-04-02T00:14:43.202" v="2640" actId="1076"/>
          <ac:graphicFrameMkLst>
            <pc:docMk/>
            <pc:sldMk cId="2849476824" sldId="361"/>
            <ac:graphicFrameMk id="3" creationId="{EE20B7A4-FE2A-E53B-B7FA-21167E8580A7}"/>
          </ac:graphicFrameMkLst>
        </pc:graphicFrameChg>
      </pc:sldChg>
      <pc:sldChg chg="addSp delSp modSp add mod ord">
        <pc:chgData name="Lê Ngọc Lành" userId="8e0c50ca425b090c" providerId="LiveId" clId="{3598AC43-F96F-4B7B-9753-863815C9274C}" dt="2026-04-02T00:34:26.615" v="2797" actId="27636"/>
        <pc:sldMkLst>
          <pc:docMk/>
          <pc:sldMk cId="957569751" sldId="362"/>
        </pc:sldMkLst>
        <pc:spChg chg="mod">
          <ac:chgData name="Lê Ngọc Lành" userId="8e0c50ca425b090c" providerId="LiveId" clId="{3598AC43-F96F-4B7B-9753-863815C9274C}" dt="2026-04-02T00:34:26.615" v="2797" actId="27636"/>
          <ac:spMkLst>
            <pc:docMk/>
            <pc:sldMk cId="957569751" sldId="362"/>
            <ac:spMk id="2" creationId="{417E1330-455B-99C2-5334-291712AFD9B2}"/>
          </ac:spMkLst>
        </pc:spChg>
        <pc:spChg chg="add mod">
          <ac:chgData name="Lê Ngọc Lành" userId="8e0c50ca425b090c" providerId="LiveId" clId="{3598AC43-F96F-4B7B-9753-863815C9274C}" dt="2026-04-02T00:34:11.027" v="2795" actId="1076"/>
          <ac:spMkLst>
            <pc:docMk/>
            <pc:sldMk cId="957569751" sldId="362"/>
            <ac:spMk id="4" creationId="{CB9EAFB6-F508-7663-B98E-D415CC35A53A}"/>
          </ac:spMkLst>
        </pc:spChg>
        <pc:spChg chg="del">
          <ac:chgData name="Lê Ngọc Lành" userId="8e0c50ca425b090c" providerId="LiveId" clId="{3598AC43-F96F-4B7B-9753-863815C9274C}" dt="2026-04-02T00:33:56.378" v="2791" actId="478"/>
          <ac:spMkLst>
            <pc:docMk/>
            <pc:sldMk cId="957569751" sldId="362"/>
            <ac:spMk id="8195" creationId="{CCFA88EE-9462-8311-F5A3-AF470C03E505}"/>
          </ac:spMkLst>
        </pc:spChg>
        <pc:graphicFrameChg chg="add mod modGraphic">
          <ac:chgData name="Lê Ngọc Lành" userId="8e0c50ca425b090c" providerId="LiveId" clId="{3598AC43-F96F-4B7B-9753-863815C9274C}" dt="2026-04-02T00:15:05.943" v="2647" actId="1076"/>
          <ac:graphicFrameMkLst>
            <pc:docMk/>
            <pc:sldMk cId="957569751" sldId="362"/>
            <ac:graphicFrameMk id="3" creationId="{69DB9E46-46CC-5CE4-1077-9D21B055BFEE}"/>
          </ac:graphicFrameMkLst>
        </pc:graphicFrameChg>
      </pc:sldChg>
      <pc:sldChg chg="add del">
        <pc:chgData name="Lê Ngọc Lành" userId="8e0c50ca425b090c" providerId="LiveId" clId="{3598AC43-F96F-4B7B-9753-863815C9274C}" dt="2026-04-01T09:19:05.272" v="1340" actId="47"/>
        <pc:sldMkLst>
          <pc:docMk/>
          <pc:sldMk cId="3536559178" sldId="362"/>
        </pc:sldMkLst>
      </pc:sldChg>
      <pc:sldChg chg="addSp delSp modSp add mod ord">
        <pc:chgData name="Lê Ngọc Lành" userId="8e0c50ca425b090c" providerId="LiveId" clId="{3598AC43-F96F-4B7B-9753-863815C9274C}" dt="2026-04-02T00:35:08.765" v="2807" actId="27636"/>
        <pc:sldMkLst>
          <pc:docMk/>
          <pc:sldMk cId="1702896796" sldId="363"/>
        </pc:sldMkLst>
        <pc:spChg chg="mod">
          <ac:chgData name="Lê Ngọc Lành" userId="8e0c50ca425b090c" providerId="LiveId" clId="{3598AC43-F96F-4B7B-9753-863815C9274C}" dt="2026-04-02T00:35:08.765" v="2807" actId="27636"/>
          <ac:spMkLst>
            <pc:docMk/>
            <pc:sldMk cId="1702896796" sldId="363"/>
            <ac:spMk id="2" creationId="{AD866175-A45A-0748-D105-BA3FF92BDD58}"/>
          </ac:spMkLst>
        </pc:spChg>
        <pc:spChg chg="add mod">
          <ac:chgData name="Lê Ngọc Lành" userId="8e0c50ca425b090c" providerId="LiveId" clId="{3598AC43-F96F-4B7B-9753-863815C9274C}" dt="2026-04-02T00:34:51.039" v="2804" actId="1076"/>
          <ac:spMkLst>
            <pc:docMk/>
            <pc:sldMk cId="1702896796" sldId="363"/>
            <ac:spMk id="4" creationId="{D1FD673B-5DA7-1B94-4D6D-9FFE080A99A8}"/>
          </ac:spMkLst>
        </pc:spChg>
        <pc:spChg chg="del">
          <ac:chgData name="Lê Ngọc Lành" userId="8e0c50ca425b090c" providerId="LiveId" clId="{3598AC43-F96F-4B7B-9753-863815C9274C}" dt="2026-04-02T00:34:37.073" v="2798" actId="478"/>
          <ac:spMkLst>
            <pc:docMk/>
            <pc:sldMk cId="1702896796" sldId="363"/>
            <ac:spMk id="8195" creationId="{310830EE-59CC-192D-6EE4-1F04D5D64736}"/>
          </ac:spMkLst>
        </pc:spChg>
        <pc:graphicFrameChg chg="add mod modGraphic">
          <ac:chgData name="Lê Ngọc Lành" userId="8e0c50ca425b090c" providerId="LiveId" clId="{3598AC43-F96F-4B7B-9753-863815C9274C}" dt="2026-04-02T00:15:23.142" v="2652" actId="1076"/>
          <ac:graphicFrameMkLst>
            <pc:docMk/>
            <pc:sldMk cId="1702896796" sldId="363"/>
            <ac:graphicFrameMk id="3" creationId="{09349BFE-747E-BC53-F024-9F0B3C2AE1C4}"/>
          </ac:graphicFrameMkLst>
        </pc:graphicFrameChg>
      </pc:sldChg>
      <pc:sldChg chg="addSp delSp modSp add mod ord">
        <pc:chgData name="Lê Ngọc Lành" userId="8e0c50ca425b090c" providerId="LiveId" clId="{3598AC43-F96F-4B7B-9753-863815C9274C}" dt="2026-04-02T00:35:45.757" v="2817" actId="1076"/>
        <pc:sldMkLst>
          <pc:docMk/>
          <pc:sldMk cId="2260304004" sldId="364"/>
        </pc:sldMkLst>
        <pc:spChg chg="mod">
          <ac:chgData name="Lê Ngọc Lành" userId="8e0c50ca425b090c" providerId="LiveId" clId="{3598AC43-F96F-4B7B-9753-863815C9274C}" dt="2026-04-02T00:35:31.672" v="2811" actId="1076"/>
          <ac:spMkLst>
            <pc:docMk/>
            <pc:sldMk cId="2260304004" sldId="364"/>
            <ac:spMk id="2" creationId="{685827D7-77CD-5AAA-22CF-DF257DF769E2}"/>
          </ac:spMkLst>
        </pc:spChg>
        <pc:spChg chg="add mod">
          <ac:chgData name="Lê Ngọc Lành" userId="8e0c50ca425b090c" providerId="LiveId" clId="{3598AC43-F96F-4B7B-9753-863815C9274C}" dt="2026-04-02T00:35:45.757" v="2817" actId="1076"/>
          <ac:spMkLst>
            <pc:docMk/>
            <pc:sldMk cId="2260304004" sldId="364"/>
            <ac:spMk id="4" creationId="{AE0FC612-00BF-FC06-0748-EC832BAE8ADC}"/>
          </ac:spMkLst>
        </pc:spChg>
        <pc:spChg chg="del">
          <ac:chgData name="Lê Ngọc Lành" userId="8e0c50ca425b090c" providerId="LiveId" clId="{3598AC43-F96F-4B7B-9753-863815C9274C}" dt="2026-04-02T00:35:02.312" v="2805" actId="478"/>
          <ac:spMkLst>
            <pc:docMk/>
            <pc:sldMk cId="2260304004" sldId="364"/>
            <ac:spMk id="8195" creationId="{5702AFB3-3A89-2F0A-6E53-FE19CDE41F82}"/>
          </ac:spMkLst>
        </pc:spChg>
        <pc:graphicFrameChg chg="add mod modGraphic">
          <ac:chgData name="Lê Ngọc Lành" userId="8e0c50ca425b090c" providerId="LiveId" clId="{3598AC43-F96F-4B7B-9753-863815C9274C}" dt="2026-04-02T00:15:38.717" v="2657" actId="1076"/>
          <ac:graphicFrameMkLst>
            <pc:docMk/>
            <pc:sldMk cId="2260304004" sldId="364"/>
            <ac:graphicFrameMk id="3" creationId="{DCA1193B-196E-CA5A-12C3-AD0656D1F3B5}"/>
          </ac:graphicFrameMkLst>
        </pc:graphicFrameChg>
      </pc:sldChg>
      <pc:sldChg chg="addSp delSp modSp add mod ord">
        <pc:chgData name="Lê Ngọc Lành" userId="8e0c50ca425b090c" providerId="LiveId" clId="{3598AC43-F96F-4B7B-9753-863815C9274C}" dt="2026-04-02T00:36:25.720" v="2829" actId="14100"/>
        <pc:sldMkLst>
          <pc:docMk/>
          <pc:sldMk cId="430446296" sldId="365"/>
        </pc:sldMkLst>
        <pc:spChg chg="mod">
          <ac:chgData name="Lê Ngọc Lành" userId="8e0c50ca425b090c" providerId="LiveId" clId="{3598AC43-F96F-4B7B-9753-863815C9274C}" dt="2026-04-02T00:36:25.720" v="2829" actId="14100"/>
          <ac:spMkLst>
            <pc:docMk/>
            <pc:sldMk cId="430446296" sldId="365"/>
            <ac:spMk id="2" creationId="{B7A96F24-0CDE-8B0E-462B-7F19ECC5CA46}"/>
          </ac:spMkLst>
        </pc:spChg>
        <pc:spChg chg="add mod">
          <ac:chgData name="Lê Ngọc Lành" userId="8e0c50ca425b090c" providerId="LiveId" clId="{3598AC43-F96F-4B7B-9753-863815C9274C}" dt="2026-04-02T00:36:10.226" v="2824" actId="1076"/>
          <ac:spMkLst>
            <pc:docMk/>
            <pc:sldMk cId="430446296" sldId="365"/>
            <ac:spMk id="4" creationId="{A61CED7C-4C7A-A3CD-6CAE-7ECF8CC8B14D}"/>
          </ac:spMkLst>
        </pc:spChg>
        <pc:spChg chg="del">
          <ac:chgData name="Lê Ngọc Lành" userId="8e0c50ca425b090c" providerId="LiveId" clId="{3598AC43-F96F-4B7B-9753-863815C9274C}" dt="2026-04-02T00:35:57.027" v="2818" actId="478"/>
          <ac:spMkLst>
            <pc:docMk/>
            <pc:sldMk cId="430446296" sldId="365"/>
            <ac:spMk id="8195" creationId="{76A6F4EF-109D-084C-04C0-A61550970A58}"/>
          </ac:spMkLst>
        </pc:spChg>
        <pc:graphicFrameChg chg="add mod modGraphic">
          <ac:chgData name="Lê Ngọc Lành" userId="8e0c50ca425b090c" providerId="LiveId" clId="{3598AC43-F96F-4B7B-9753-863815C9274C}" dt="2026-04-02T00:15:59.220" v="2662" actId="1076"/>
          <ac:graphicFrameMkLst>
            <pc:docMk/>
            <pc:sldMk cId="430446296" sldId="365"/>
            <ac:graphicFrameMk id="3" creationId="{DA848ADA-BF22-3A28-1724-4B3A0CCF016B}"/>
          </ac:graphicFrameMkLst>
        </pc:graphicFrameChg>
      </pc:sldChg>
      <pc:sldChg chg="addSp delSp modSp add mod ord">
        <pc:chgData name="Lê Ngọc Lành" userId="8e0c50ca425b090c" providerId="LiveId" clId="{3598AC43-F96F-4B7B-9753-863815C9274C}" dt="2026-04-02T00:36:53.101" v="2837" actId="1076"/>
        <pc:sldMkLst>
          <pc:docMk/>
          <pc:sldMk cId="3894251851" sldId="366"/>
        </pc:sldMkLst>
        <pc:spChg chg="mod">
          <ac:chgData name="Lê Ngọc Lành" userId="8e0c50ca425b090c" providerId="LiveId" clId="{3598AC43-F96F-4B7B-9753-863815C9274C}" dt="2026-04-02T00:36:38.872" v="2830" actId="2711"/>
          <ac:spMkLst>
            <pc:docMk/>
            <pc:sldMk cId="3894251851" sldId="366"/>
            <ac:spMk id="2" creationId="{0D8C7F4E-694E-8E92-1495-C1B71585D8FC}"/>
          </ac:spMkLst>
        </pc:spChg>
        <pc:spChg chg="add mod">
          <ac:chgData name="Lê Ngọc Lành" userId="8e0c50ca425b090c" providerId="LiveId" clId="{3598AC43-F96F-4B7B-9753-863815C9274C}" dt="2026-04-02T00:36:53.101" v="2837" actId="1076"/>
          <ac:spMkLst>
            <pc:docMk/>
            <pc:sldMk cId="3894251851" sldId="366"/>
            <ac:spMk id="4" creationId="{D0F001A6-9593-44B6-DD52-913C6ECFF453}"/>
          </ac:spMkLst>
        </pc:spChg>
        <pc:spChg chg="del">
          <ac:chgData name="Lê Ngọc Lành" userId="8e0c50ca425b090c" providerId="LiveId" clId="{3598AC43-F96F-4B7B-9753-863815C9274C}" dt="2026-04-02T00:36:42.023" v="2831" actId="478"/>
          <ac:spMkLst>
            <pc:docMk/>
            <pc:sldMk cId="3894251851" sldId="366"/>
            <ac:spMk id="8195" creationId="{03F3A5DA-5054-EBCD-93A9-EB01B92E4C58}"/>
          </ac:spMkLst>
        </pc:spChg>
        <pc:graphicFrameChg chg="add mod modGraphic">
          <ac:chgData name="Lê Ngọc Lành" userId="8e0c50ca425b090c" providerId="LiveId" clId="{3598AC43-F96F-4B7B-9753-863815C9274C}" dt="2026-04-02T00:16:14.665" v="2667" actId="1076"/>
          <ac:graphicFrameMkLst>
            <pc:docMk/>
            <pc:sldMk cId="3894251851" sldId="366"/>
            <ac:graphicFrameMk id="3" creationId="{85D019D5-67FF-9EEB-35E4-C7AE1E2668EE}"/>
          </ac:graphicFrameMkLst>
        </pc:graphicFrameChg>
      </pc:sldChg>
      <pc:sldChg chg="modSp add mod ord">
        <pc:chgData name="Lê Ngọc Lành" userId="8e0c50ca425b090c" providerId="LiveId" clId="{3598AC43-F96F-4B7B-9753-863815C9274C}" dt="2026-04-02T00:43:36.111" v="2894" actId="2711"/>
        <pc:sldMkLst>
          <pc:docMk/>
          <pc:sldMk cId="3362525353" sldId="367"/>
        </pc:sldMkLst>
        <pc:spChg chg="mod">
          <ac:chgData name="Lê Ngọc Lành" userId="8e0c50ca425b090c" providerId="LiveId" clId="{3598AC43-F96F-4B7B-9753-863815C9274C}" dt="2026-04-02T00:43:36.111" v="2894" actId="2711"/>
          <ac:spMkLst>
            <pc:docMk/>
            <pc:sldMk cId="3362525353" sldId="367"/>
            <ac:spMk id="8195" creationId="{95F4E757-8A36-4668-C2E1-1A8042C7244A}"/>
          </ac:spMkLst>
        </pc:spChg>
      </pc:sldChg>
      <pc:sldChg chg="modSp add mod">
        <pc:chgData name="Lê Ngọc Lành" userId="8e0c50ca425b090c" providerId="LiveId" clId="{3598AC43-F96F-4B7B-9753-863815C9274C}" dt="2026-04-02T00:50:51.772" v="2988" actId="27636"/>
        <pc:sldMkLst>
          <pc:docMk/>
          <pc:sldMk cId="994985761" sldId="368"/>
        </pc:sldMkLst>
        <pc:spChg chg="mod">
          <ac:chgData name="Lê Ngọc Lành" userId="8e0c50ca425b090c" providerId="LiveId" clId="{3598AC43-F96F-4B7B-9753-863815C9274C}" dt="2026-04-02T00:50:51.772" v="2988" actId="27636"/>
          <ac:spMkLst>
            <pc:docMk/>
            <pc:sldMk cId="994985761" sldId="368"/>
            <ac:spMk id="8195" creationId="{EA576F40-185E-E1D2-47C9-5F6F07C65B51}"/>
          </ac:spMkLst>
        </pc:spChg>
      </pc:sldChg>
      <pc:sldChg chg="addSp delSp modSp add mod">
        <pc:chgData name="Lê Ngọc Lành" userId="8e0c50ca425b090c" providerId="LiveId" clId="{3598AC43-F96F-4B7B-9753-863815C9274C}" dt="2026-04-02T00:44:40.477" v="2912" actId="255"/>
        <pc:sldMkLst>
          <pc:docMk/>
          <pc:sldMk cId="69372601" sldId="369"/>
        </pc:sldMkLst>
        <pc:spChg chg="mod">
          <ac:chgData name="Lê Ngọc Lành" userId="8e0c50ca425b090c" providerId="LiveId" clId="{3598AC43-F96F-4B7B-9753-863815C9274C}" dt="2026-04-02T00:40:22.851" v="2873" actId="2711"/>
          <ac:spMkLst>
            <pc:docMk/>
            <pc:sldMk cId="69372601" sldId="369"/>
            <ac:spMk id="2" creationId="{0E0FACDF-8575-344C-19D6-A0AD18876961}"/>
          </ac:spMkLst>
        </pc:spChg>
        <pc:spChg chg="add mod">
          <ac:chgData name="Lê Ngọc Lành" userId="8e0c50ca425b090c" providerId="LiveId" clId="{3598AC43-F96F-4B7B-9753-863815C9274C}" dt="2026-04-01T23:13:11.339" v="2125" actId="164"/>
          <ac:spMkLst>
            <pc:docMk/>
            <pc:sldMk cId="69372601" sldId="369"/>
            <ac:spMk id="7" creationId="{909B755B-F9AD-CE8B-D77F-82F5C8DB5E0B}"/>
          </ac:spMkLst>
        </pc:spChg>
        <pc:spChg chg="add mod">
          <ac:chgData name="Lê Ngọc Lành" userId="8e0c50ca425b090c" providerId="LiveId" clId="{3598AC43-F96F-4B7B-9753-863815C9274C}" dt="2026-04-01T23:13:11.339" v="2125" actId="164"/>
          <ac:spMkLst>
            <pc:docMk/>
            <pc:sldMk cId="69372601" sldId="369"/>
            <ac:spMk id="8" creationId="{9B376EAF-2F44-7CFC-CF57-81A82C45AF4C}"/>
          </ac:spMkLst>
        </pc:spChg>
        <pc:spChg chg="add mod ord">
          <ac:chgData name="Lê Ngọc Lành" userId="8e0c50ca425b090c" providerId="LiveId" clId="{3598AC43-F96F-4B7B-9753-863815C9274C}" dt="2026-04-01T23:15:04.011" v="2137" actId="164"/>
          <ac:spMkLst>
            <pc:docMk/>
            <pc:sldMk cId="69372601" sldId="369"/>
            <ac:spMk id="10" creationId="{EE38E202-875E-1D4C-DBB8-2174F6F910ED}"/>
          </ac:spMkLst>
        </pc:spChg>
        <pc:spChg chg="add mod">
          <ac:chgData name="Lê Ngọc Lành" userId="8e0c50ca425b090c" providerId="LiveId" clId="{3598AC43-F96F-4B7B-9753-863815C9274C}" dt="2026-04-02T00:44:22.814" v="2906" actId="122"/>
          <ac:spMkLst>
            <pc:docMk/>
            <pc:sldMk cId="69372601" sldId="369"/>
            <ac:spMk id="12" creationId="{FE810C49-208D-EE30-5F1A-56E22DC4C3B5}"/>
          </ac:spMkLst>
        </pc:spChg>
        <pc:spChg chg="add mod">
          <ac:chgData name="Lê Ngọc Lành" userId="8e0c50ca425b090c" providerId="LiveId" clId="{3598AC43-F96F-4B7B-9753-863815C9274C}" dt="2026-04-02T00:44:40.477" v="2912" actId="255"/>
          <ac:spMkLst>
            <pc:docMk/>
            <pc:sldMk cId="69372601" sldId="369"/>
            <ac:spMk id="13" creationId="{B77919D2-C7C1-EFCB-A950-DF2DF22648F2}"/>
          </ac:spMkLst>
        </pc:spChg>
        <pc:spChg chg="del mod">
          <ac:chgData name="Lê Ngọc Lành" userId="8e0c50ca425b090c" providerId="LiveId" clId="{3598AC43-F96F-4B7B-9753-863815C9274C}" dt="2026-04-02T00:44:26.675" v="2907" actId="478"/>
          <ac:spMkLst>
            <pc:docMk/>
            <pc:sldMk cId="69372601" sldId="369"/>
            <ac:spMk id="8195" creationId="{F7185257-51B8-5227-E6E5-B65B4BC35DC1}"/>
          </ac:spMkLst>
        </pc:spChg>
        <pc:grpChg chg="add mod">
          <ac:chgData name="Lê Ngọc Lành" userId="8e0c50ca425b090c" providerId="LiveId" clId="{3598AC43-F96F-4B7B-9753-863815C9274C}" dt="2026-04-01T23:15:04.011" v="2137" actId="164"/>
          <ac:grpSpMkLst>
            <pc:docMk/>
            <pc:sldMk cId="69372601" sldId="369"/>
            <ac:grpSpMk id="9" creationId="{5CAF4F9E-5D75-4C0A-B978-46FAB9894804}"/>
          </ac:grpSpMkLst>
        </pc:grpChg>
        <pc:grpChg chg="add mod">
          <ac:chgData name="Lê Ngọc Lành" userId="8e0c50ca425b090c" providerId="LiveId" clId="{3598AC43-F96F-4B7B-9753-863815C9274C}" dt="2026-04-01T23:54:42.674" v="2521" actId="1076"/>
          <ac:grpSpMkLst>
            <pc:docMk/>
            <pc:sldMk cId="69372601" sldId="369"/>
            <ac:grpSpMk id="11" creationId="{FF330C08-15C7-510C-8BFD-2A6CE43ECE8A}"/>
          </ac:grpSpMkLst>
        </pc:grpChg>
        <pc:picChg chg="add mod">
          <ac:chgData name="Lê Ngọc Lành" userId="8e0c50ca425b090c" providerId="LiveId" clId="{3598AC43-F96F-4B7B-9753-863815C9274C}" dt="2026-04-01T23:14:50.961" v="2136" actId="1076"/>
          <ac:picMkLst>
            <pc:docMk/>
            <pc:sldMk cId="69372601" sldId="369"/>
            <ac:picMk id="4" creationId="{89CDA774-71F2-B707-D527-F7DA5CCB1A58}"/>
          </ac:picMkLst>
        </pc:picChg>
        <pc:picChg chg="add mod">
          <ac:chgData name="Lê Ngọc Lành" userId="8e0c50ca425b090c" providerId="LiveId" clId="{3598AC43-F96F-4B7B-9753-863815C9274C}" dt="2026-04-01T23:06:20.835" v="1993" actId="1076"/>
          <ac:picMkLst>
            <pc:docMk/>
            <pc:sldMk cId="69372601" sldId="369"/>
            <ac:picMk id="6" creationId="{DB91CDD4-23E8-44AB-324D-5B0D3124417C}"/>
          </ac:picMkLst>
        </pc:picChg>
        <pc:picChg chg="add del mod">
          <ac:chgData name="Lê Ngọc Lành" userId="8e0c50ca425b090c" providerId="LiveId" clId="{3598AC43-F96F-4B7B-9753-863815C9274C}" dt="2026-04-01T23:05:40.802" v="1986" actId="478"/>
          <ac:picMkLst>
            <pc:docMk/>
            <pc:sldMk cId="69372601" sldId="369"/>
            <ac:picMk id="1026" creationId="{9842492C-7542-2AE6-19AB-212486D9D4C3}"/>
          </ac:picMkLst>
        </pc:picChg>
      </pc:sldChg>
      <pc:sldChg chg="addSp delSp modSp add mod">
        <pc:chgData name="Lê Ngọc Lành" userId="8e0c50ca425b090c" providerId="LiveId" clId="{3598AC43-F96F-4B7B-9753-863815C9274C}" dt="2026-04-02T00:47:04.642" v="2946" actId="1076"/>
        <pc:sldMkLst>
          <pc:docMk/>
          <pc:sldMk cId="2319852134" sldId="370"/>
        </pc:sldMkLst>
        <pc:spChg chg="mod">
          <ac:chgData name="Lê Ngọc Lành" userId="8e0c50ca425b090c" providerId="LiveId" clId="{3598AC43-F96F-4B7B-9753-863815C9274C}" dt="2026-04-01T23:29:35.393" v="2177" actId="404"/>
          <ac:spMkLst>
            <pc:docMk/>
            <pc:sldMk cId="2319852134" sldId="370"/>
            <ac:spMk id="2" creationId="{4951D43D-0EBB-DEDD-978F-0BD470403FAD}"/>
          </ac:spMkLst>
        </pc:spChg>
        <pc:spChg chg="add mod">
          <ac:chgData name="Lê Ngọc Lành" userId="8e0c50ca425b090c" providerId="LiveId" clId="{3598AC43-F96F-4B7B-9753-863815C9274C}" dt="2026-04-01T23:50:34.587" v="2374"/>
          <ac:spMkLst>
            <pc:docMk/>
            <pc:sldMk cId="2319852134" sldId="370"/>
            <ac:spMk id="8" creationId="{DC5B582D-F68A-AA0F-F71B-DBF9E0E2632E}"/>
          </ac:spMkLst>
        </pc:spChg>
        <pc:spChg chg="add mod">
          <ac:chgData name="Lê Ngọc Lành" userId="8e0c50ca425b090c" providerId="LiveId" clId="{3598AC43-F96F-4B7B-9753-863815C9274C}" dt="2026-04-02T00:46:33.182" v="2937" actId="122"/>
          <ac:spMkLst>
            <pc:docMk/>
            <pc:sldMk cId="2319852134" sldId="370"/>
            <ac:spMk id="9" creationId="{7863BC41-7698-D97B-D8AC-3FB0EFDEDB71}"/>
          </ac:spMkLst>
        </pc:spChg>
        <pc:spChg chg="add mod">
          <ac:chgData name="Lê Ngọc Lành" userId="8e0c50ca425b090c" providerId="LiveId" clId="{3598AC43-F96F-4B7B-9753-863815C9274C}" dt="2026-04-01T23:51:02.133" v="2380"/>
          <ac:spMkLst>
            <pc:docMk/>
            <pc:sldMk cId="2319852134" sldId="370"/>
            <ac:spMk id="10" creationId="{A9A83623-35C2-D622-2F6F-3288C42458A1}"/>
          </ac:spMkLst>
        </pc:spChg>
        <pc:spChg chg="add mod">
          <ac:chgData name="Lê Ngọc Lành" userId="8e0c50ca425b090c" providerId="LiveId" clId="{3598AC43-F96F-4B7B-9753-863815C9274C}" dt="2026-04-02T00:47:01.075" v="2945" actId="1076"/>
          <ac:spMkLst>
            <pc:docMk/>
            <pc:sldMk cId="2319852134" sldId="370"/>
            <ac:spMk id="11" creationId="{51BD479E-CE1E-4EC1-677E-0CEBD5CFBF23}"/>
          </ac:spMkLst>
        </pc:spChg>
        <pc:spChg chg="add del mod">
          <ac:chgData name="Lê Ngọc Lành" userId="8e0c50ca425b090c" providerId="LiveId" clId="{3598AC43-F96F-4B7B-9753-863815C9274C}" dt="2026-04-01T23:51:02.133" v="2380"/>
          <ac:spMkLst>
            <pc:docMk/>
            <pc:sldMk cId="2319852134" sldId="370"/>
            <ac:spMk id="8195" creationId="{9925ADB3-1B86-1B81-3E47-EE56F6CC0BFA}"/>
          </ac:spMkLst>
        </pc:spChg>
        <pc:graphicFrameChg chg="add mod">
          <ac:chgData name="Lê Ngọc Lành" userId="8e0c50ca425b090c" providerId="LiveId" clId="{3598AC43-F96F-4B7B-9753-863815C9274C}" dt="2026-04-01T23:29:50.141" v="2179"/>
          <ac:graphicFrameMkLst>
            <pc:docMk/>
            <pc:sldMk cId="2319852134" sldId="370"/>
            <ac:graphicFrameMk id="3" creationId="{98B22D9F-FBDC-118C-1072-24335813B8A3}"/>
          </ac:graphicFrameMkLst>
        </pc:graphicFrameChg>
        <pc:graphicFrameChg chg="add del">
          <ac:chgData name="Lê Ngọc Lành" userId="8e0c50ca425b090c" providerId="LiveId" clId="{3598AC43-F96F-4B7B-9753-863815C9274C}" dt="2026-04-01T23:30:46.589" v="2185" actId="3680"/>
          <ac:graphicFrameMkLst>
            <pc:docMk/>
            <pc:sldMk cId="2319852134" sldId="370"/>
            <ac:graphicFrameMk id="6" creationId="{2FBEC273-ECCC-E783-B3DC-E57A9978DAE3}"/>
          </ac:graphicFrameMkLst>
        </pc:graphicFrameChg>
        <pc:graphicFrameChg chg="add mod modGraphic">
          <ac:chgData name="Lê Ngọc Lành" userId="8e0c50ca425b090c" providerId="LiveId" clId="{3598AC43-F96F-4B7B-9753-863815C9274C}" dt="2026-04-02T00:47:04.642" v="2946" actId="1076"/>
          <ac:graphicFrameMkLst>
            <pc:docMk/>
            <pc:sldMk cId="2319852134" sldId="370"/>
            <ac:graphicFrameMk id="7" creationId="{B56457FE-E1C8-2F26-539D-4EF53B1AE908}"/>
          </ac:graphicFrameMkLst>
        </pc:graphicFrameChg>
        <pc:picChg chg="add mod">
          <ac:chgData name="Lê Ngọc Lành" userId="8e0c50ca425b090c" providerId="LiveId" clId="{3598AC43-F96F-4B7B-9753-863815C9274C}" dt="2026-04-01T23:31:45.383" v="2200" actId="1076"/>
          <ac:picMkLst>
            <pc:docMk/>
            <pc:sldMk cId="2319852134" sldId="370"/>
            <ac:picMk id="5" creationId="{D79EAE92-8D7F-D5B7-E88A-206858774EDA}"/>
          </ac:picMkLst>
        </pc:picChg>
      </pc:sldChg>
      <pc:sldChg chg="addSp delSp modSp add mod">
        <pc:chgData name="Lê Ngọc Lành" userId="8e0c50ca425b090c" providerId="LiveId" clId="{3598AC43-F96F-4B7B-9753-863815C9274C}" dt="2026-04-02T00:48:45.110" v="2971" actId="2711"/>
        <pc:sldMkLst>
          <pc:docMk/>
          <pc:sldMk cId="2162688548" sldId="371"/>
        </pc:sldMkLst>
        <pc:spChg chg="mod">
          <ac:chgData name="Lê Ngọc Lành" userId="8e0c50ca425b090c" providerId="LiveId" clId="{3598AC43-F96F-4B7B-9753-863815C9274C}" dt="2026-04-02T00:48:45.110" v="2971" actId="2711"/>
          <ac:spMkLst>
            <pc:docMk/>
            <pc:sldMk cId="2162688548" sldId="371"/>
            <ac:spMk id="2" creationId="{367EA35C-3543-15F3-31B3-A0B018286CDC}"/>
          </ac:spMkLst>
        </pc:spChg>
        <pc:spChg chg="add mod">
          <ac:chgData name="Lê Ngọc Lành" userId="8e0c50ca425b090c" providerId="LiveId" clId="{3598AC43-F96F-4B7B-9753-863815C9274C}" dt="2026-04-01T23:47:50.885" v="2353"/>
          <ac:spMkLst>
            <pc:docMk/>
            <pc:sldMk cId="2162688548" sldId="371"/>
            <ac:spMk id="9" creationId="{7E085AEF-278E-03A0-9C56-BA3B9C510B03}"/>
          </ac:spMkLst>
        </pc:spChg>
        <pc:spChg chg="add mod">
          <ac:chgData name="Lê Ngọc Lành" userId="8e0c50ca425b090c" providerId="LiveId" clId="{3598AC43-F96F-4B7B-9753-863815C9274C}" dt="2026-04-02T00:47:32.068" v="2952" actId="404"/>
          <ac:spMkLst>
            <pc:docMk/>
            <pc:sldMk cId="2162688548" sldId="371"/>
            <ac:spMk id="10" creationId="{B677D256-37F5-3178-2907-EDB0288562AE}"/>
          </ac:spMkLst>
        </pc:spChg>
        <pc:spChg chg="add mod">
          <ac:chgData name="Lê Ngọc Lành" userId="8e0c50ca425b090c" providerId="LiveId" clId="{3598AC43-F96F-4B7B-9753-863815C9274C}" dt="2026-04-02T00:48:00.321" v="2961" actId="114"/>
          <ac:spMkLst>
            <pc:docMk/>
            <pc:sldMk cId="2162688548" sldId="371"/>
            <ac:spMk id="11" creationId="{DA87CE65-27D3-00B7-262A-2FD7D7F26864}"/>
          </ac:spMkLst>
        </pc:spChg>
        <pc:spChg chg="add del">
          <ac:chgData name="Lê Ngọc Lành" userId="8e0c50ca425b090c" providerId="LiveId" clId="{3598AC43-F96F-4B7B-9753-863815C9274C}" dt="2026-04-01T23:47:50.885" v="2353"/>
          <ac:spMkLst>
            <pc:docMk/>
            <pc:sldMk cId="2162688548" sldId="371"/>
            <ac:spMk id="8195" creationId="{4224544E-0C8D-467D-6CB6-2E4ABEF01234}"/>
          </ac:spMkLst>
        </pc:spChg>
        <pc:graphicFrameChg chg="del">
          <ac:chgData name="Lê Ngọc Lành" userId="8e0c50ca425b090c" providerId="LiveId" clId="{3598AC43-F96F-4B7B-9753-863815C9274C}" dt="2026-04-01T23:33:34.180" v="2213" actId="478"/>
          <ac:graphicFrameMkLst>
            <pc:docMk/>
            <pc:sldMk cId="2162688548" sldId="371"/>
            <ac:graphicFrameMk id="7" creationId="{1531C36C-1783-3AA0-5DF8-70778B3112CF}"/>
          </ac:graphicFrameMkLst>
        </pc:graphicFrameChg>
        <pc:picChg chg="add mod">
          <ac:chgData name="Lê Ngọc Lành" userId="8e0c50ca425b090c" providerId="LiveId" clId="{3598AC43-F96F-4B7B-9753-863815C9274C}" dt="2026-04-01T23:36:07.817" v="2230" actId="1076"/>
          <ac:picMkLst>
            <pc:docMk/>
            <pc:sldMk cId="2162688548" sldId="371"/>
            <ac:picMk id="4" creationId="{00FC0922-4905-7CA3-6D8E-129F5A279685}"/>
          </ac:picMkLst>
        </pc:picChg>
        <pc:picChg chg="mod modCrop">
          <ac:chgData name="Lê Ngọc Lành" userId="8e0c50ca425b090c" providerId="LiveId" clId="{3598AC43-F96F-4B7B-9753-863815C9274C}" dt="2026-04-01T23:36:13.617" v="2231" actId="1076"/>
          <ac:picMkLst>
            <pc:docMk/>
            <pc:sldMk cId="2162688548" sldId="371"/>
            <ac:picMk id="5" creationId="{84D40FAE-B754-1C35-964A-E60CE6A950BD}"/>
          </ac:picMkLst>
        </pc:picChg>
        <pc:picChg chg="add del">
          <ac:chgData name="Lê Ngọc Lành" userId="8e0c50ca425b090c" providerId="LiveId" clId="{3598AC43-F96F-4B7B-9753-863815C9274C}" dt="2026-04-01T23:47:41.823" v="2351" actId="22"/>
          <ac:picMkLst>
            <pc:docMk/>
            <pc:sldMk cId="2162688548" sldId="371"/>
            <ac:picMk id="8" creationId="{40EB114A-3A16-4848-A325-6AA621CC751D}"/>
          </ac:picMkLst>
        </pc:picChg>
      </pc:sldChg>
      <pc:sldChg chg="addSp delSp modSp add mod">
        <pc:chgData name="Lê Ngọc Lành" userId="8e0c50ca425b090c" providerId="LiveId" clId="{3598AC43-F96F-4B7B-9753-863815C9274C}" dt="2026-04-02T00:48:38.573" v="2970" actId="2711"/>
        <pc:sldMkLst>
          <pc:docMk/>
          <pc:sldMk cId="2903158571" sldId="372"/>
        </pc:sldMkLst>
        <pc:spChg chg="mod">
          <ac:chgData name="Lê Ngọc Lành" userId="8e0c50ca425b090c" providerId="LiveId" clId="{3598AC43-F96F-4B7B-9753-863815C9274C}" dt="2026-04-02T00:48:38.573" v="2970" actId="2711"/>
          <ac:spMkLst>
            <pc:docMk/>
            <pc:sldMk cId="2903158571" sldId="372"/>
            <ac:spMk id="2" creationId="{0F28495D-0E27-34C1-1A43-46AC4EC857F8}"/>
          </ac:spMkLst>
        </pc:spChg>
        <pc:spChg chg="add mod">
          <ac:chgData name="Lê Ngọc Lành" userId="8e0c50ca425b090c" providerId="LiveId" clId="{3598AC43-F96F-4B7B-9753-863815C9274C}" dt="2026-04-01T23:46:53.413" v="2346"/>
          <ac:spMkLst>
            <pc:docMk/>
            <pc:sldMk cId="2903158571" sldId="372"/>
            <ac:spMk id="7" creationId="{A4226E1B-E8C2-E2BC-F332-030741AAC5C7}"/>
          </ac:spMkLst>
        </pc:spChg>
        <pc:spChg chg="add mod">
          <ac:chgData name="Lê Ngọc Lành" userId="8e0c50ca425b090c" providerId="LiveId" clId="{3598AC43-F96F-4B7B-9753-863815C9274C}" dt="2026-04-02T00:48:19.092" v="2967" actId="1076"/>
          <ac:spMkLst>
            <pc:docMk/>
            <pc:sldMk cId="2903158571" sldId="372"/>
            <ac:spMk id="8" creationId="{FB2AD922-F564-62E6-571C-4179BC2B23CC}"/>
          </ac:spMkLst>
        </pc:spChg>
        <pc:spChg chg="add del">
          <ac:chgData name="Lê Ngọc Lành" userId="8e0c50ca425b090c" providerId="LiveId" clId="{3598AC43-F96F-4B7B-9753-863815C9274C}" dt="2026-04-02T00:48:11.501" v="2965" actId="478"/>
          <ac:spMkLst>
            <pc:docMk/>
            <pc:sldMk cId="2903158571" sldId="372"/>
            <ac:spMk id="8195" creationId="{9EB3ED54-ED00-2180-AA9F-49750560F904}"/>
          </ac:spMkLst>
        </pc:spChg>
        <pc:graphicFrameChg chg="add del mod modGraphic">
          <ac:chgData name="Lê Ngọc Lành" userId="8e0c50ca425b090c" providerId="LiveId" clId="{3598AC43-F96F-4B7B-9753-863815C9274C}" dt="2026-04-01T23:37:26.615" v="2254" actId="3680"/>
          <ac:graphicFrameMkLst>
            <pc:docMk/>
            <pc:sldMk cId="2903158571" sldId="372"/>
            <ac:graphicFrameMk id="3" creationId="{EFD73858-1C7E-45F7-613A-55EB890F6809}"/>
          </ac:graphicFrameMkLst>
        </pc:graphicFrameChg>
        <pc:graphicFrameChg chg="add mod modGraphic">
          <ac:chgData name="Lê Ngọc Lành" userId="8e0c50ca425b090c" providerId="LiveId" clId="{3598AC43-F96F-4B7B-9753-863815C9274C}" dt="2026-04-01T23:38:48.166" v="2272" actId="1076"/>
          <ac:graphicFrameMkLst>
            <pc:docMk/>
            <pc:sldMk cId="2903158571" sldId="372"/>
            <ac:graphicFrameMk id="6" creationId="{D0D3C078-357C-37C3-9DF9-71689A9387E6}"/>
          </ac:graphicFrameMkLst>
        </pc:graphicFrameChg>
        <pc:picChg chg="del">
          <ac:chgData name="Lê Ngọc Lành" userId="8e0c50ca425b090c" providerId="LiveId" clId="{3598AC43-F96F-4B7B-9753-863815C9274C}" dt="2026-04-01T23:36:30.245" v="2233" actId="478"/>
          <ac:picMkLst>
            <pc:docMk/>
            <pc:sldMk cId="2903158571" sldId="372"/>
            <ac:picMk id="4" creationId="{AACAF93D-6056-848B-5F62-88951C14E825}"/>
          </ac:picMkLst>
        </pc:picChg>
        <pc:picChg chg="del">
          <ac:chgData name="Lê Ngọc Lành" userId="8e0c50ca425b090c" providerId="LiveId" clId="{3598AC43-F96F-4B7B-9753-863815C9274C}" dt="2026-04-01T23:38:27.588" v="2271" actId="478"/>
          <ac:picMkLst>
            <pc:docMk/>
            <pc:sldMk cId="2903158571" sldId="372"/>
            <ac:picMk id="5" creationId="{5F337750-74F9-CE82-94D2-A044C74BF784}"/>
          </ac:picMkLst>
        </pc:picChg>
      </pc:sldChg>
      <pc:sldChg chg="add del">
        <pc:chgData name="Lê Ngọc Lành" userId="8e0c50ca425b090c" providerId="LiveId" clId="{3598AC43-F96F-4B7B-9753-863815C9274C}" dt="2026-04-02T00:53:26.570" v="3053" actId="47"/>
        <pc:sldMkLst>
          <pc:docMk/>
          <pc:sldMk cId="3731618841" sldId="373"/>
        </pc:sldMkLst>
      </pc:sldChg>
      <pc:sldChg chg="modSp add mod ord">
        <pc:chgData name="Lê Ngọc Lành" userId="8e0c50ca425b090c" providerId="LiveId" clId="{3598AC43-F96F-4B7B-9753-863815C9274C}" dt="2026-04-02T00:52:03.456" v="2994" actId="20577"/>
        <pc:sldMkLst>
          <pc:docMk/>
          <pc:sldMk cId="0" sldId="450"/>
        </pc:sldMkLst>
        <pc:spChg chg="mod">
          <ac:chgData name="Lê Ngọc Lành" userId="8e0c50ca425b090c" providerId="LiveId" clId="{3598AC43-F96F-4B7B-9753-863815C9274C}" dt="2026-04-02T00:52:03.456" v="2994" actId="20577"/>
          <ac:spMkLst>
            <pc:docMk/>
            <pc:sldMk cId="0" sldId="450"/>
            <ac:spMk id="8" creationId="{00000000-0000-0000-0000-000000000000}"/>
          </ac:spMkLst>
        </pc:spChg>
      </pc:sldChg>
      <pc:sldChg chg="modSp add mod ord">
        <pc:chgData name="Lê Ngọc Lành" userId="8e0c50ca425b090c" providerId="LiveId" clId="{3598AC43-F96F-4B7B-9753-863815C9274C}" dt="2026-04-02T00:52:26.051" v="3020" actId="20577"/>
        <pc:sldMkLst>
          <pc:docMk/>
          <pc:sldMk cId="3562116458" sldId="451"/>
        </pc:sldMkLst>
        <pc:spChg chg="mod">
          <ac:chgData name="Lê Ngọc Lành" userId="8e0c50ca425b090c" providerId="LiveId" clId="{3598AC43-F96F-4B7B-9753-863815C9274C}" dt="2026-04-02T00:52:26.051" v="3020" actId="20577"/>
          <ac:spMkLst>
            <pc:docMk/>
            <pc:sldMk cId="3562116458" sldId="451"/>
            <ac:spMk id="8" creationId="{F57CF64C-1AAF-66BD-43BF-7C0EEF6E2B18}"/>
          </ac:spMkLst>
        </pc:spChg>
      </pc:sldChg>
      <pc:sldChg chg="modSp add mod ord">
        <pc:chgData name="Lê Ngọc Lành" userId="8e0c50ca425b090c" providerId="LiveId" clId="{3598AC43-F96F-4B7B-9753-863815C9274C}" dt="2026-04-02T00:53:05.845" v="3038" actId="20577"/>
        <pc:sldMkLst>
          <pc:docMk/>
          <pc:sldMk cId="3202216213" sldId="452"/>
        </pc:sldMkLst>
        <pc:spChg chg="mod">
          <ac:chgData name="Lê Ngọc Lành" userId="8e0c50ca425b090c" providerId="LiveId" clId="{3598AC43-F96F-4B7B-9753-863815C9274C}" dt="2026-04-02T00:53:05.845" v="3038" actId="20577"/>
          <ac:spMkLst>
            <pc:docMk/>
            <pc:sldMk cId="3202216213" sldId="452"/>
            <ac:spMk id="8" creationId="{C46DCF48-C997-AF4C-BB40-4A4418CC10B8}"/>
          </ac:spMkLst>
        </pc:spChg>
      </pc:sldChg>
      <pc:sldChg chg="modSp add mod ord">
        <pc:chgData name="Lê Ngọc Lành" userId="8e0c50ca425b090c" providerId="LiveId" clId="{3598AC43-F96F-4B7B-9753-863815C9274C}" dt="2026-04-02T00:53:22.504" v="3052" actId="20577"/>
        <pc:sldMkLst>
          <pc:docMk/>
          <pc:sldMk cId="620897536" sldId="453"/>
        </pc:sldMkLst>
        <pc:spChg chg="mod">
          <ac:chgData name="Lê Ngọc Lành" userId="8e0c50ca425b090c" providerId="LiveId" clId="{3598AC43-F96F-4B7B-9753-863815C9274C}" dt="2026-04-02T00:53:22.504" v="3052" actId="20577"/>
          <ac:spMkLst>
            <pc:docMk/>
            <pc:sldMk cId="620897536" sldId="453"/>
            <ac:spMk id="8" creationId="{02D1A64B-569E-CA3E-B3D3-BCE0B5C454D7}"/>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84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49688" y="0"/>
            <a:ext cx="2946400" cy="498475"/>
          </a:xfrm>
          <a:prstGeom prst="rect">
            <a:avLst/>
          </a:prstGeom>
        </p:spPr>
        <p:txBody>
          <a:bodyPr vert="horz" lIns="91440" tIns="45720" rIns="91440" bIns="45720" rtlCol="0"/>
          <a:lstStyle>
            <a:lvl1pPr algn="r">
              <a:defRPr sz="1200"/>
            </a:lvl1pPr>
          </a:lstStyle>
          <a:p>
            <a:fld id="{4703510E-2DD8-44D2-8140-5CCCAF97B4E9}" type="datetimeFigureOut">
              <a:rPr lang="en-US" smtClean="0"/>
              <a:t>5/9/2026</a:t>
            </a:fld>
            <a:endParaRPr lang="en-US"/>
          </a:p>
        </p:txBody>
      </p:sp>
      <p:sp>
        <p:nvSpPr>
          <p:cNvPr id="4" name="Footer Placeholder 3"/>
          <p:cNvSpPr>
            <a:spLocks noGrp="1"/>
          </p:cNvSpPr>
          <p:nvPr>
            <p:ph type="ftr" sz="quarter" idx="2"/>
          </p:nvPr>
        </p:nvSpPr>
        <p:spPr>
          <a:xfrm>
            <a:off x="0" y="9429750"/>
            <a:ext cx="2946400" cy="49847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49688" y="9429750"/>
            <a:ext cx="2946400" cy="498475"/>
          </a:xfrm>
          <a:prstGeom prst="rect">
            <a:avLst/>
          </a:prstGeom>
        </p:spPr>
        <p:txBody>
          <a:bodyPr vert="horz" lIns="91440" tIns="45720" rIns="91440" bIns="45720" rtlCol="0" anchor="b"/>
          <a:lstStyle>
            <a:lvl1pPr algn="r">
              <a:defRPr sz="1200"/>
            </a:lvl1pPr>
          </a:lstStyle>
          <a:p>
            <a:fld id="{EAA54B8A-DE42-4955-AB74-C41E4CB4D3F6}"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84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49688" y="0"/>
            <a:ext cx="2946400" cy="498475"/>
          </a:xfrm>
          <a:prstGeom prst="rect">
            <a:avLst/>
          </a:prstGeom>
        </p:spPr>
        <p:txBody>
          <a:bodyPr vert="horz" lIns="91440" tIns="45720" rIns="91440" bIns="45720" rtlCol="0"/>
          <a:lstStyle>
            <a:lvl1pPr algn="r">
              <a:defRPr sz="1200"/>
            </a:lvl1pPr>
          </a:lstStyle>
          <a:p>
            <a:fld id="{28ED40D3-4564-40BF-B8A4-5D7EEBD71B30}" type="datetimeFigureOut">
              <a:rPr lang="en-US" smtClean="0"/>
              <a:t>5/9/2026</a:t>
            </a:fld>
            <a:endParaRPr lang="en-US"/>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450" y="4778375"/>
            <a:ext cx="5438775" cy="3908425"/>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29750"/>
            <a:ext cx="2946400" cy="49847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49688" y="9429750"/>
            <a:ext cx="2946400" cy="498475"/>
          </a:xfrm>
          <a:prstGeom prst="rect">
            <a:avLst/>
          </a:prstGeom>
        </p:spPr>
        <p:txBody>
          <a:bodyPr vert="horz" lIns="91440" tIns="45720" rIns="91440" bIns="45720" rtlCol="0" anchor="b"/>
          <a:lstStyle>
            <a:lvl1pPr algn="r">
              <a:defRPr sz="1200"/>
            </a:lvl1pPr>
          </a:lstStyle>
          <a:p>
            <a:fld id="{C1936BE8-C6B9-419E-9D56-FD3E701AF11E}"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Trong bối cảnh hiện nay, các hệ thống web ngày càng phức tạp nên kiểm thử đóng vai trò rất quan trọng trong việc đảm bảo chất lượng phần mềm. Tuy nhiên, kiểm thử thủ công vẫn chiếm phần lớn, dẫn đến tốn thời gian, chi phí cao và dễ xảy ra sai sót khi hệ thống thay đổi liên tục.</a:t>
            </a:r>
          </a:p>
          <a:p>
            <a:r>
              <a:rPr lang="vi-VN" dirty="0"/>
              <a:t>Ngoài ra, việc tạo test case và dữ liệu kiểm thử hiện nay chủ yếu vẫn làm thủ công nên chưa tối ưu được hiệu suất kiểm thử. Vì vậy, đề tài hướng đến xây dựng một framework kiểm thử tự động kết hợp AI để hỗ trợ sinh test case và test script, giúp giảm công sức thủ công và tăng hiệu quả kiểm thử.</a:t>
            </a:r>
          </a:p>
          <a:p>
            <a:endParaRPr lang="en-US" dirty="0"/>
          </a:p>
        </p:txBody>
      </p:sp>
      <p:sp>
        <p:nvSpPr>
          <p:cNvPr id="4" name="Slide Number Placeholder 3"/>
          <p:cNvSpPr>
            <a:spLocks noGrp="1"/>
          </p:cNvSpPr>
          <p:nvPr>
            <p:ph type="sldNum" sz="quarter" idx="5"/>
          </p:nvPr>
        </p:nvSpPr>
        <p:spPr/>
        <p:txBody>
          <a:bodyPr/>
          <a:lstStyle/>
          <a:p>
            <a:fld id="{C1936BE8-C6B9-419E-9D56-FD3E701AF11E}" type="slidenum">
              <a:rPr lang="en-US" smtClean="0"/>
              <a:t>4</a:t>
            </a:fld>
            <a:endParaRPr lang="en-US"/>
          </a:p>
        </p:txBody>
      </p:sp>
    </p:spTree>
    <p:extLst>
      <p:ext uri="{BB962C8B-B14F-4D97-AF65-F5344CB8AC3E}">
        <p14:creationId xmlns:p14="http://schemas.microsoft.com/office/powerpoint/2010/main" val="6131322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Hệ thống được thiết kế theo mô hình Hybrid-Driven, tức là kết hợp giữa Keyword-Driven, Data-Driven và Page Object Model để tăng tính linh hoạt và dễ bảo trì.</a:t>
            </a:r>
          </a:p>
          <a:p>
            <a:r>
              <a:rPr lang="vi-VN" dirty="0"/>
              <a:t>Trong đó POM giúp quản lý giao diện theo từng trang, Keyword-Driven giúp mô tả hành động kiểm thử, còn Data-Driven giúp tách dữ liệu khỏi logic kiểm thử.</a:t>
            </a:r>
          </a:p>
          <a:p>
            <a:endParaRPr lang="en-US" dirty="0"/>
          </a:p>
        </p:txBody>
      </p:sp>
      <p:sp>
        <p:nvSpPr>
          <p:cNvPr id="4" name="Slide Number Placeholder 3"/>
          <p:cNvSpPr>
            <a:spLocks noGrp="1"/>
          </p:cNvSpPr>
          <p:nvPr>
            <p:ph type="sldNum" sz="quarter" idx="5"/>
          </p:nvPr>
        </p:nvSpPr>
        <p:spPr/>
        <p:txBody>
          <a:bodyPr/>
          <a:lstStyle/>
          <a:p>
            <a:fld id="{C1936BE8-C6B9-419E-9D56-FD3E701AF11E}" type="slidenum">
              <a:rPr lang="en-US" smtClean="0"/>
              <a:t>6</a:t>
            </a:fld>
            <a:endParaRPr lang="en-US"/>
          </a:p>
        </p:txBody>
      </p:sp>
    </p:spTree>
    <p:extLst>
      <p:ext uri="{BB962C8B-B14F-4D97-AF65-F5344CB8AC3E}">
        <p14:creationId xmlns:p14="http://schemas.microsoft.com/office/powerpoint/2010/main" val="13400842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Kiến</a:t>
            </a:r>
            <a:r>
              <a:rPr lang="en-US" dirty="0"/>
              <a:t> </a:t>
            </a:r>
            <a:r>
              <a:rPr lang="en-US" dirty="0" err="1"/>
              <a:t>trúc</a:t>
            </a:r>
            <a:r>
              <a:rPr lang="en-US" dirty="0"/>
              <a:t> </a:t>
            </a:r>
            <a:r>
              <a:rPr lang="en-US" dirty="0" err="1"/>
              <a:t>gồm</a:t>
            </a:r>
            <a:r>
              <a:rPr lang="en-US" dirty="0"/>
              <a:t> </a:t>
            </a:r>
            <a:r>
              <a:rPr lang="en-US" dirty="0" err="1"/>
              <a:t>các</a:t>
            </a:r>
            <a:r>
              <a:rPr lang="en-US" dirty="0"/>
              <a:t> module:</a:t>
            </a:r>
          </a:p>
          <a:p>
            <a:r>
              <a:rPr lang="en-US" dirty="0"/>
              <a:t>core: </a:t>
            </a:r>
            <a:r>
              <a:rPr lang="en-US" dirty="0" err="1"/>
              <a:t>xử</a:t>
            </a:r>
            <a:r>
              <a:rPr lang="en-US" dirty="0"/>
              <a:t> </a:t>
            </a:r>
            <a:r>
              <a:rPr lang="en-US" dirty="0" err="1"/>
              <a:t>lý</a:t>
            </a:r>
            <a:r>
              <a:rPr lang="en-US" dirty="0"/>
              <a:t> keyword </a:t>
            </a:r>
            <a:r>
              <a:rPr lang="en-US" dirty="0" err="1"/>
              <a:t>và</a:t>
            </a:r>
            <a:r>
              <a:rPr lang="en-US" dirty="0"/>
              <a:t> </a:t>
            </a:r>
            <a:r>
              <a:rPr lang="en-US" dirty="0" err="1"/>
              <a:t>điều</a:t>
            </a:r>
            <a:r>
              <a:rPr lang="en-US" dirty="0"/>
              <a:t> </a:t>
            </a:r>
            <a:r>
              <a:rPr lang="en-US" dirty="0" err="1"/>
              <a:t>phối</a:t>
            </a:r>
            <a:r>
              <a:rPr lang="en-US" dirty="0"/>
              <a:t> </a:t>
            </a:r>
          </a:p>
          <a:p>
            <a:r>
              <a:rPr lang="en-US" dirty="0"/>
              <a:t>pages: POM </a:t>
            </a:r>
            <a:r>
              <a:rPr lang="en-US" dirty="0" err="1"/>
              <a:t>quản</a:t>
            </a:r>
            <a:r>
              <a:rPr lang="en-US" dirty="0"/>
              <a:t> </a:t>
            </a:r>
            <a:r>
              <a:rPr lang="en-US" dirty="0" err="1"/>
              <a:t>lý</a:t>
            </a:r>
            <a:r>
              <a:rPr lang="en-US" dirty="0"/>
              <a:t> </a:t>
            </a:r>
            <a:r>
              <a:rPr lang="en-US" dirty="0" err="1"/>
              <a:t>giao</a:t>
            </a:r>
            <a:r>
              <a:rPr lang="en-US" dirty="0"/>
              <a:t> </a:t>
            </a:r>
            <a:r>
              <a:rPr lang="en-US" dirty="0" err="1"/>
              <a:t>diện</a:t>
            </a:r>
            <a:r>
              <a:rPr lang="en-US" dirty="0"/>
              <a:t> </a:t>
            </a:r>
          </a:p>
          <a:p>
            <a:r>
              <a:rPr lang="en-US" dirty="0"/>
              <a:t>utils: mapping, loader, logger </a:t>
            </a:r>
          </a:p>
          <a:p>
            <a:r>
              <a:rPr lang="en-US" dirty="0"/>
              <a:t>AI: </a:t>
            </a:r>
            <a:r>
              <a:rPr lang="en-US" dirty="0" err="1"/>
              <a:t>sinh</a:t>
            </a:r>
            <a:r>
              <a:rPr lang="en-US" dirty="0"/>
              <a:t> test case </a:t>
            </a:r>
            <a:r>
              <a:rPr lang="en-US" dirty="0" err="1"/>
              <a:t>và</a:t>
            </a:r>
            <a:r>
              <a:rPr lang="en-US" dirty="0"/>
              <a:t> test script </a:t>
            </a:r>
          </a:p>
          <a:p>
            <a:r>
              <a:rPr lang="en-US" dirty="0"/>
              <a:t>resources: </a:t>
            </a:r>
            <a:r>
              <a:rPr lang="en-US" dirty="0" err="1"/>
              <a:t>dữ</a:t>
            </a:r>
            <a:r>
              <a:rPr lang="en-US" dirty="0"/>
              <a:t> </a:t>
            </a:r>
            <a:r>
              <a:rPr lang="en-US" dirty="0" err="1"/>
              <a:t>liệu</a:t>
            </a:r>
            <a:r>
              <a:rPr lang="en-US" dirty="0"/>
              <a:t> </a:t>
            </a:r>
            <a:r>
              <a:rPr lang="en-US" dirty="0" err="1"/>
              <a:t>và</a:t>
            </a:r>
            <a:r>
              <a:rPr lang="en-US" dirty="0"/>
              <a:t> locator </a:t>
            </a:r>
          </a:p>
          <a:p>
            <a:r>
              <a:rPr lang="en-US" dirty="0"/>
              <a:t>test: </a:t>
            </a:r>
            <a:r>
              <a:rPr lang="en-US" dirty="0" err="1"/>
              <a:t>thực</a:t>
            </a:r>
            <a:r>
              <a:rPr lang="en-US" dirty="0"/>
              <a:t> </a:t>
            </a:r>
            <a:r>
              <a:rPr lang="en-US" dirty="0" err="1"/>
              <a:t>thi</a:t>
            </a:r>
            <a:r>
              <a:rPr lang="en-US" dirty="0"/>
              <a:t> test case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=&gt; </a:t>
            </a:r>
            <a:r>
              <a:rPr lang="vi-VN" dirty="0"/>
              <a:t>Hệ thống được chia thành nhiều module như core, pages, utils và AI, giúp tách biệt rõ ràng các chức năng. Toàn bộ quy trình hoạt động theo pipeline từ Use Case, qua AI xử lý, sinh test case, test script và thực thi kiểm thử.</a:t>
            </a:r>
          </a:p>
          <a:p>
            <a:endParaRPr lang="en-US" dirty="0"/>
          </a:p>
        </p:txBody>
      </p:sp>
      <p:sp>
        <p:nvSpPr>
          <p:cNvPr id="4" name="Slide Number Placeholder 3"/>
          <p:cNvSpPr>
            <a:spLocks noGrp="1"/>
          </p:cNvSpPr>
          <p:nvPr>
            <p:ph type="sldNum" sz="quarter" idx="5"/>
          </p:nvPr>
        </p:nvSpPr>
        <p:spPr/>
        <p:txBody>
          <a:bodyPr/>
          <a:lstStyle/>
          <a:p>
            <a:fld id="{C1936BE8-C6B9-419E-9D56-FD3E701AF11E}" type="slidenum">
              <a:rPr lang="en-US" smtClean="0"/>
              <a:t>7</a:t>
            </a:fld>
            <a:endParaRPr lang="en-US"/>
          </a:p>
        </p:txBody>
      </p:sp>
    </p:spTree>
    <p:extLst>
      <p:ext uri="{BB962C8B-B14F-4D97-AF65-F5344CB8AC3E}">
        <p14:creationId xmlns:p14="http://schemas.microsoft.com/office/powerpoint/2010/main" val="32338208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3C1B20-263F-C070-E854-A0E2C171AB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AB0F91-DFA3-987D-6434-EA79238183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DF3BC3-8D96-63EB-58CA-A3A74ABE8ABC}"/>
              </a:ext>
            </a:extLst>
          </p:cNvPr>
          <p:cNvSpPr>
            <a:spLocks noGrp="1"/>
          </p:cNvSpPr>
          <p:nvPr>
            <p:ph type="body" idx="1"/>
          </p:nvPr>
        </p:nvSpPr>
        <p:spPr/>
        <p:txBody>
          <a:bodyPr/>
          <a:lstStyle/>
          <a:p>
            <a:r>
              <a:rPr lang="en-US" sz="1200" kern="1200" dirty="0">
                <a:solidFill>
                  <a:schemeClr val="tx1"/>
                </a:solidFill>
                <a:effectLst/>
                <a:latin typeface="+mn-lt"/>
                <a:ea typeface="+mn-ea"/>
                <a:cs typeface="+mn-cs"/>
              </a:rPr>
              <a:t>Use Case: </a:t>
            </a:r>
            <a:r>
              <a:rPr lang="en-US" sz="1200" kern="1200" dirty="0" err="1">
                <a:solidFill>
                  <a:schemeClr val="tx1"/>
                </a:solidFill>
                <a:effectLst/>
                <a:latin typeface="+mn-lt"/>
                <a:ea typeface="+mn-ea"/>
                <a:cs typeface="+mn-cs"/>
              </a:rPr>
              <a:t>Đây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đầu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mô</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yêu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cầu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nghiệp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vụ</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của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hệ</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thống</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Test Case Generation: </a:t>
            </a:r>
            <a:r>
              <a:rPr lang="en-US" sz="1200" kern="1200" dirty="0" err="1">
                <a:solidFill>
                  <a:schemeClr val="tx1"/>
                </a:solidFill>
                <a:effectLst/>
                <a:latin typeface="+mn-lt"/>
                <a:ea typeface="+mn-ea"/>
                <a:cs typeface="+mn-cs"/>
              </a:rPr>
              <a:t>Sử</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dụng</a:t>
            </a:r>
            <a:r>
              <a:rPr lang="en-US" sz="1200" kern="1200" dirty="0">
                <a:solidFill>
                  <a:schemeClr val="tx1"/>
                </a:solidFill>
                <a:effectLst/>
                <a:latin typeface="+mn-lt"/>
                <a:ea typeface="+mn-ea"/>
                <a:cs typeface="+mn-cs"/>
              </a:rPr>
              <a:t> AI </a:t>
            </a:r>
            <a:r>
              <a:rPr lang="en-US" sz="1200" kern="1200" dirty="0" err="1">
                <a:solidFill>
                  <a:schemeClr val="tx1"/>
                </a:solidFill>
                <a:effectLst/>
                <a:latin typeface="+mn-lt"/>
                <a:ea typeface="+mn-ea"/>
                <a:cs typeface="+mn-cs"/>
              </a:rPr>
              <a:t>để</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phân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tích</a:t>
            </a:r>
            <a:r>
              <a:rPr lang="en-US" sz="1200" kern="1200" dirty="0">
                <a:solidFill>
                  <a:schemeClr val="tx1"/>
                </a:solidFill>
                <a:effectLst/>
                <a:latin typeface="+mn-lt"/>
                <a:ea typeface="+mn-ea"/>
                <a:cs typeface="+mn-cs"/>
              </a:rPr>
              <a:t> Use Case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sinh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test case </a:t>
            </a:r>
            <a:r>
              <a:rPr lang="en-US" sz="1200" kern="1200" dirty="0" err="1">
                <a:solidFill>
                  <a:schemeClr val="tx1"/>
                </a:solidFill>
                <a:effectLst/>
                <a:latin typeface="+mn-lt"/>
                <a:ea typeface="+mn-ea"/>
                <a:cs typeface="+mn-cs"/>
              </a:rPr>
              <a:t>tương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ứng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theo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Excution</a:t>
            </a:r>
            <a:r>
              <a:rPr lang="en-US" sz="1200" kern="1200" dirty="0">
                <a:solidFill>
                  <a:schemeClr val="tx1"/>
                </a:solidFill>
                <a:effectLst/>
                <a:latin typeface="+mn-lt"/>
                <a:ea typeface="+mn-ea"/>
                <a:cs typeface="+mn-cs"/>
              </a:rPr>
              <a:t> path.</a:t>
            </a:r>
          </a:p>
          <a:p>
            <a:r>
              <a:rPr lang="en-US" sz="1200" kern="1200" dirty="0">
                <a:solidFill>
                  <a:schemeClr val="tx1"/>
                </a:solidFill>
                <a:effectLst/>
                <a:latin typeface="+mn-lt"/>
                <a:ea typeface="+mn-ea"/>
                <a:cs typeface="+mn-cs"/>
              </a:rPr>
              <a:t>Test Script Generation: </a:t>
            </a:r>
            <a:r>
              <a:rPr lang="en-US" sz="1200" kern="1200" dirty="0" err="1">
                <a:solidFill>
                  <a:schemeClr val="tx1"/>
                </a:solidFill>
                <a:effectLst/>
                <a:latin typeface="+mn-lt"/>
                <a:ea typeface="+mn-ea"/>
                <a:cs typeface="+mn-cs"/>
              </a:rPr>
              <a:t>Chuyển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đổi</a:t>
            </a:r>
            <a:r>
              <a:rPr lang="en-US" sz="1200" kern="1200" dirty="0">
                <a:solidFill>
                  <a:schemeClr val="tx1"/>
                </a:solidFill>
                <a:effectLst/>
                <a:latin typeface="+mn-lt"/>
                <a:ea typeface="+mn-ea"/>
                <a:cs typeface="+mn-cs"/>
              </a:rPr>
              <a:t> test case </a:t>
            </a:r>
            <a:r>
              <a:rPr lang="en-US" sz="1200" kern="1200" dirty="0" err="1">
                <a:solidFill>
                  <a:schemeClr val="tx1"/>
                </a:solidFill>
                <a:effectLst/>
                <a:latin typeface="+mn-lt"/>
                <a:ea typeface="+mn-ea"/>
                <a:cs typeface="+mn-cs"/>
              </a:rPr>
              <a:t>thành</a:t>
            </a:r>
            <a:r>
              <a:rPr lang="en-US" sz="1200" kern="1200" dirty="0">
                <a:solidFill>
                  <a:schemeClr val="tx1"/>
                </a:solidFill>
                <a:effectLst/>
                <a:latin typeface="+mn-lt"/>
                <a:ea typeface="+mn-ea"/>
                <a:cs typeface="+mn-cs"/>
              </a:rPr>
              <a:t> test script </a:t>
            </a:r>
            <a:r>
              <a:rPr lang="en-US" sz="1200" kern="1200" dirty="0" err="1">
                <a:solidFill>
                  <a:schemeClr val="tx1"/>
                </a:solidFill>
                <a:effectLst/>
                <a:latin typeface="+mn-lt"/>
                <a:ea typeface="+mn-ea"/>
                <a:cs typeface="+mn-cs"/>
              </a:rPr>
              <a:t>dựa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trên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việc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ánh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xạ</a:t>
            </a:r>
            <a:r>
              <a:rPr lang="en-US" sz="1200" kern="1200" dirty="0">
                <a:solidFill>
                  <a:schemeClr val="tx1"/>
                </a:solidFill>
                <a:effectLst/>
                <a:latin typeface="+mn-lt"/>
                <a:ea typeface="+mn-ea"/>
                <a:cs typeface="+mn-cs"/>
              </a:rPr>
              <a:t> keyword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locator.</a:t>
            </a:r>
          </a:p>
          <a:p>
            <a:r>
              <a:rPr lang="en-US" sz="1200" kern="1200" dirty="0">
                <a:solidFill>
                  <a:schemeClr val="tx1"/>
                </a:solidFill>
                <a:effectLst/>
                <a:latin typeface="+mn-lt"/>
                <a:ea typeface="+mn-ea"/>
                <a:cs typeface="+mn-cs"/>
              </a:rPr>
              <a:t>Test Execution: </a:t>
            </a:r>
            <a:r>
              <a:rPr lang="en-US" sz="1200" kern="1200" dirty="0" err="1">
                <a:solidFill>
                  <a:schemeClr val="tx1"/>
                </a:solidFill>
                <a:effectLst/>
                <a:latin typeface="+mn-lt"/>
                <a:ea typeface="+mn-ea"/>
                <a:cs typeface="+mn-cs"/>
              </a:rPr>
              <a:t>Thực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thi</a:t>
            </a:r>
            <a:r>
              <a:rPr lang="en-US" sz="1200" kern="1200" dirty="0">
                <a:solidFill>
                  <a:schemeClr val="tx1"/>
                </a:solidFill>
                <a:effectLst/>
                <a:latin typeface="+mn-lt"/>
                <a:ea typeface="+mn-ea"/>
                <a:cs typeface="+mn-cs"/>
              </a:rPr>
              <a:t> test script </a:t>
            </a:r>
            <a:r>
              <a:rPr lang="en-US" sz="1200" kern="1200" dirty="0" err="1">
                <a:solidFill>
                  <a:schemeClr val="tx1"/>
                </a:solidFill>
                <a:effectLst/>
                <a:latin typeface="+mn-lt"/>
                <a:ea typeface="+mn-ea"/>
                <a:cs typeface="+mn-cs"/>
              </a:rPr>
              <a:t>thông</a:t>
            </a:r>
            <a:r>
              <a:rPr lang="en-US" sz="1200" kern="1200" dirty="0">
                <a:solidFill>
                  <a:schemeClr val="tx1"/>
                </a:solidFill>
                <a:effectLst/>
                <a:latin typeface="+mn-lt"/>
                <a:ea typeface="+mn-ea"/>
                <a:cs typeface="+mn-cs"/>
              </a:rPr>
              <a:t> qua framework </a:t>
            </a:r>
            <a:r>
              <a:rPr lang="en-US" sz="1200" kern="1200" dirty="0" err="1">
                <a:solidFill>
                  <a:schemeClr val="tx1"/>
                </a:solidFill>
                <a:effectLst/>
                <a:latin typeface="+mn-lt"/>
                <a:ea typeface="+mn-ea"/>
                <a:cs typeface="+mn-cs"/>
              </a:rPr>
              <a:t>kiểm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thử</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tự</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động</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Report: </a:t>
            </a:r>
            <a:r>
              <a:rPr lang="en-US" sz="1200" kern="1200" dirty="0" err="1">
                <a:solidFill>
                  <a:schemeClr val="tx1"/>
                </a:solidFill>
                <a:effectLst/>
                <a:latin typeface="+mn-lt"/>
                <a:ea typeface="+mn-ea"/>
                <a:cs typeface="+mn-cs"/>
              </a:rPr>
              <a:t>xuất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kết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quả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kiểm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thử</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dưới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dạng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báo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cáo</a:t>
            </a:r>
            <a:r>
              <a:rPr lang="en-US" sz="1200" kern="1200" dirty="0">
                <a:solidFill>
                  <a:schemeClr val="tx1"/>
                </a:solidFill>
                <a:effectLst/>
                <a:latin typeface="+mn-lt"/>
                <a:ea typeface="+mn-ea"/>
                <a:cs typeface="+mn-cs"/>
              </a:rPr>
              <a:t> HTML.</a:t>
            </a:r>
          </a:p>
          <a:p>
            <a:endParaRPr lang="en-US" dirty="0"/>
          </a:p>
        </p:txBody>
      </p:sp>
      <p:sp>
        <p:nvSpPr>
          <p:cNvPr id="4" name="Slide Number Placeholder 3">
            <a:extLst>
              <a:ext uri="{FF2B5EF4-FFF2-40B4-BE49-F238E27FC236}">
                <a16:creationId xmlns:a16="http://schemas.microsoft.com/office/drawing/2014/main" id="{B54AD261-F5D4-F2ED-EA69-E7C1B3BB62C0}"/>
              </a:ext>
            </a:extLst>
          </p:cNvPr>
          <p:cNvSpPr>
            <a:spLocks noGrp="1"/>
          </p:cNvSpPr>
          <p:nvPr>
            <p:ph type="sldNum" sz="quarter" idx="5"/>
          </p:nvPr>
        </p:nvSpPr>
        <p:spPr/>
        <p:txBody>
          <a:bodyPr/>
          <a:lstStyle/>
          <a:p>
            <a:fld id="{C1936BE8-C6B9-419E-9D56-FD3E701AF11E}" type="slidenum">
              <a:rPr lang="en-US" smtClean="0"/>
              <a:t>9</a:t>
            </a:fld>
            <a:endParaRPr lang="en-US"/>
          </a:p>
        </p:txBody>
      </p:sp>
    </p:spTree>
    <p:extLst>
      <p:ext uri="{BB962C8B-B14F-4D97-AF65-F5344CB8AC3E}">
        <p14:creationId xmlns:p14="http://schemas.microsoft.com/office/powerpoint/2010/main" val="37383788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Use Case: </a:t>
            </a:r>
            <a:r>
              <a:rPr lang="en-US" sz="1200" kern="1200" dirty="0" err="1">
                <a:solidFill>
                  <a:schemeClr val="tx1"/>
                </a:solidFill>
                <a:effectLst/>
                <a:latin typeface="+mn-lt"/>
                <a:ea typeface="+mn-ea"/>
                <a:cs typeface="+mn-cs"/>
              </a:rPr>
              <a:t>Đây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đầu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mô</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yêu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cầu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nghiệp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vụ</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của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hệ</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thống</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Test Case Generation: </a:t>
            </a:r>
            <a:r>
              <a:rPr lang="en-US" sz="1200" kern="1200" dirty="0" err="1">
                <a:solidFill>
                  <a:schemeClr val="tx1"/>
                </a:solidFill>
                <a:effectLst/>
                <a:latin typeface="+mn-lt"/>
                <a:ea typeface="+mn-ea"/>
                <a:cs typeface="+mn-cs"/>
              </a:rPr>
              <a:t>Sử</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dụng</a:t>
            </a:r>
            <a:r>
              <a:rPr lang="en-US" sz="1200" kern="1200" dirty="0">
                <a:solidFill>
                  <a:schemeClr val="tx1"/>
                </a:solidFill>
                <a:effectLst/>
                <a:latin typeface="+mn-lt"/>
                <a:ea typeface="+mn-ea"/>
                <a:cs typeface="+mn-cs"/>
              </a:rPr>
              <a:t> AI </a:t>
            </a:r>
            <a:r>
              <a:rPr lang="en-US" sz="1200" kern="1200" dirty="0" err="1">
                <a:solidFill>
                  <a:schemeClr val="tx1"/>
                </a:solidFill>
                <a:effectLst/>
                <a:latin typeface="+mn-lt"/>
                <a:ea typeface="+mn-ea"/>
                <a:cs typeface="+mn-cs"/>
              </a:rPr>
              <a:t>để</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phân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tích</a:t>
            </a:r>
            <a:r>
              <a:rPr lang="en-US" sz="1200" kern="1200" dirty="0">
                <a:solidFill>
                  <a:schemeClr val="tx1"/>
                </a:solidFill>
                <a:effectLst/>
                <a:latin typeface="+mn-lt"/>
                <a:ea typeface="+mn-ea"/>
                <a:cs typeface="+mn-cs"/>
              </a:rPr>
              <a:t> Use Case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sinh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test case </a:t>
            </a:r>
            <a:r>
              <a:rPr lang="en-US" sz="1200" kern="1200" dirty="0" err="1">
                <a:solidFill>
                  <a:schemeClr val="tx1"/>
                </a:solidFill>
                <a:effectLst/>
                <a:latin typeface="+mn-lt"/>
                <a:ea typeface="+mn-ea"/>
                <a:cs typeface="+mn-cs"/>
              </a:rPr>
              <a:t>tương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ứng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theo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Excution</a:t>
            </a:r>
            <a:r>
              <a:rPr lang="en-US" sz="1200" kern="1200" dirty="0">
                <a:solidFill>
                  <a:schemeClr val="tx1"/>
                </a:solidFill>
                <a:effectLst/>
                <a:latin typeface="+mn-lt"/>
                <a:ea typeface="+mn-ea"/>
                <a:cs typeface="+mn-cs"/>
              </a:rPr>
              <a:t> path.</a:t>
            </a:r>
          </a:p>
          <a:p>
            <a:r>
              <a:rPr lang="en-US" sz="1200" kern="1200" dirty="0">
                <a:solidFill>
                  <a:schemeClr val="tx1"/>
                </a:solidFill>
                <a:effectLst/>
                <a:latin typeface="+mn-lt"/>
                <a:ea typeface="+mn-ea"/>
                <a:cs typeface="+mn-cs"/>
              </a:rPr>
              <a:t>Test Script Generation: </a:t>
            </a:r>
            <a:r>
              <a:rPr lang="en-US" sz="1200" kern="1200" dirty="0" err="1">
                <a:solidFill>
                  <a:schemeClr val="tx1"/>
                </a:solidFill>
                <a:effectLst/>
                <a:latin typeface="+mn-lt"/>
                <a:ea typeface="+mn-ea"/>
                <a:cs typeface="+mn-cs"/>
              </a:rPr>
              <a:t>Chuyển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đổi</a:t>
            </a:r>
            <a:r>
              <a:rPr lang="en-US" sz="1200" kern="1200" dirty="0">
                <a:solidFill>
                  <a:schemeClr val="tx1"/>
                </a:solidFill>
                <a:effectLst/>
                <a:latin typeface="+mn-lt"/>
                <a:ea typeface="+mn-ea"/>
                <a:cs typeface="+mn-cs"/>
              </a:rPr>
              <a:t> test case </a:t>
            </a:r>
            <a:r>
              <a:rPr lang="en-US" sz="1200" kern="1200" dirty="0" err="1">
                <a:solidFill>
                  <a:schemeClr val="tx1"/>
                </a:solidFill>
                <a:effectLst/>
                <a:latin typeface="+mn-lt"/>
                <a:ea typeface="+mn-ea"/>
                <a:cs typeface="+mn-cs"/>
              </a:rPr>
              <a:t>thành</a:t>
            </a:r>
            <a:r>
              <a:rPr lang="en-US" sz="1200" kern="1200" dirty="0">
                <a:solidFill>
                  <a:schemeClr val="tx1"/>
                </a:solidFill>
                <a:effectLst/>
                <a:latin typeface="+mn-lt"/>
                <a:ea typeface="+mn-ea"/>
                <a:cs typeface="+mn-cs"/>
              </a:rPr>
              <a:t> test script </a:t>
            </a:r>
            <a:r>
              <a:rPr lang="en-US" sz="1200" kern="1200" dirty="0" err="1">
                <a:solidFill>
                  <a:schemeClr val="tx1"/>
                </a:solidFill>
                <a:effectLst/>
                <a:latin typeface="+mn-lt"/>
                <a:ea typeface="+mn-ea"/>
                <a:cs typeface="+mn-cs"/>
              </a:rPr>
              <a:t>dựa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trên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việc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ánh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xạ</a:t>
            </a:r>
            <a:r>
              <a:rPr lang="en-US" sz="1200" kern="1200" dirty="0">
                <a:solidFill>
                  <a:schemeClr val="tx1"/>
                </a:solidFill>
                <a:effectLst/>
                <a:latin typeface="+mn-lt"/>
                <a:ea typeface="+mn-ea"/>
                <a:cs typeface="+mn-cs"/>
              </a:rPr>
              <a:t> keyword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locator.</a:t>
            </a:r>
          </a:p>
          <a:p>
            <a:r>
              <a:rPr lang="en-US" sz="1200" kern="1200" dirty="0">
                <a:solidFill>
                  <a:schemeClr val="tx1"/>
                </a:solidFill>
                <a:effectLst/>
                <a:latin typeface="+mn-lt"/>
                <a:ea typeface="+mn-ea"/>
                <a:cs typeface="+mn-cs"/>
              </a:rPr>
              <a:t>Test Execution: </a:t>
            </a:r>
            <a:r>
              <a:rPr lang="en-US" sz="1200" kern="1200" dirty="0" err="1">
                <a:solidFill>
                  <a:schemeClr val="tx1"/>
                </a:solidFill>
                <a:effectLst/>
                <a:latin typeface="+mn-lt"/>
                <a:ea typeface="+mn-ea"/>
                <a:cs typeface="+mn-cs"/>
              </a:rPr>
              <a:t>Thực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thi</a:t>
            </a:r>
            <a:r>
              <a:rPr lang="en-US" sz="1200" kern="1200" dirty="0">
                <a:solidFill>
                  <a:schemeClr val="tx1"/>
                </a:solidFill>
                <a:effectLst/>
                <a:latin typeface="+mn-lt"/>
                <a:ea typeface="+mn-ea"/>
                <a:cs typeface="+mn-cs"/>
              </a:rPr>
              <a:t> test script </a:t>
            </a:r>
            <a:r>
              <a:rPr lang="en-US" sz="1200" kern="1200" dirty="0" err="1">
                <a:solidFill>
                  <a:schemeClr val="tx1"/>
                </a:solidFill>
                <a:effectLst/>
                <a:latin typeface="+mn-lt"/>
                <a:ea typeface="+mn-ea"/>
                <a:cs typeface="+mn-cs"/>
              </a:rPr>
              <a:t>thông</a:t>
            </a:r>
            <a:r>
              <a:rPr lang="en-US" sz="1200" kern="1200" dirty="0">
                <a:solidFill>
                  <a:schemeClr val="tx1"/>
                </a:solidFill>
                <a:effectLst/>
                <a:latin typeface="+mn-lt"/>
                <a:ea typeface="+mn-ea"/>
                <a:cs typeface="+mn-cs"/>
              </a:rPr>
              <a:t> qua framework </a:t>
            </a:r>
            <a:r>
              <a:rPr lang="en-US" sz="1200" kern="1200" dirty="0" err="1">
                <a:solidFill>
                  <a:schemeClr val="tx1"/>
                </a:solidFill>
                <a:effectLst/>
                <a:latin typeface="+mn-lt"/>
                <a:ea typeface="+mn-ea"/>
                <a:cs typeface="+mn-cs"/>
              </a:rPr>
              <a:t>kiểm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thử</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tự</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động</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Report: </a:t>
            </a:r>
            <a:r>
              <a:rPr lang="en-US" sz="1200" kern="1200" dirty="0" err="1">
                <a:solidFill>
                  <a:schemeClr val="tx1"/>
                </a:solidFill>
                <a:effectLst/>
                <a:latin typeface="+mn-lt"/>
                <a:ea typeface="+mn-ea"/>
                <a:cs typeface="+mn-cs"/>
              </a:rPr>
              <a:t>xuất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kết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quả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kiểm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thử</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dưới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dạng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báo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cáo</a:t>
            </a:r>
            <a:r>
              <a:rPr lang="en-US" sz="1200" kern="1200" dirty="0">
                <a:solidFill>
                  <a:schemeClr val="tx1"/>
                </a:solidFill>
                <a:effectLst/>
                <a:latin typeface="+mn-lt"/>
                <a:ea typeface="+mn-ea"/>
                <a:cs typeface="+mn-cs"/>
              </a:rPr>
              <a:t> HTML.</a:t>
            </a:r>
          </a:p>
          <a:p>
            <a:endParaRPr lang="en-US" dirty="0"/>
          </a:p>
        </p:txBody>
      </p:sp>
      <p:sp>
        <p:nvSpPr>
          <p:cNvPr id="4" name="Slide Number Placeholder 3"/>
          <p:cNvSpPr>
            <a:spLocks noGrp="1"/>
          </p:cNvSpPr>
          <p:nvPr>
            <p:ph type="sldNum" sz="quarter" idx="5"/>
          </p:nvPr>
        </p:nvSpPr>
        <p:spPr/>
        <p:txBody>
          <a:bodyPr/>
          <a:lstStyle/>
          <a:p>
            <a:fld id="{C1936BE8-C6B9-419E-9D56-FD3E701AF11E}" type="slidenum">
              <a:rPr lang="en-US" smtClean="0"/>
              <a:t>11</a:t>
            </a:fld>
            <a:endParaRPr lang="en-US"/>
          </a:p>
        </p:txBody>
      </p:sp>
    </p:spTree>
    <p:extLst>
      <p:ext uri="{BB962C8B-B14F-4D97-AF65-F5344CB8AC3E}">
        <p14:creationId xmlns:p14="http://schemas.microsoft.com/office/powerpoint/2010/main" val="17646834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F6663E-7919-70E0-7312-A85937A1A4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56E4DE-E8F0-B9CA-86EB-0C5DD39E31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72322C-D986-1C41-BE1E-0C0C221558F5}"/>
              </a:ext>
            </a:extLst>
          </p:cNvPr>
          <p:cNvSpPr>
            <a:spLocks noGrp="1"/>
          </p:cNvSpPr>
          <p:nvPr>
            <p:ph type="body" idx="1"/>
          </p:nvPr>
        </p:nvSpPr>
        <p:spPr/>
        <p:txBody>
          <a:bodyPr/>
          <a:lstStyle/>
          <a:p>
            <a:r>
              <a:rPr lang="en-US" b="1" dirty="0" err="1"/>
              <a:t>Trước</a:t>
            </a:r>
            <a:r>
              <a:rPr lang="en-US" b="1" dirty="0"/>
              <a:t>:</a:t>
            </a:r>
          </a:p>
          <a:p>
            <a:r>
              <a:rPr lang="en-US" sz="1200" kern="1200" dirty="0">
                <a:solidFill>
                  <a:schemeClr val="tx1"/>
                </a:solidFill>
                <a:effectLst/>
                <a:latin typeface="+mn-lt"/>
                <a:ea typeface="+mn-ea"/>
                <a:cs typeface="+mn-cs"/>
              </a:rPr>
              <a:t>Phân </a:t>
            </a:r>
            <a:r>
              <a:rPr lang="en-US" sz="1200" kern="1200" dirty="0" err="1">
                <a:solidFill>
                  <a:schemeClr val="tx1"/>
                </a:solidFill>
                <a:effectLst/>
                <a:latin typeface="+mn-lt"/>
                <a:ea typeface="+mn-ea"/>
                <a:cs typeface="+mn-cs"/>
              </a:rPr>
              <a:t>tích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nghiệp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vụ</a:t>
            </a:r>
            <a:r>
              <a:rPr lang="en-US" sz="1200" kern="1200" dirty="0">
                <a:solidFill>
                  <a:schemeClr val="tx1"/>
                </a:solidFill>
                <a:effectLst/>
                <a:latin typeface="+mn-lt"/>
                <a:ea typeface="+mn-ea"/>
                <a:cs typeface="+mn-cs"/>
              </a:rPr>
              <a:t>: Tester </a:t>
            </a:r>
            <a:r>
              <a:rPr lang="en-US" sz="1200" kern="1200" dirty="0" err="1">
                <a:solidFill>
                  <a:schemeClr val="tx1"/>
                </a:solidFill>
                <a:effectLst/>
                <a:latin typeface="+mn-lt"/>
                <a:ea typeface="+mn-ea"/>
                <a:cs typeface="+mn-cs"/>
              </a:rPr>
              <a:t>đọc</a:t>
            </a:r>
            <a:r>
              <a:rPr lang="en-US" sz="1200" kern="1200" dirty="0">
                <a:solidFill>
                  <a:schemeClr val="tx1"/>
                </a:solidFill>
                <a:effectLst/>
                <a:latin typeface="+mn-lt"/>
                <a:ea typeface="+mn-ea"/>
                <a:cs typeface="+mn-cs"/>
              </a:rPr>
              <a:t> use case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xác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định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luồng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xử</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lý</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như</a:t>
            </a:r>
            <a:r>
              <a:rPr lang="en-US" sz="1200" kern="1200" dirty="0">
                <a:solidFill>
                  <a:schemeClr val="tx1"/>
                </a:solidFill>
                <a:effectLst/>
                <a:latin typeface="+mn-lt"/>
                <a:ea typeface="+mn-ea"/>
                <a:cs typeface="+mn-cs"/>
              </a:rPr>
              <a:t> basic flow, alternate flow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trường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hợp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kiểm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thử</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cần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thiết</a:t>
            </a:r>
            <a:r>
              <a:rPr lang="en-US" sz="1200" kern="1200" dirty="0">
                <a:solidFill>
                  <a:schemeClr val="tx1"/>
                </a:solidFill>
                <a:effectLst/>
                <a:latin typeface="+mn-lt"/>
                <a:ea typeface="+mn-ea"/>
                <a:cs typeface="+mn-cs"/>
              </a:rPr>
              <a:t>.</a:t>
            </a:r>
          </a:p>
          <a:p>
            <a:r>
              <a:rPr lang="en-US" sz="1200" kern="1200" dirty="0" err="1">
                <a:solidFill>
                  <a:schemeClr val="tx1"/>
                </a:solidFill>
                <a:effectLst/>
                <a:latin typeface="+mn-lt"/>
                <a:ea typeface="+mn-ea"/>
                <a:cs typeface="+mn-cs"/>
              </a:rPr>
              <a:t>Thiết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kế</a:t>
            </a:r>
            <a:r>
              <a:rPr lang="en-US" sz="1200" kern="1200" dirty="0">
                <a:solidFill>
                  <a:schemeClr val="tx1"/>
                </a:solidFill>
                <a:effectLst/>
                <a:latin typeface="+mn-lt"/>
                <a:ea typeface="+mn-ea"/>
                <a:cs typeface="+mn-cs"/>
              </a:rPr>
              <a:t> Test Case: </a:t>
            </a:r>
            <a:r>
              <a:rPr lang="en-US" sz="1200" kern="1200" dirty="0" err="1">
                <a:solidFill>
                  <a:schemeClr val="tx1"/>
                </a:solidFill>
                <a:effectLst/>
                <a:latin typeface="+mn-lt"/>
                <a:ea typeface="+mn-ea"/>
                <a:cs typeface="+mn-cs"/>
              </a:rPr>
              <a:t>Xây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dựng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test case bao </a:t>
            </a:r>
            <a:r>
              <a:rPr lang="en-US" sz="1200" kern="1200" dirty="0" err="1">
                <a:solidFill>
                  <a:schemeClr val="tx1"/>
                </a:solidFill>
                <a:effectLst/>
                <a:latin typeface="+mn-lt"/>
                <a:ea typeface="+mn-ea"/>
                <a:cs typeface="+mn-cs"/>
              </a:rPr>
              <a:t>gồm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tes</a:t>
            </a:r>
            <a:r>
              <a:rPr lang="en-US" sz="1200" kern="1200" dirty="0">
                <a:solidFill>
                  <a:schemeClr val="tx1"/>
                </a:solidFill>
                <a:effectLst/>
                <a:latin typeface="+mn-lt"/>
                <a:ea typeface="+mn-ea"/>
                <a:cs typeface="+mn-cs"/>
              </a:rPr>
              <a:t> case id, scenario, precondition, steps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expected result.</a:t>
            </a:r>
          </a:p>
          <a:p>
            <a:r>
              <a:rPr lang="en-US" sz="1200" kern="1200" dirty="0">
                <a:solidFill>
                  <a:schemeClr val="tx1"/>
                </a:solidFill>
                <a:effectLst/>
                <a:latin typeface="+mn-lt"/>
                <a:ea typeface="+mn-ea"/>
                <a:cs typeface="+mn-cs"/>
              </a:rPr>
              <a:t>Review Test Case: </a:t>
            </a:r>
            <a:r>
              <a:rPr lang="en-US" sz="1200" kern="1200" dirty="0" err="1">
                <a:solidFill>
                  <a:schemeClr val="tx1"/>
                </a:solidFill>
                <a:effectLst/>
                <a:latin typeface="+mn-lt"/>
                <a:ea typeface="+mn-ea"/>
                <a:cs typeface="+mn-cs"/>
              </a:rPr>
              <a:t>Kiểm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độ</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đầy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đủ</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tính</a:t>
            </a:r>
            <a:r>
              <a:rPr lang="en-US" sz="1200" kern="1200" dirty="0">
                <a:solidFill>
                  <a:schemeClr val="tx1"/>
                </a:solidFill>
                <a:effectLst/>
                <a:latin typeface="+mn-lt"/>
                <a:ea typeface="+mn-ea"/>
                <a:cs typeface="+mn-cs"/>
              </a:rPr>
              <a:t> logic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năng</a:t>
            </a:r>
            <a:r>
              <a:rPr lang="en-US" sz="1200" kern="1200" dirty="0">
                <a:solidFill>
                  <a:schemeClr val="tx1"/>
                </a:solidFill>
                <a:effectLst/>
                <a:latin typeface="+mn-lt"/>
                <a:ea typeface="+mn-ea"/>
                <a:cs typeface="+mn-cs"/>
              </a:rPr>
              <a:t> bao </a:t>
            </a:r>
            <a:r>
              <a:rPr lang="en-US" sz="1200" kern="1200" dirty="0" err="1">
                <a:solidFill>
                  <a:schemeClr val="tx1"/>
                </a:solidFill>
                <a:effectLst/>
                <a:latin typeface="+mn-lt"/>
                <a:ea typeface="+mn-ea"/>
                <a:cs typeface="+mn-cs"/>
              </a:rPr>
              <a:t>phủ</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kiểm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thử</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của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test case.</a:t>
            </a:r>
          </a:p>
          <a:p>
            <a:r>
              <a:rPr lang="en-US" sz="1200" kern="1200" dirty="0" err="1">
                <a:solidFill>
                  <a:schemeClr val="tx1"/>
                </a:solidFill>
                <a:effectLst/>
                <a:latin typeface="+mn-lt"/>
                <a:ea typeface="+mn-ea"/>
                <a:cs typeface="+mn-cs"/>
              </a:rPr>
              <a:t>Viết</a:t>
            </a:r>
            <a:r>
              <a:rPr lang="en-US" sz="1200" kern="1200" dirty="0">
                <a:solidFill>
                  <a:schemeClr val="tx1"/>
                </a:solidFill>
                <a:effectLst/>
                <a:latin typeface="+mn-lt"/>
                <a:ea typeface="+mn-ea"/>
                <a:cs typeface="+mn-cs"/>
              </a:rPr>
              <a:t> Test Script: </a:t>
            </a:r>
            <a:r>
              <a:rPr lang="en-US" sz="1200" kern="1200" dirty="0" err="1">
                <a:solidFill>
                  <a:schemeClr val="tx1"/>
                </a:solidFill>
                <a:effectLst/>
                <a:latin typeface="+mn-lt"/>
                <a:ea typeface="+mn-ea"/>
                <a:cs typeface="+mn-cs"/>
              </a:rPr>
              <a:t>Chuyển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đổi</a:t>
            </a:r>
            <a:r>
              <a:rPr lang="en-US" sz="1200" kern="1200" dirty="0">
                <a:solidFill>
                  <a:schemeClr val="tx1"/>
                </a:solidFill>
                <a:effectLst/>
                <a:latin typeface="+mn-lt"/>
                <a:ea typeface="+mn-ea"/>
                <a:cs typeface="+mn-cs"/>
              </a:rPr>
              <a:t> test case </a:t>
            </a:r>
            <a:r>
              <a:rPr lang="en-US" sz="1200" kern="1200" dirty="0" err="1">
                <a:solidFill>
                  <a:schemeClr val="tx1"/>
                </a:solidFill>
                <a:effectLst/>
                <a:latin typeface="+mn-lt"/>
                <a:ea typeface="+mn-ea"/>
                <a:cs typeface="+mn-cs"/>
              </a:rPr>
              <a:t>thành</a:t>
            </a:r>
            <a:r>
              <a:rPr lang="en-US" sz="1200" kern="1200" dirty="0">
                <a:solidFill>
                  <a:schemeClr val="tx1"/>
                </a:solidFill>
                <a:effectLst/>
                <a:latin typeface="+mn-lt"/>
                <a:ea typeface="+mn-ea"/>
                <a:cs typeface="+mn-cs"/>
              </a:rPr>
              <a:t> test script bao </a:t>
            </a:r>
            <a:r>
              <a:rPr lang="en-US" sz="1200" kern="1200" dirty="0" err="1">
                <a:solidFill>
                  <a:schemeClr val="tx1"/>
                </a:solidFill>
                <a:effectLst/>
                <a:latin typeface="+mn-lt"/>
                <a:ea typeface="+mn-ea"/>
                <a:cs typeface="+mn-cs"/>
              </a:rPr>
              <a:t>gồm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ánh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xạ</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hành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động</a:t>
            </a:r>
            <a:r>
              <a:rPr lang="en-US" sz="1200" kern="1200" dirty="0">
                <a:solidFill>
                  <a:schemeClr val="tx1"/>
                </a:solidFill>
                <a:effectLst/>
                <a:latin typeface="+mn-lt"/>
                <a:ea typeface="+mn-ea"/>
                <a:cs typeface="+mn-cs"/>
              </a:rPr>
              <a:t> sang keyword, </a:t>
            </a:r>
            <a:r>
              <a:rPr lang="en-US" sz="1200" kern="1200" dirty="0" err="1">
                <a:solidFill>
                  <a:schemeClr val="tx1"/>
                </a:solidFill>
                <a:effectLst/>
                <a:latin typeface="+mn-lt"/>
                <a:ea typeface="+mn-ea"/>
                <a:cs typeface="+mn-cs"/>
              </a:rPr>
              <a:t>xác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định</a:t>
            </a:r>
            <a:r>
              <a:rPr lang="en-US" sz="1200" kern="1200" dirty="0">
                <a:solidFill>
                  <a:schemeClr val="tx1"/>
                </a:solidFill>
                <a:effectLst/>
                <a:latin typeface="+mn-lt"/>
                <a:ea typeface="+mn-ea"/>
                <a:cs typeface="+mn-cs"/>
              </a:rPr>
              <a:t> locator </a:t>
            </a:r>
            <a:r>
              <a:rPr lang="en-US" sz="1200" kern="1200" dirty="0" err="1">
                <a:solidFill>
                  <a:schemeClr val="tx1"/>
                </a:solidFill>
                <a:effectLst/>
                <a:latin typeface="+mn-lt"/>
                <a:ea typeface="+mn-ea"/>
                <a:cs typeface="+mn-cs"/>
              </a:rPr>
              <a:t>cho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phần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tử</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giao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diện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sinh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dữ</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liệu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kiểm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thử</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cho</a:t>
            </a:r>
            <a:r>
              <a:rPr lang="en-US" sz="1200" kern="1200" dirty="0">
                <a:solidFill>
                  <a:schemeClr val="tx1"/>
                </a:solidFill>
                <a:effectLst/>
                <a:latin typeface="+mn-lt"/>
                <a:ea typeface="+mn-ea"/>
                <a:cs typeface="+mn-cs"/>
              </a:rPr>
              <a:t> test script </a:t>
            </a:r>
            <a:r>
              <a:rPr lang="en-US" sz="1200" kern="1200" dirty="0" err="1">
                <a:solidFill>
                  <a:schemeClr val="tx1"/>
                </a:solidFill>
                <a:effectLst/>
                <a:latin typeface="+mn-lt"/>
                <a:ea typeface="+mn-ea"/>
                <a:cs typeface="+mn-cs"/>
              </a:rPr>
              <a:t>đó</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Review Test Script: </a:t>
            </a:r>
            <a:r>
              <a:rPr lang="en-US" sz="1200" kern="1200" dirty="0" err="1">
                <a:solidFill>
                  <a:schemeClr val="tx1"/>
                </a:solidFill>
                <a:effectLst/>
                <a:latin typeface="+mn-lt"/>
                <a:ea typeface="+mn-ea"/>
                <a:cs typeface="+mn-cs"/>
              </a:rPr>
              <a:t>Kiểm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tra</a:t>
            </a:r>
            <a:r>
              <a:rPr lang="en-US" sz="1200" kern="1200" dirty="0">
                <a:solidFill>
                  <a:schemeClr val="tx1"/>
                </a:solidFill>
                <a:effectLst/>
                <a:latin typeface="+mn-lt"/>
                <a:ea typeface="+mn-ea"/>
                <a:cs typeface="+mn-cs"/>
              </a:rPr>
              <a:t> logic automation, locator, </a:t>
            </a:r>
            <a:r>
              <a:rPr lang="en-US" sz="1200" kern="1200" dirty="0" err="1">
                <a:solidFill>
                  <a:schemeClr val="tx1"/>
                </a:solidFill>
                <a:effectLst/>
                <a:latin typeface="+mn-lt"/>
                <a:ea typeface="+mn-ea"/>
                <a:cs typeface="+mn-cs"/>
              </a:rPr>
              <a:t>dữ</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liệu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kiểm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thử</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năng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thực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của</a:t>
            </a:r>
            <a:r>
              <a:rPr lang="en-US" sz="1200" kern="1200" dirty="0">
                <a:solidFill>
                  <a:schemeClr val="tx1"/>
                </a:solidFill>
                <a:effectLst/>
                <a:latin typeface="+mn-lt"/>
                <a:ea typeface="+mn-ea"/>
                <a:cs typeface="+mn-cs"/>
              </a:rPr>
              <a:t> script </a:t>
            </a:r>
            <a:r>
              <a:rPr lang="en-US" sz="1200" kern="1200" dirty="0" err="1">
                <a:solidFill>
                  <a:schemeClr val="tx1"/>
                </a:solidFill>
                <a:effectLst/>
                <a:latin typeface="+mn-lt"/>
                <a:ea typeface="+mn-ea"/>
                <a:cs typeface="+mn-cs"/>
              </a:rPr>
              <a:t>trước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chạy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kiểm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thử</a:t>
            </a:r>
            <a:r>
              <a:rPr lang="en-US" sz="1200" kern="1200" dirty="0">
                <a:solidFill>
                  <a:schemeClr val="tx1"/>
                </a:solidFill>
                <a:effectLst/>
                <a:latin typeface="+mn-lt"/>
                <a:ea typeface="+mn-ea"/>
                <a:cs typeface="+mn-cs"/>
              </a:rPr>
              <a:t>.</a:t>
            </a:r>
          </a:p>
          <a:p>
            <a:endParaRPr lang="en-US" dirty="0"/>
          </a:p>
          <a:p>
            <a:r>
              <a:rPr lang="en-US" b="1" dirty="0"/>
              <a:t>Sau:</a:t>
            </a:r>
          </a:p>
          <a:p>
            <a:r>
              <a:rPr lang="en-US" sz="1200" kern="1200" dirty="0">
                <a:solidFill>
                  <a:schemeClr val="tx1"/>
                </a:solidFill>
                <a:effectLst/>
                <a:latin typeface="+mn-lt"/>
                <a:ea typeface="+mn-ea"/>
                <a:cs typeface="+mn-cs"/>
              </a:rPr>
              <a:t>AI Generate Test Case: AI </a:t>
            </a:r>
            <a:r>
              <a:rPr lang="en-US" sz="1200" kern="1200" dirty="0" err="1">
                <a:solidFill>
                  <a:schemeClr val="tx1"/>
                </a:solidFill>
                <a:effectLst/>
                <a:latin typeface="+mn-lt"/>
                <a:ea typeface="+mn-ea"/>
                <a:cs typeface="+mn-cs"/>
              </a:rPr>
              <a:t>phân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tích</a:t>
            </a:r>
            <a:r>
              <a:rPr lang="en-US" sz="1200" kern="1200" dirty="0">
                <a:solidFill>
                  <a:schemeClr val="tx1"/>
                </a:solidFill>
                <a:effectLst/>
                <a:latin typeface="+mn-lt"/>
                <a:ea typeface="+mn-ea"/>
                <a:cs typeface="+mn-cs"/>
              </a:rPr>
              <a:t> Use Case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tự</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động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sinh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test case </a:t>
            </a:r>
            <a:r>
              <a:rPr lang="en-US" sz="1200" kern="1200" dirty="0" err="1">
                <a:solidFill>
                  <a:schemeClr val="tx1"/>
                </a:solidFill>
                <a:effectLst/>
                <a:latin typeface="+mn-lt"/>
                <a:ea typeface="+mn-ea"/>
                <a:cs typeface="+mn-cs"/>
              </a:rPr>
              <a:t>tương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ứng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dựa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theo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Excution</a:t>
            </a:r>
            <a:r>
              <a:rPr lang="en-US" sz="1200" kern="1200" dirty="0">
                <a:solidFill>
                  <a:schemeClr val="tx1"/>
                </a:solidFill>
                <a:effectLst/>
                <a:latin typeface="+mn-lt"/>
                <a:ea typeface="+mn-ea"/>
                <a:cs typeface="+mn-cs"/>
              </a:rPr>
              <a:t> Path.</a:t>
            </a:r>
          </a:p>
          <a:p>
            <a:r>
              <a:rPr lang="en-US" sz="1200" kern="1200" dirty="0">
                <a:solidFill>
                  <a:schemeClr val="tx1"/>
                </a:solidFill>
                <a:effectLst/>
                <a:latin typeface="+mn-lt"/>
                <a:ea typeface="+mn-ea"/>
                <a:cs typeface="+mn-cs"/>
              </a:rPr>
              <a:t>AI Generate Test Script: </a:t>
            </a:r>
            <a:r>
              <a:rPr lang="en-US" sz="1200" kern="1200" dirty="0" err="1">
                <a:solidFill>
                  <a:schemeClr val="tx1"/>
                </a:solidFill>
                <a:effectLst/>
                <a:latin typeface="+mn-lt"/>
                <a:ea typeface="+mn-ea"/>
                <a:cs typeface="+mn-cs"/>
              </a:rPr>
              <a:t>Hệ</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thống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tự</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động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chuyển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đổi</a:t>
            </a:r>
            <a:r>
              <a:rPr lang="en-US" sz="1200" kern="1200" dirty="0">
                <a:solidFill>
                  <a:schemeClr val="tx1"/>
                </a:solidFill>
                <a:effectLst/>
                <a:latin typeface="+mn-lt"/>
                <a:ea typeface="+mn-ea"/>
                <a:cs typeface="+mn-cs"/>
              </a:rPr>
              <a:t> test case </a:t>
            </a:r>
            <a:r>
              <a:rPr lang="en-US" sz="1200" kern="1200" dirty="0" err="1">
                <a:solidFill>
                  <a:schemeClr val="tx1"/>
                </a:solidFill>
                <a:effectLst/>
                <a:latin typeface="+mn-lt"/>
                <a:ea typeface="+mn-ea"/>
                <a:cs typeface="+mn-cs"/>
              </a:rPr>
              <a:t>thành</a:t>
            </a:r>
            <a:r>
              <a:rPr lang="en-US" sz="1200" kern="1200" dirty="0">
                <a:solidFill>
                  <a:schemeClr val="tx1"/>
                </a:solidFill>
                <a:effectLst/>
                <a:latin typeface="+mn-lt"/>
                <a:ea typeface="+mn-ea"/>
                <a:cs typeface="+mn-cs"/>
              </a:rPr>
              <a:t> test script bao </a:t>
            </a:r>
            <a:r>
              <a:rPr lang="en-US" sz="1200" kern="1200" dirty="0" err="1">
                <a:solidFill>
                  <a:schemeClr val="tx1"/>
                </a:solidFill>
                <a:effectLst/>
                <a:latin typeface="+mn-lt"/>
                <a:ea typeface="+mn-ea"/>
                <a:cs typeface="+mn-cs"/>
              </a:rPr>
              <a:t>gồm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ánh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xạ</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hành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động</a:t>
            </a:r>
            <a:r>
              <a:rPr lang="en-US" sz="1200" kern="1200" dirty="0">
                <a:solidFill>
                  <a:schemeClr val="tx1"/>
                </a:solidFill>
                <a:effectLst/>
                <a:latin typeface="+mn-lt"/>
                <a:ea typeface="+mn-ea"/>
                <a:cs typeface="+mn-cs"/>
              </a:rPr>
              <a:t> sang keyword, </a:t>
            </a:r>
            <a:r>
              <a:rPr lang="en-US" sz="1200" kern="1200" dirty="0" err="1">
                <a:solidFill>
                  <a:schemeClr val="tx1"/>
                </a:solidFill>
                <a:effectLst/>
                <a:latin typeface="+mn-lt"/>
                <a:ea typeface="+mn-ea"/>
                <a:cs typeface="+mn-cs"/>
              </a:rPr>
              <a:t>ánh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xạ</a:t>
            </a:r>
            <a:r>
              <a:rPr lang="en-US" sz="1200" kern="1200" dirty="0">
                <a:solidFill>
                  <a:schemeClr val="tx1"/>
                </a:solidFill>
                <a:effectLst/>
                <a:latin typeface="+mn-lt"/>
                <a:ea typeface="+mn-ea"/>
                <a:cs typeface="+mn-cs"/>
              </a:rPr>
              <a:t> locator, </a:t>
            </a:r>
            <a:r>
              <a:rPr lang="en-US" sz="1200" kern="1200" dirty="0" err="1">
                <a:solidFill>
                  <a:schemeClr val="tx1"/>
                </a:solidFill>
                <a:effectLst/>
                <a:latin typeface="+mn-lt"/>
                <a:ea typeface="+mn-ea"/>
                <a:cs typeface="+mn-cs"/>
              </a:rPr>
              <a:t>sinh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dữ</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liệu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kiểm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thử</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cho</a:t>
            </a:r>
            <a:r>
              <a:rPr lang="en-US" sz="1200" kern="1200" dirty="0">
                <a:solidFill>
                  <a:schemeClr val="tx1"/>
                </a:solidFill>
                <a:effectLst/>
                <a:latin typeface="+mn-lt"/>
                <a:ea typeface="+mn-ea"/>
                <a:cs typeface="+mn-cs"/>
              </a:rPr>
              <a:t> test script </a:t>
            </a:r>
            <a:r>
              <a:rPr lang="en-US" sz="1200" kern="1200" dirty="0" err="1">
                <a:solidFill>
                  <a:schemeClr val="tx1"/>
                </a:solidFill>
                <a:effectLst/>
                <a:latin typeface="+mn-lt"/>
                <a:ea typeface="+mn-ea"/>
                <a:cs typeface="+mn-cs"/>
              </a:rPr>
              <a:t>tương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ứng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sinh</a:t>
            </a:r>
            <a:r>
              <a:rPr lang="en-US" sz="1200" kern="1200" dirty="0">
                <a:solidFill>
                  <a:schemeClr val="tx1"/>
                </a:solidFill>
                <a:effectLst/>
                <a:latin typeface="+mn-lt"/>
                <a:ea typeface="+mn-ea"/>
                <a:cs typeface="+mn-cs"/>
              </a:rPr>
              <a:t> test script </a:t>
            </a:r>
            <a:r>
              <a:rPr lang="en-US" sz="1200" kern="1200" dirty="0" err="1">
                <a:solidFill>
                  <a:schemeClr val="tx1"/>
                </a:solidFill>
                <a:effectLst/>
                <a:latin typeface="+mn-lt"/>
                <a:ea typeface="+mn-ea"/>
                <a:cs typeface="+mn-cs"/>
              </a:rPr>
              <a:t>hoàn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chỉnh</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Export Result: </a:t>
            </a:r>
            <a:r>
              <a:rPr lang="en-US" sz="1200" kern="1200" dirty="0" err="1">
                <a:solidFill>
                  <a:schemeClr val="tx1"/>
                </a:solidFill>
                <a:effectLst/>
                <a:latin typeface="+mn-lt"/>
                <a:ea typeface="+mn-ea"/>
                <a:cs typeface="+mn-cs"/>
              </a:rPr>
              <a:t>Xuất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kết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quả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sinh</a:t>
            </a:r>
            <a:r>
              <a:rPr lang="en-US" sz="1200" kern="1200" dirty="0">
                <a:solidFill>
                  <a:schemeClr val="tx1"/>
                </a:solidFill>
                <a:effectLst/>
                <a:latin typeface="+mn-lt"/>
                <a:ea typeface="+mn-ea"/>
                <a:cs typeface="+mn-cs"/>
              </a:rPr>
              <a:t> Test Case </a:t>
            </a:r>
            <a:r>
              <a:rPr lang="en-US" sz="1200" kern="1200" dirty="0" err="1">
                <a:solidFill>
                  <a:schemeClr val="tx1"/>
                </a:solidFill>
                <a:effectLst/>
                <a:latin typeface="+mn-lt"/>
                <a:ea typeface="+mn-ea"/>
                <a:cs typeface="+mn-cs"/>
              </a:rPr>
              <a:t>dưới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dạng</a:t>
            </a:r>
            <a:r>
              <a:rPr lang="en-US" sz="1200" kern="1200" dirty="0">
                <a:solidFill>
                  <a:schemeClr val="tx1"/>
                </a:solidFill>
                <a:effectLst/>
                <a:latin typeface="+mn-lt"/>
                <a:ea typeface="+mn-ea"/>
                <a:cs typeface="+mn-cs"/>
              </a:rPr>
              <a:t> JSON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chuyển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đổi</a:t>
            </a:r>
            <a:r>
              <a:rPr lang="en-US" sz="1200" kern="1200" dirty="0">
                <a:solidFill>
                  <a:schemeClr val="tx1"/>
                </a:solidFill>
                <a:effectLst/>
                <a:latin typeface="+mn-lt"/>
                <a:ea typeface="+mn-ea"/>
                <a:cs typeface="+mn-cs"/>
              </a:rPr>
              <a:t> sang Test Script </a:t>
            </a:r>
            <a:r>
              <a:rPr lang="en-US" sz="1200" kern="1200" dirty="0" err="1">
                <a:solidFill>
                  <a:schemeClr val="tx1"/>
                </a:solidFill>
                <a:effectLst/>
                <a:latin typeface="+mn-lt"/>
                <a:ea typeface="+mn-ea"/>
                <a:cs typeface="+mn-cs"/>
              </a:rPr>
              <a:t>dưới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dạng</a:t>
            </a:r>
            <a:r>
              <a:rPr lang="en-US" sz="1200" kern="1200" dirty="0">
                <a:solidFill>
                  <a:schemeClr val="tx1"/>
                </a:solidFill>
                <a:effectLst/>
                <a:latin typeface="+mn-lt"/>
                <a:ea typeface="+mn-ea"/>
                <a:cs typeface="+mn-cs"/>
              </a:rPr>
              <a:t> Excel </a:t>
            </a:r>
            <a:r>
              <a:rPr lang="en-US" sz="1200" kern="1200" dirty="0" err="1">
                <a:solidFill>
                  <a:schemeClr val="tx1"/>
                </a:solidFill>
                <a:effectLst/>
                <a:latin typeface="+mn-lt"/>
                <a:ea typeface="+mn-ea"/>
                <a:cs typeface="+mn-cs"/>
              </a:rPr>
              <a:t>phục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vụ</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việc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quản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lý</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thực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kiểm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thử</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Review &amp; Adjust: Tester </a:t>
            </a:r>
            <a:r>
              <a:rPr lang="en-US" sz="1200" kern="1200" dirty="0" err="1">
                <a:solidFill>
                  <a:schemeClr val="tx1"/>
                </a:solidFill>
                <a:effectLst/>
                <a:latin typeface="+mn-lt"/>
                <a:ea typeface="+mn-ea"/>
                <a:cs typeface="+mn-cs"/>
              </a:rPr>
              <a:t>kiểm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điều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chỉnh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kết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quả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dữ</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liệu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kiểm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thử</a:t>
            </a:r>
            <a:r>
              <a:rPr lang="en-US" sz="1200" kern="1200" dirty="0">
                <a:solidFill>
                  <a:schemeClr val="tx1"/>
                </a:solidFill>
                <a:effectLst/>
                <a:latin typeface="+mn-lt"/>
                <a:ea typeface="+mn-ea"/>
                <a:cs typeface="+mn-cs"/>
              </a:rPr>
              <a:t>) do AI </a:t>
            </a:r>
            <a:r>
              <a:rPr lang="en-US" sz="1200" kern="1200" dirty="0" err="1">
                <a:solidFill>
                  <a:schemeClr val="tx1"/>
                </a:solidFill>
                <a:effectLst/>
                <a:latin typeface="+mn-lt"/>
                <a:ea typeface="+mn-ea"/>
                <a:cs typeface="+mn-cs"/>
              </a:rPr>
              <a:t>sinh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ra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trước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thực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kiểm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thử</a:t>
            </a:r>
            <a:r>
              <a:rPr lang="en-US" sz="1200" kern="1200" dirty="0">
                <a:solidFill>
                  <a:schemeClr val="tx1"/>
                </a:solidFill>
                <a:effectLst/>
                <a:latin typeface="+mn-lt"/>
                <a:ea typeface="+mn-ea"/>
                <a:cs typeface="+mn-cs"/>
              </a:rPr>
              <a:t>.</a:t>
            </a:r>
          </a:p>
        </p:txBody>
      </p:sp>
      <p:sp>
        <p:nvSpPr>
          <p:cNvPr id="4" name="Slide Number Placeholder 3">
            <a:extLst>
              <a:ext uri="{FF2B5EF4-FFF2-40B4-BE49-F238E27FC236}">
                <a16:creationId xmlns:a16="http://schemas.microsoft.com/office/drawing/2014/main" id="{F7992179-2C69-9CEF-B4C7-1032D9213171}"/>
              </a:ext>
            </a:extLst>
          </p:cNvPr>
          <p:cNvSpPr>
            <a:spLocks noGrp="1"/>
          </p:cNvSpPr>
          <p:nvPr>
            <p:ph type="sldNum" sz="quarter" idx="5"/>
          </p:nvPr>
        </p:nvSpPr>
        <p:spPr/>
        <p:txBody>
          <a:bodyPr/>
          <a:lstStyle/>
          <a:p>
            <a:fld id="{C1936BE8-C6B9-419E-9D56-FD3E701AF11E}" type="slidenum">
              <a:rPr lang="en-US" smtClean="0"/>
              <a:t>12</a:t>
            </a:fld>
            <a:endParaRPr lang="en-US"/>
          </a:p>
        </p:txBody>
      </p:sp>
    </p:spTree>
    <p:extLst>
      <p:ext uri="{BB962C8B-B14F-4D97-AF65-F5344CB8AC3E}">
        <p14:creationId xmlns:p14="http://schemas.microsoft.com/office/powerpoint/2010/main" val="44061414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GiaBa-UTEHY">
    <p:spTree>
      <p:nvGrpSpPr>
        <p:cNvPr id="1" name=""/>
        <p:cNvGrpSpPr/>
        <p:nvPr/>
      </p:nvGrpSpPr>
      <p:grpSpPr>
        <a:xfrm>
          <a:off x="0" y="0"/>
          <a:ext cx="0" cy="0"/>
          <a:chOff x="0" y="0"/>
          <a:chExt cx="0" cy="0"/>
        </a:xfrm>
      </p:grpSpPr>
      <p:pic>
        <p:nvPicPr>
          <p:cNvPr id="20" name="Picture 19" descr="A black background with lines&#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p:cNvSpPr>
            <a:spLocks noGrp="1"/>
          </p:cNvSpPr>
          <p:nvPr>
            <p:ph type="ctrTitle"/>
          </p:nvPr>
        </p:nvSpPr>
        <p:spPr>
          <a:xfrm>
            <a:off x="240481" y="1782501"/>
            <a:ext cx="6596991" cy="1405577"/>
          </a:xfrm>
        </p:spPr>
        <p:txBody>
          <a:bodyPr anchor="ctr">
            <a:noAutofit/>
          </a:bodyPr>
          <a:lstStyle>
            <a:lvl1pPr algn="ctr">
              <a:defRPr sz="48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t>5/9/2026</a:t>
            </a:fld>
            <a:endParaRPr lang="en-US"/>
          </a:p>
        </p:txBody>
      </p:sp>
      <p:sp>
        <p:nvSpPr>
          <p:cNvPr id="5" name="Footer Placeholder 4"/>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pic>
        <p:nvPicPr>
          <p:cNvPr id="18" name="Picture 1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73209" y="331948"/>
            <a:ext cx="6464263" cy="699342"/>
          </a:xfrm>
          <a:prstGeom prst="rect">
            <a:avLst/>
          </a:prstGeom>
        </p:spPr>
      </p:pic>
      <p:pic>
        <p:nvPicPr>
          <p:cNvPr id="17" name="Picture 16" descr="A collage of buildings&#10;&#10;Description automatically generated"/>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TRUONG">
    <p:spTree>
      <p:nvGrpSpPr>
        <p:cNvPr id="1" name=""/>
        <p:cNvGrpSpPr/>
        <p:nvPr/>
      </p:nvGrpSpPr>
      <p:grpSpPr>
        <a:xfrm>
          <a:off x="0" y="0"/>
          <a:ext cx="0" cy="0"/>
          <a:chOff x="0" y="0"/>
          <a:chExt cx="0" cy="0"/>
        </a:xfrm>
      </p:grpSpPr>
      <p:pic>
        <p:nvPicPr>
          <p:cNvPr id="20" name="Picture 19" descr="A black background with lines&#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p:cNvSpPr>
            <a:spLocks noGrp="1"/>
          </p:cNvSpPr>
          <p:nvPr>
            <p:ph type="ctrTitle"/>
          </p:nvPr>
        </p:nvSpPr>
        <p:spPr>
          <a:xfrm>
            <a:off x="240481" y="1782501"/>
            <a:ext cx="6596991" cy="1405577"/>
          </a:xfrm>
        </p:spPr>
        <p:txBody>
          <a:bodyPr anchor="ctr">
            <a:noAutofit/>
          </a:bodyPr>
          <a:lstStyle>
            <a:lvl1pPr algn="ctr">
              <a:defRPr sz="48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t>5/9/2026</a:t>
            </a:fld>
            <a:endParaRPr lang="en-US"/>
          </a:p>
        </p:txBody>
      </p:sp>
      <p:sp>
        <p:nvSpPr>
          <p:cNvPr id="5" name="Footer Placeholder 4"/>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pic>
        <p:nvPicPr>
          <p:cNvPr id="18" name="Picture 1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73209" y="331948"/>
            <a:ext cx="6464263" cy="699342"/>
          </a:xfrm>
          <a:prstGeom prst="rect">
            <a:avLst/>
          </a:prstGeom>
        </p:spPr>
      </p:pic>
      <p:pic>
        <p:nvPicPr>
          <p:cNvPr id="17" name="Picture 16" descr="A collage of buildings&#10;&#10;Description automatically generated"/>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KHOA CƠ KHÍ">
    <p:spTree>
      <p:nvGrpSpPr>
        <p:cNvPr id="1" name=""/>
        <p:cNvGrpSpPr/>
        <p:nvPr/>
      </p:nvGrpSpPr>
      <p:grpSpPr>
        <a:xfrm>
          <a:off x="0" y="0"/>
          <a:ext cx="0" cy="0"/>
          <a:chOff x="0" y="0"/>
          <a:chExt cx="0" cy="0"/>
        </a:xfrm>
      </p:grpSpPr>
      <p:pic>
        <p:nvPicPr>
          <p:cNvPr id="20" name="Picture 19" descr="A black background with lines&#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p:cNvSpPr>
            <a:spLocks noGrp="1"/>
          </p:cNvSpPr>
          <p:nvPr>
            <p:ph type="ctrTitle"/>
          </p:nvPr>
        </p:nvSpPr>
        <p:spPr>
          <a:xfrm>
            <a:off x="240481" y="1782501"/>
            <a:ext cx="6596991" cy="1405577"/>
          </a:xfrm>
        </p:spPr>
        <p:txBody>
          <a:bodyPr anchor="ctr">
            <a:noAutofit/>
          </a:bodyPr>
          <a:lstStyle>
            <a:lvl1pPr algn="ctr">
              <a:defRPr sz="48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t>5/9/2026</a:t>
            </a:fld>
            <a:endParaRPr lang="en-US"/>
          </a:p>
        </p:txBody>
      </p:sp>
      <p:sp>
        <p:nvSpPr>
          <p:cNvPr id="5" name="Footer Placeholder 4"/>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pic>
        <p:nvPicPr>
          <p:cNvPr id="17" name="Picture 16" descr="A collage of buildings&#10;&#10;Description automatically generated"/>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pic>
        <p:nvPicPr>
          <p:cNvPr id="7" name="Picture 6"/>
          <p:cNvPicPr>
            <a:picLocks noChangeAspect="1"/>
          </p:cNvPicPr>
          <p:nvPr userDrawn="1"/>
        </p:nvPicPr>
        <p:blipFill>
          <a:blip r:embed="rId4" cstate="print">
            <a:extLst>
              <a:ext uri="{28A0092B-C50C-407E-A947-70E740481C1C}">
                <a14:useLocalDpi xmlns:a14="http://schemas.microsoft.com/office/drawing/2010/main" val="0"/>
              </a:ext>
            </a:extLst>
          </a:blip>
          <a:srcRect/>
          <a:stretch>
            <a:fillRect/>
          </a:stretch>
        </p:blipFill>
        <p:spPr>
          <a:xfrm>
            <a:off x="433175" y="329805"/>
            <a:ext cx="6048819" cy="831025"/>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KHOA CKDL">
    <p:spTree>
      <p:nvGrpSpPr>
        <p:cNvPr id="1" name=""/>
        <p:cNvGrpSpPr/>
        <p:nvPr/>
      </p:nvGrpSpPr>
      <p:grpSpPr>
        <a:xfrm>
          <a:off x="0" y="0"/>
          <a:ext cx="0" cy="0"/>
          <a:chOff x="0" y="0"/>
          <a:chExt cx="0" cy="0"/>
        </a:xfrm>
      </p:grpSpPr>
      <p:pic>
        <p:nvPicPr>
          <p:cNvPr id="20" name="Picture 19" descr="A black background with lines&#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p:cNvSpPr>
            <a:spLocks noGrp="1"/>
          </p:cNvSpPr>
          <p:nvPr>
            <p:ph type="ctrTitle"/>
          </p:nvPr>
        </p:nvSpPr>
        <p:spPr>
          <a:xfrm>
            <a:off x="240481" y="1782501"/>
            <a:ext cx="6596991" cy="1405577"/>
          </a:xfrm>
        </p:spPr>
        <p:txBody>
          <a:bodyPr anchor="ctr">
            <a:noAutofit/>
          </a:bodyPr>
          <a:lstStyle>
            <a:lvl1pPr algn="ctr">
              <a:defRPr sz="48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t>5/9/2026</a:t>
            </a:fld>
            <a:endParaRPr lang="en-US"/>
          </a:p>
        </p:txBody>
      </p:sp>
      <p:sp>
        <p:nvSpPr>
          <p:cNvPr id="5" name="Footer Placeholder 4"/>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pic>
        <p:nvPicPr>
          <p:cNvPr id="18" name="Picture 17"/>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a:xfrm>
            <a:off x="433172" y="329805"/>
            <a:ext cx="6048826" cy="831026"/>
          </a:xfrm>
          <a:prstGeom prst="rect">
            <a:avLst/>
          </a:prstGeom>
        </p:spPr>
      </p:pic>
      <p:pic>
        <p:nvPicPr>
          <p:cNvPr id="17" name="Picture 16" descr="A collage of buildings&#10;&#10;Description automatically generated"/>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CN May &amp;TT">
    <p:spTree>
      <p:nvGrpSpPr>
        <p:cNvPr id="1" name=""/>
        <p:cNvGrpSpPr/>
        <p:nvPr/>
      </p:nvGrpSpPr>
      <p:grpSpPr>
        <a:xfrm>
          <a:off x="0" y="0"/>
          <a:ext cx="0" cy="0"/>
          <a:chOff x="0" y="0"/>
          <a:chExt cx="0" cy="0"/>
        </a:xfrm>
      </p:grpSpPr>
      <p:pic>
        <p:nvPicPr>
          <p:cNvPr id="20" name="Picture 19" descr="A black background with lines&#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p:cNvSpPr>
            <a:spLocks noGrp="1"/>
          </p:cNvSpPr>
          <p:nvPr>
            <p:ph type="ctrTitle"/>
          </p:nvPr>
        </p:nvSpPr>
        <p:spPr>
          <a:xfrm>
            <a:off x="240481" y="1782501"/>
            <a:ext cx="6596991" cy="1405577"/>
          </a:xfrm>
        </p:spPr>
        <p:txBody>
          <a:bodyPr anchor="ctr">
            <a:noAutofit/>
          </a:bodyPr>
          <a:lstStyle>
            <a:lvl1pPr algn="ctr">
              <a:defRPr sz="48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t>5/9/2026</a:t>
            </a:fld>
            <a:endParaRPr lang="en-US"/>
          </a:p>
        </p:txBody>
      </p:sp>
      <p:sp>
        <p:nvSpPr>
          <p:cNvPr id="5" name="Footer Placeholder 4"/>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pic>
        <p:nvPicPr>
          <p:cNvPr id="18" name="Picture 17"/>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a:xfrm>
            <a:off x="433175" y="329805"/>
            <a:ext cx="6048819" cy="831026"/>
          </a:xfrm>
          <a:prstGeom prst="rect">
            <a:avLst/>
          </a:prstGeom>
        </p:spPr>
      </p:pic>
      <p:pic>
        <p:nvPicPr>
          <p:cNvPr id="17" name="Picture 16" descr="A collage of buildings&#10;&#10;Description automatically generated"/>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CNTT">
    <p:spTree>
      <p:nvGrpSpPr>
        <p:cNvPr id="1" name=""/>
        <p:cNvGrpSpPr/>
        <p:nvPr/>
      </p:nvGrpSpPr>
      <p:grpSpPr>
        <a:xfrm>
          <a:off x="0" y="0"/>
          <a:ext cx="0" cy="0"/>
          <a:chOff x="0" y="0"/>
          <a:chExt cx="0" cy="0"/>
        </a:xfrm>
      </p:grpSpPr>
      <p:pic>
        <p:nvPicPr>
          <p:cNvPr id="20" name="Picture 19" descr="A black background with lines&#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p:cNvSpPr>
            <a:spLocks noGrp="1"/>
          </p:cNvSpPr>
          <p:nvPr>
            <p:ph type="ctrTitle"/>
          </p:nvPr>
        </p:nvSpPr>
        <p:spPr>
          <a:xfrm>
            <a:off x="240481" y="1782501"/>
            <a:ext cx="6596991" cy="1405577"/>
          </a:xfrm>
        </p:spPr>
        <p:txBody>
          <a:bodyPr anchor="ctr">
            <a:noAutofit/>
          </a:bodyPr>
          <a:lstStyle>
            <a:lvl1pPr algn="ctr">
              <a:defRPr sz="48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t>5/9/2026</a:t>
            </a:fld>
            <a:endParaRPr lang="en-US"/>
          </a:p>
        </p:txBody>
      </p:sp>
      <p:sp>
        <p:nvSpPr>
          <p:cNvPr id="5" name="Footer Placeholder 4"/>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pic>
        <p:nvPicPr>
          <p:cNvPr id="18" name="Picture 17"/>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a:xfrm>
            <a:off x="433175" y="329805"/>
            <a:ext cx="6048819" cy="831025"/>
          </a:xfrm>
          <a:prstGeom prst="rect">
            <a:avLst/>
          </a:prstGeom>
        </p:spPr>
      </p:pic>
      <p:pic>
        <p:nvPicPr>
          <p:cNvPr id="17" name="Picture 16" descr="A collage of buildings&#10;&#10;Description automatically generated"/>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KHCB">
    <p:spTree>
      <p:nvGrpSpPr>
        <p:cNvPr id="1" name=""/>
        <p:cNvGrpSpPr/>
        <p:nvPr/>
      </p:nvGrpSpPr>
      <p:grpSpPr>
        <a:xfrm>
          <a:off x="0" y="0"/>
          <a:ext cx="0" cy="0"/>
          <a:chOff x="0" y="0"/>
          <a:chExt cx="0" cy="0"/>
        </a:xfrm>
      </p:grpSpPr>
      <p:pic>
        <p:nvPicPr>
          <p:cNvPr id="20" name="Picture 19" descr="A black background with lines&#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p:cNvSpPr>
            <a:spLocks noGrp="1"/>
          </p:cNvSpPr>
          <p:nvPr>
            <p:ph type="ctrTitle"/>
          </p:nvPr>
        </p:nvSpPr>
        <p:spPr>
          <a:xfrm>
            <a:off x="240481" y="1782501"/>
            <a:ext cx="6596991" cy="1405577"/>
          </a:xfrm>
        </p:spPr>
        <p:txBody>
          <a:bodyPr anchor="ctr">
            <a:noAutofit/>
          </a:bodyPr>
          <a:lstStyle>
            <a:lvl1pPr algn="ctr">
              <a:defRPr sz="48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t>5/9/2026</a:t>
            </a:fld>
            <a:endParaRPr lang="en-US"/>
          </a:p>
        </p:txBody>
      </p:sp>
      <p:sp>
        <p:nvSpPr>
          <p:cNvPr id="5" name="Footer Placeholder 4"/>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pic>
        <p:nvPicPr>
          <p:cNvPr id="18" name="Picture 17"/>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a:xfrm>
            <a:off x="433178" y="329805"/>
            <a:ext cx="6048812" cy="831025"/>
          </a:xfrm>
          <a:prstGeom prst="rect">
            <a:avLst/>
          </a:prstGeom>
        </p:spPr>
      </p:pic>
      <p:pic>
        <p:nvPicPr>
          <p:cNvPr id="17" name="Picture 16" descr="A collage of buildings&#10;&#10;Description automatically generated"/>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DĐT">
    <p:spTree>
      <p:nvGrpSpPr>
        <p:cNvPr id="1" name=""/>
        <p:cNvGrpSpPr/>
        <p:nvPr/>
      </p:nvGrpSpPr>
      <p:grpSpPr>
        <a:xfrm>
          <a:off x="0" y="0"/>
          <a:ext cx="0" cy="0"/>
          <a:chOff x="0" y="0"/>
          <a:chExt cx="0" cy="0"/>
        </a:xfrm>
      </p:grpSpPr>
      <p:pic>
        <p:nvPicPr>
          <p:cNvPr id="20" name="Picture 19" descr="A black background with lines&#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p:cNvSpPr>
            <a:spLocks noGrp="1"/>
          </p:cNvSpPr>
          <p:nvPr>
            <p:ph type="ctrTitle"/>
          </p:nvPr>
        </p:nvSpPr>
        <p:spPr>
          <a:xfrm>
            <a:off x="240481" y="1782501"/>
            <a:ext cx="6596991" cy="1405577"/>
          </a:xfrm>
        </p:spPr>
        <p:txBody>
          <a:bodyPr anchor="ctr">
            <a:noAutofit/>
          </a:bodyPr>
          <a:lstStyle>
            <a:lvl1pPr algn="ctr">
              <a:defRPr sz="48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t>5/9/2026</a:t>
            </a:fld>
            <a:endParaRPr lang="en-US"/>
          </a:p>
        </p:txBody>
      </p:sp>
      <p:sp>
        <p:nvSpPr>
          <p:cNvPr id="5" name="Footer Placeholder 4"/>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pic>
        <p:nvPicPr>
          <p:cNvPr id="18" name="Picture 17"/>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a:xfrm>
            <a:off x="433178" y="329805"/>
            <a:ext cx="6048812" cy="831024"/>
          </a:xfrm>
          <a:prstGeom prst="rect">
            <a:avLst/>
          </a:prstGeom>
        </p:spPr>
      </p:pic>
      <p:pic>
        <p:nvPicPr>
          <p:cNvPr id="17" name="Picture 16" descr="A collage of buildings&#10;&#10;Description automatically generated"/>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CNHH &amp;MT">
    <p:spTree>
      <p:nvGrpSpPr>
        <p:cNvPr id="1" name=""/>
        <p:cNvGrpSpPr/>
        <p:nvPr/>
      </p:nvGrpSpPr>
      <p:grpSpPr>
        <a:xfrm>
          <a:off x="0" y="0"/>
          <a:ext cx="0" cy="0"/>
          <a:chOff x="0" y="0"/>
          <a:chExt cx="0" cy="0"/>
        </a:xfrm>
      </p:grpSpPr>
      <p:pic>
        <p:nvPicPr>
          <p:cNvPr id="20" name="Picture 19" descr="A black background with lines&#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p:cNvSpPr>
            <a:spLocks noGrp="1"/>
          </p:cNvSpPr>
          <p:nvPr>
            <p:ph type="ctrTitle"/>
          </p:nvPr>
        </p:nvSpPr>
        <p:spPr>
          <a:xfrm>
            <a:off x="240481" y="1782501"/>
            <a:ext cx="6596991" cy="1405577"/>
          </a:xfrm>
        </p:spPr>
        <p:txBody>
          <a:bodyPr anchor="ctr">
            <a:noAutofit/>
          </a:bodyPr>
          <a:lstStyle>
            <a:lvl1pPr algn="ctr">
              <a:defRPr sz="48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t>5/9/2026</a:t>
            </a:fld>
            <a:endParaRPr lang="en-US"/>
          </a:p>
        </p:txBody>
      </p:sp>
      <p:sp>
        <p:nvSpPr>
          <p:cNvPr id="5" name="Footer Placeholder 4"/>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pic>
        <p:nvPicPr>
          <p:cNvPr id="18" name="Picture 17"/>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a:xfrm>
            <a:off x="433178" y="334428"/>
            <a:ext cx="6048812" cy="821778"/>
          </a:xfrm>
          <a:prstGeom prst="rect">
            <a:avLst/>
          </a:prstGeom>
        </p:spPr>
      </p:pic>
      <p:pic>
        <p:nvPicPr>
          <p:cNvPr id="17" name="Picture 16" descr="A collage of buildings&#10;&#10;Description automatically generated"/>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NN">
    <p:spTree>
      <p:nvGrpSpPr>
        <p:cNvPr id="1" name=""/>
        <p:cNvGrpSpPr/>
        <p:nvPr/>
      </p:nvGrpSpPr>
      <p:grpSpPr>
        <a:xfrm>
          <a:off x="0" y="0"/>
          <a:ext cx="0" cy="0"/>
          <a:chOff x="0" y="0"/>
          <a:chExt cx="0" cy="0"/>
        </a:xfrm>
      </p:grpSpPr>
      <p:pic>
        <p:nvPicPr>
          <p:cNvPr id="20" name="Picture 19" descr="A black background with lines&#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p:cNvSpPr>
            <a:spLocks noGrp="1"/>
          </p:cNvSpPr>
          <p:nvPr>
            <p:ph type="ctrTitle"/>
          </p:nvPr>
        </p:nvSpPr>
        <p:spPr>
          <a:xfrm>
            <a:off x="240481" y="1782501"/>
            <a:ext cx="6596991" cy="1405577"/>
          </a:xfrm>
        </p:spPr>
        <p:txBody>
          <a:bodyPr anchor="ctr">
            <a:noAutofit/>
          </a:bodyPr>
          <a:lstStyle>
            <a:lvl1pPr algn="ctr">
              <a:defRPr sz="40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t>5/9/2026</a:t>
            </a:fld>
            <a:endParaRPr lang="en-US"/>
          </a:p>
        </p:txBody>
      </p:sp>
      <p:sp>
        <p:nvSpPr>
          <p:cNvPr id="5" name="Footer Placeholder 4"/>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pic>
        <p:nvPicPr>
          <p:cNvPr id="18" name="Picture 17"/>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a:xfrm>
            <a:off x="463289" y="334428"/>
            <a:ext cx="5988589" cy="821778"/>
          </a:xfrm>
          <a:prstGeom prst="rect">
            <a:avLst/>
          </a:prstGeom>
        </p:spPr>
      </p:pic>
      <p:pic>
        <p:nvPicPr>
          <p:cNvPr id="17" name="Picture 16" descr="A collage of buildings&#10;&#10;Description automatically generated"/>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KT">
    <p:spTree>
      <p:nvGrpSpPr>
        <p:cNvPr id="1" name=""/>
        <p:cNvGrpSpPr/>
        <p:nvPr/>
      </p:nvGrpSpPr>
      <p:grpSpPr>
        <a:xfrm>
          <a:off x="0" y="0"/>
          <a:ext cx="0" cy="0"/>
          <a:chOff x="0" y="0"/>
          <a:chExt cx="0" cy="0"/>
        </a:xfrm>
      </p:grpSpPr>
      <p:pic>
        <p:nvPicPr>
          <p:cNvPr id="20" name="Picture 19" descr="A black background with lines&#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p:cNvSpPr>
            <a:spLocks noGrp="1"/>
          </p:cNvSpPr>
          <p:nvPr>
            <p:ph type="ctrTitle"/>
          </p:nvPr>
        </p:nvSpPr>
        <p:spPr>
          <a:xfrm>
            <a:off x="240481" y="1782501"/>
            <a:ext cx="6596991" cy="1405577"/>
          </a:xfrm>
        </p:spPr>
        <p:txBody>
          <a:bodyPr anchor="ctr">
            <a:noAutofit/>
          </a:bodyPr>
          <a:lstStyle>
            <a:lvl1pPr algn="ctr">
              <a:defRPr sz="40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t>5/9/2026</a:t>
            </a:fld>
            <a:endParaRPr lang="en-US"/>
          </a:p>
        </p:txBody>
      </p:sp>
      <p:sp>
        <p:nvSpPr>
          <p:cNvPr id="5" name="Footer Placeholder 4"/>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pic>
        <p:nvPicPr>
          <p:cNvPr id="18" name="Picture 17"/>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a:xfrm>
            <a:off x="466831" y="334428"/>
            <a:ext cx="5981505" cy="821778"/>
          </a:xfrm>
          <a:prstGeom prst="rect">
            <a:avLst/>
          </a:prstGeom>
        </p:spPr>
      </p:pic>
      <p:pic>
        <p:nvPicPr>
          <p:cNvPr id="17" name="Picture 16" descr="A collage of buildings&#10;&#10;Description automatically generated"/>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SPKT">
    <p:spTree>
      <p:nvGrpSpPr>
        <p:cNvPr id="1" name=""/>
        <p:cNvGrpSpPr/>
        <p:nvPr/>
      </p:nvGrpSpPr>
      <p:grpSpPr>
        <a:xfrm>
          <a:off x="0" y="0"/>
          <a:ext cx="0" cy="0"/>
          <a:chOff x="0" y="0"/>
          <a:chExt cx="0" cy="0"/>
        </a:xfrm>
      </p:grpSpPr>
      <p:pic>
        <p:nvPicPr>
          <p:cNvPr id="20" name="Picture 19" descr="A black background with lines&#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p:cNvSpPr>
            <a:spLocks noGrp="1"/>
          </p:cNvSpPr>
          <p:nvPr>
            <p:ph type="ctrTitle"/>
          </p:nvPr>
        </p:nvSpPr>
        <p:spPr>
          <a:xfrm>
            <a:off x="240481" y="1782501"/>
            <a:ext cx="6596991" cy="1405577"/>
          </a:xfrm>
        </p:spPr>
        <p:txBody>
          <a:bodyPr anchor="ctr">
            <a:noAutofit/>
          </a:bodyPr>
          <a:lstStyle>
            <a:lvl1pPr algn="ctr">
              <a:defRPr sz="40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t>5/9/2026</a:t>
            </a:fld>
            <a:endParaRPr lang="en-US"/>
          </a:p>
        </p:txBody>
      </p:sp>
      <p:sp>
        <p:nvSpPr>
          <p:cNvPr id="5" name="Footer Placeholder 4"/>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pic>
        <p:nvPicPr>
          <p:cNvPr id="18" name="Picture 17"/>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a:xfrm>
            <a:off x="466831" y="334833"/>
            <a:ext cx="5981505" cy="820967"/>
          </a:xfrm>
          <a:prstGeom prst="rect">
            <a:avLst/>
          </a:prstGeom>
        </p:spPr>
      </p:pic>
      <p:pic>
        <p:nvPicPr>
          <p:cNvPr id="17" name="Picture 16" descr="A collage of buildings&#10;&#10;Description automatically generated"/>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LLCT">
    <p:spTree>
      <p:nvGrpSpPr>
        <p:cNvPr id="1" name=""/>
        <p:cNvGrpSpPr/>
        <p:nvPr/>
      </p:nvGrpSpPr>
      <p:grpSpPr>
        <a:xfrm>
          <a:off x="0" y="0"/>
          <a:ext cx="0" cy="0"/>
          <a:chOff x="0" y="0"/>
          <a:chExt cx="0" cy="0"/>
        </a:xfrm>
      </p:grpSpPr>
      <p:pic>
        <p:nvPicPr>
          <p:cNvPr id="20" name="Picture 19" descr="A black background with lines&#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p:cNvSpPr>
            <a:spLocks noGrp="1"/>
          </p:cNvSpPr>
          <p:nvPr>
            <p:ph type="ctrTitle"/>
          </p:nvPr>
        </p:nvSpPr>
        <p:spPr>
          <a:xfrm>
            <a:off x="240481" y="1782501"/>
            <a:ext cx="6596991" cy="1405577"/>
          </a:xfrm>
        </p:spPr>
        <p:txBody>
          <a:bodyPr anchor="ctr">
            <a:noAutofit/>
          </a:bodyPr>
          <a:lstStyle>
            <a:lvl1pPr algn="ctr">
              <a:defRPr sz="40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t>5/9/2026</a:t>
            </a:fld>
            <a:endParaRPr lang="en-US"/>
          </a:p>
        </p:txBody>
      </p:sp>
      <p:sp>
        <p:nvSpPr>
          <p:cNvPr id="5" name="Footer Placeholder 4"/>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pic>
        <p:nvPicPr>
          <p:cNvPr id="18" name="Picture 17"/>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a:xfrm>
            <a:off x="469782" y="334833"/>
            <a:ext cx="5975602" cy="820967"/>
          </a:xfrm>
          <a:prstGeom prst="rect">
            <a:avLst/>
          </a:prstGeom>
        </p:spPr>
      </p:pic>
      <p:pic>
        <p:nvPicPr>
          <p:cNvPr id="17" name="Picture 16" descr="A collage of buildings&#10;&#10;Description automatically generated"/>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GDTC&amp;QP">
    <p:spTree>
      <p:nvGrpSpPr>
        <p:cNvPr id="1" name=""/>
        <p:cNvGrpSpPr/>
        <p:nvPr/>
      </p:nvGrpSpPr>
      <p:grpSpPr>
        <a:xfrm>
          <a:off x="0" y="0"/>
          <a:ext cx="0" cy="0"/>
          <a:chOff x="0" y="0"/>
          <a:chExt cx="0" cy="0"/>
        </a:xfrm>
      </p:grpSpPr>
      <p:pic>
        <p:nvPicPr>
          <p:cNvPr id="20" name="Picture 19" descr="A black background with lines&#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p:cNvSpPr>
            <a:spLocks noGrp="1"/>
          </p:cNvSpPr>
          <p:nvPr>
            <p:ph type="ctrTitle"/>
          </p:nvPr>
        </p:nvSpPr>
        <p:spPr>
          <a:xfrm>
            <a:off x="240481" y="1782501"/>
            <a:ext cx="6596991" cy="1405577"/>
          </a:xfrm>
        </p:spPr>
        <p:txBody>
          <a:bodyPr anchor="ctr">
            <a:noAutofit/>
          </a:bodyPr>
          <a:lstStyle>
            <a:lvl1pPr algn="ctr">
              <a:defRPr sz="40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t>5/9/2026</a:t>
            </a:fld>
            <a:endParaRPr lang="en-US"/>
          </a:p>
        </p:txBody>
      </p:sp>
      <p:sp>
        <p:nvSpPr>
          <p:cNvPr id="5" name="Footer Placeholder 4"/>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pic>
        <p:nvPicPr>
          <p:cNvPr id="18" name="Picture 17"/>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a:xfrm>
            <a:off x="469782" y="338765"/>
            <a:ext cx="5975602" cy="813102"/>
          </a:xfrm>
          <a:prstGeom prst="rect">
            <a:avLst/>
          </a:prstGeom>
        </p:spPr>
      </p:pic>
      <p:pic>
        <p:nvPicPr>
          <p:cNvPr id="17" name="Picture 16" descr="A collage of buildings&#10;&#10;Description automatically generated"/>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a:off x="1229" y="0"/>
            <a:ext cx="12189542" cy="6857999"/>
          </a:xfrm>
          <a:prstGeom prst="rect">
            <a:avLst/>
          </a:prstGeom>
        </p:spPr>
      </p:pic>
      <p:sp>
        <p:nvSpPr>
          <p:cNvPr id="2" name="Title 1"/>
          <p:cNvSpPr>
            <a:spLocks noGrp="1"/>
          </p:cNvSpPr>
          <p:nvPr>
            <p:ph type="title"/>
          </p:nvPr>
        </p:nvSpPr>
        <p:spPr>
          <a:xfrm>
            <a:off x="230819" y="1"/>
            <a:ext cx="9619238" cy="681036"/>
          </a:xfrm>
        </p:spPr>
        <p:txBody>
          <a:bodyPr>
            <a:normAutofit/>
          </a:bodyPr>
          <a:lstStyle>
            <a:lvl1pPr>
              <a:defRPr sz="3200"/>
            </a:lvl1pPr>
          </a:lstStyle>
          <a:p>
            <a:r>
              <a:rPr lang="en-US"/>
              <a:t>Click to edit Master title style</a:t>
            </a:r>
          </a:p>
        </p:txBody>
      </p:sp>
      <p:sp>
        <p:nvSpPr>
          <p:cNvPr id="3" name="Content Placeholder 2"/>
          <p:cNvSpPr>
            <a:spLocks noGrp="1"/>
          </p:cNvSpPr>
          <p:nvPr>
            <p:ph idx="1"/>
          </p:nvPr>
        </p:nvSpPr>
        <p:spPr>
          <a:xfrm>
            <a:off x="230819" y="775504"/>
            <a:ext cx="11771791" cy="54014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230819" y="6334918"/>
            <a:ext cx="2743200" cy="365125"/>
          </a:xfrm>
        </p:spPr>
        <p:txBody>
          <a:bodyPr/>
          <a:lstStyle/>
          <a:p>
            <a:fld id="{AD602975-B289-4314-8493-37304AB31C48}" type="datetimeFigureOut">
              <a:rPr lang="en-US" smtClean="0"/>
              <a:t>5/9/2026</a:t>
            </a:fld>
            <a:endParaRPr lang="en-US"/>
          </a:p>
        </p:txBody>
      </p:sp>
      <p:sp>
        <p:nvSpPr>
          <p:cNvPr id="5" name="Footer Placeholder 4"/>
          <p:cNvSpPr>
            <a:spLocks noGrp="1"/>
          </p:cNvSpPr>
          <p:nvPr>
            <p:ph type="ftr" sz="quarter" idx="11"/>
          </p:nvPr>
        </p:nvSpPr>
        <p:spPr>
          <a:xfrm>
            <a:off x="3734909" y="6356350"/>
            <a:ext cx="4114800" cy="365125"/>
          </a:xfrm>
        </p:spPr>
        <p:txBody>
          <a:bodyPr/>
          <a:lstStyle/>
          <a:p>
            <a:endParaRPr lang="en-US"/>
          </a:p>
        </p:txBody>
      </p:sp>
      <p:sp>
        <p:nvSpPr>
          <p:cNvPr id="6" name="Slide Number Placeholder 5"/>
          <p:cNvSpPr>
            <a:spLocks noGrp="1"/>
          </p:cNvSpPr>
          <p:nvPr>
            <p:ph type="sldNum" sz="quarter" idx="12"/>
          </p:nvPr>
        </p:nvSpPr>
        <p:spPr>
          <a:xfrm>
            <a:off x="9338569" y="6414022"/>
            <a:ext cx="2743200" cy="365125"/>
          </a:xfrm>
        </p:spPr>
        <p:txBody>
          <a:bodyPr/>
          <a:lstStyle>
            <a:lvl1pPr>
              <a:defRPr>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a:off x="1229" y="0"/>
            <a:ext cx="12189542" cy="6857999"/>
          </a:xfrm>
          <a:prstGeom prst="rect">
            <a:avLst/>
          </a:prstGeom>
        </p:spPr>
      </p:pic>
      <p:sp>
        <p:nvSpPr>
          <p:cNvPr id="2" name="Title 1"/>
          <p:cNvSpPr>
            <a:spLocks noGrp="1"/>
          </p:cNvSpPr>
          <p:nvPr>
            <p:ph type="title"/>
          </p:nvPr>
        </p:nvSpPr>
        <p:spPr>
          <a:xfrm>
            <a:off x="230819" y="1"/>
            <a:ext cx="9619238" cy="681036"/>
          </a:xfrm>
        </p:spPr>
        <p:txBody>
          <a:bodyPr>
            <a:normAutofit/>
          </a:bodyPr>
          <a:lstStyle>
            <a:lvl1pPr>
              <a:defRPr sz="3200"/>
            </a:lvl1pPr>
          </a:lstStyle>
          <a:p>
            <a:r>
              <a:rPr lang="en-US"/>
              <a:t>Click to edit Master title style</a:t>
            </a:r>
          </a:p>
        </p:txBody>
      </p:sp>
      <p:sp>
        <p:nvSpPr>
          <p:cNvPr id="3" name="Content Placeholder 2"/>
          <p:cNvSpPr>
            <a:spLocks noGrp="1"/>
          </p:cNvSpPr>
          <p:nvPr>
            <p:ph idx="1"/>
          </p:nvPr>
        </p:nvSpPr>
        <p:spPr>
          <a:xfrm>
            <a:off x="230819" y="775504"/>
            <a:ext cx="11771791" cy="54014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230819" y="6334918"/>
            <a:ext cx="2743200" cy="365125"/>
          </a:xfrm>
        </p:spPr>
        <p:txBody>
          <a:bodyPr/>
          <a:lstStyle/>
          <a:p>
            <a:fld id="{AD602975-B289-4314-8493-37304AB31C48}" type="datetimeFigureOut">
              <a:rPr lang="en-US" smtClean="0"/>
              <a:t>5/9/2026</a:t>
            </a:fld>
            <a:endParaRPr lang="en-US"/>
          </a:p>
        </p:txBody>
      </p:sp>
      <p:sp>
        <p:nvSpPr>
          <p:cNvPr id="5" name="Footer Placeholder 4"/>
          <p:cNvSpPr>
            <a:spLocks noGrp="1"/>
          </p:cNvSpPr>
          <p:nvPr>
            <p:ph type="ftr" sz="quarter" idx="11"/>
          </p:nvPr>
        </p:nvSpPr>
        <p:spPr>
          <a:xfrm>
            <a:off x="3734909" y="6356350"/>
            <a:ext cx="4114800" cy="365125"/>
          </a:xfrm>
        </p:spPr>
        <p:txBody>
          <a:bodyPr/>
          <a:lstStyle/>
          <a:p>
            <a:endParaRPr lang="en-US"/>
          </a:p>
        </p:txBody>
      </p:sp>
      <p:sp>
        <p:nvSpPr>
          <p:cNvPr id="6" name="Slide Number Placeholder 5"/>
          <p:cNvSpPr>
            <a:spLocks noGrp="1"/>
          </p:cNvSpPr>
          <p:nvPr>
            <p:ph type="sldNum" sz="quarter" idx="12"/>
          </p:nvPr>
        </p:nvSpPr>
        <p:spPr>
          <a:xfrm>
            <a:off x="9338569" y="6414022"/>
            <a:ext cx="2743200" cy="365125"/>
          </a:xfrm>
        </p:spPr>
        <p:txBody>
          <a:bodyPr/>
          <a:lstStyle>
            <a:lvl1pPr>
              <a:defRPr>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pic>
        <p:nvPicPr>
          <p:cNvPr id="9" name="Picture 8" descr="A person holding a card with a bouquet of flowers&#10;&#10;Description automatically generated"/>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877" y="707671"/>
            <a:ext cx="12189541" cy="6150054"/>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D602975-B289-4314-8493-37304AB31C48}" type="datetimeFigureOut">
              <a:rPr lang="en-US" smtClean="0"/>
              <a:t>5/9/2026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747C95-3AE6-4FC3-BEF5-3AF60B1E4490}" type="slidenum">
              <a:rPr lang="en-US" smtClean="0"/>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D602975-B289-4314-8493-37304AB31C48}" type="datetimeFigureOut">
              <a:rPr lang="en-US" smtClean="0"/>
              <a:t>5/9/2026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1747C95-3AE6-4FC3-BEF5-3AF60B1E4490}" type="slidenum">
              <a:rPr lang="en-US" smtClean="0"/>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D602975-B289-4314-8493-37304AB31C48}" type="datetimeFigureOut">
              <a:rPr lang="en-US" smtClean="0"/>
              <a:t>5/9/2026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1747C95-3AE6-4FC3-BEF5-3AF60B1E4490}" type="slidenum">
              <a:rPr lang="en-US" smtClean="0"/>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D602975-B289-4314-8493-37304AB31C48}" type="datetimeFigureOut">
              <a:rPr lang="en-US" smtClean="0"/>
              <a:t>5/9/2026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1747C95-3AE6-4FC3-BEF5-3AF60B1E4490}" type="slidenum">
              <a:rPr lang="en-US" smtClean="0"/>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D602975-B289-4314-8493-37304AB31C48}" type="datetimeFigureOut">
              <a:rPr lang="en-US" smtClean="0"/>
              <a:t>5/9/2026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1747C95-3AE6-4FC3-BEF5-3AF60B1E4490}" type="slidenum">
              <a:rPr lang="en-US" smtClean="0"/>
              <a:t>‹#›</a:t>
            </a:fld>
            <a:endParaRPr lang="en-US"/>
          </a:p>
        </p:txBody>
      </p:sp>
      <p:grpSp>
        <p:nvGrpSpPr>
          <p:cNvPr id="11" name="Group 10"/>
          <p:cNvGrpSpPr/>
          <p:nvPr userDrawn="1"/>
        </p:nvGrpSpPr>
        <p:grpSpPr>
          <a:xfrm>
            <a:off x="5562600" y="-212634"/>
            <a:ext cx="9723120" cy="6568984"/>
            <a:chOff x="5765711" y="766150"/>
            <a:chExt cx="6803076" cy="4596189"/>
          </a:xfrm>
        </p:grpSpPr>
        <p:sp>
          <p:nvSpPr>
            <p:cNvPr id="6" name="Rectangle 5"/>
            <p:cNvSpPr/>
            <p:nvPr userDrawn="1"/>
          </p:nvSpPr>
          <p:spPr>
            <a:xfrm rot="2700000">
              <a:off x="5765711" y="1908218"/>
              <a:ext cx="384721" cy="384721"/>
            </a:xfrm>
            <a:prstGeom prst="rect">
              <a:avLst/>
            </a:prstGeom>
            <a:solidFill>
              <a:srgbClr val="00B0F0"/>
            </a:solidFill>
          </p:spPr>
          <p:style>
            <a:lnRef idx="0">
              <a:schemeClr val="accent4"/>
            </a:lnRef>
            <a:fillRef idx="3">
              <a:schemeClr val="accent4"/>
            </a:fillRef>
            <a:effectRef idx="3">
              <a:schemeClr val="accent4"/>
            </a:effectRef>
            <a:fontRef idx="minor">
              <a:schemeClr val="lt1"/>
            </a:fontRef>
          </p:style>
          <p:txBody>
            <a:bodyPr rtlCol="0" anchor="ctr"/>
            <a:lstStyle/>
            <a:p>
              <a:pPr algn="ctr"/>
              <a:endParaRPr lang="en-US" b="0" cap="none" spc="0">
                <a:ln w="0"/>
                <a:solidFill>
                  <a:schemeClr val="accent1"/>
                </a:solidFill>
                <a:effectLst>
                  <a:outerShdw blurRad="38100" dist="25400" dir="5400000" algn="ctr" rotWithShape="0">
                    <a:srgbClr val="6E747A">
                      <a:alpha val="43000"/>
                    </a:srgbClr>
                  </a:outerShdw>
                </a:effectLst>
              </a:endParaRPr>
            </a:p>
          </p:txBody>
        </p:sp>
        <p:sp>
          <p:nvSpPr>
            <p:cNvPr id="7" name="Rectangle 6"/>
            <p:cNvSpPr/>
            <p:nvPr userDrawn="1"/>
          </p:nvSpPr>
          <p:spPr>
            <a:xfrm rot="2700000">
              <a:off x="6152172" y="2195720"/>
              <a:ext cx="1737049" cy="1737049"/>
            </a:xfrm>
            <a:prstGeom prst="rect">
              <a:avLst/>
            </a:prstGeom>
            <a:solidFill>
              <a:srgbClr val="00B050"/>
            </a:solidFill>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b="0" cap="none" spc="0">
                <a:ln w="0"/>
                <a:solidFill>
                  <a:schemeClr val="accent1"/>
                </a:solidFill>
                <a:effectLst>
                  <a:outerShdw blurRad="38100" dist="25400" dir="5400000" algn="ctr" rotWithShape="0">
                    <a:srgbClr val="6E747A">
                      <a:alpha val="43000"/>
                    </a:srgbClr>
                  </a:outerShdw>
                </a:effectLst>
              </a:endParaRPr>
            </a:p>
          </p:txBody>
        </p:sp>
        <p:sp>
          <p:nvSpPr>
            <p:cNvPr id="9" name="Rectangle 8"/>
            <p:cNvSpPr/>
            <p:nvPr userDrawn="1"/>
          </p:nvSpPr>
          <p:spPr>
            <a:xfrm rot="2700000">
              <a:off x="7310581" y="3251267"/>
              <a:ext cx="1487359" cy="1487359"/>
            </a:xfrm>
            <a:prstGeom prst="rect">
              <a:avLst/>
            </a:prstGeom>
            <a:solidFill>
              <a:srgbClr val="00B0F0"/>
            </a:solidFill>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b="0" cap="none" spc="0">
                <a:ln w="0"/>
                <a:solidFill>
                  <a:schemeClr val="accent1"/>
                </a:solidFill>
                <a:effectLst>
                  <a:outerShdw blurRad="38100" dist="25400" dir="5400000" algn="ctr" rotWithShape="0">
                    <a:srgbClr val="6E747A">
                      <a:alpha val="43000"/>
                    </a:srgbClr>
                  </a:outerShdw>
                </a:effectLst>
              </a:endParaRPr>
            </a:p>
          </p:txBody>
        </p:sp>
        <p:sp>
          <p:nvSpPr>
            <p:cNvPr id="5" name="Rectangle 4"/>
            <p:cNvSpPr/>
            <p:nvPr userDrawn="1"/>
          </p:nvSpPr>
          <p:spPr>
            <a:xfrm rot="2700000">
              <a:off x="7972598" y="766150"/>
              <a:ext cx="4596189" cy="4596189"/>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8" name="Rectangle 7"/>
            <p:cNvSpPr/>
            <p:nvPr userDrawn="1"/>
          </p:nvSpPr>
          <p:spPr>
            <a:xfrm rot="2700000">
              <a:off x="6728295" y="2190471"/>
              <a:ext cx="1747549" cy="1747549"/>
            </a:xfrm>
            <a:prstGeom prst="rect">
              <a:avLst/>
            </a:prstGeom>
            <a:solidFill>
              <a:schemeClr val="bg1"/>
            </a:solidFill>
          </p:spPr>
          <p:style>
            <a:lnRef idx="0">
              <a:schemeClr val="accent4"/>
            </a:lnRef>
            <a:fillRef idx="3">
              <a:schemeClr val="accent4"/>
            </a:fillRef>
            <a:effectRef idx="3">
              <a:schemeClr val="accent4"/>
            </a:effectRef>
            <a:fontRef idx="minor">
              <a:schemeClr val="lt1"/>
            </a:fontRef>
          </p:style>
          <p:txBody>
            <a:bodyPr rtlCol="0" anchor="ctr"/>
            <a:lstStyle/>
            <a:p>
              <a:pPr algn="ctr"/>
              <a:endParaRPr lang="en-US" b="0" cap="none" spc="0">
                <a:ln w="0"/>
                <a:solidFill>
                  <a:schemeClr val="accent1"/>
                </a:solidFill>
                <a:effectLst>
                  <a:outerShdw blurRad="38100" dist="25400" dir="5400000" algn="ctr" rotWithShape="0">
                    <a:srgbClr val="6E747A">
                      <a:alpha val="43000"/>
                    </a:srgbClr>
                  </a:outerShdw>
                </a:effectLst>
              </a:endParaRPr>
            </a:p>
          </p:txBody>
        </p:sp>
        <p:sp>
          <p:nvSpPr>
            <p:cNvPr id="10" name="Rectangle 9"/>
            <p:cNvSpPr/>
            <p:nvPr userDrawn="1"/>
          </p:nvSpPr>
          <p:spPr>
            <a:xfrm rot="2700000">
              <a:off x="6248428" y="4310369"/>
              <a:ext cx="544142" cy="544142"/>
            </a:xfrm>
            <a:prstGeom prst="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endParaRPr lang="en-US" b="0" cap="none" spc="0">
                <a:ln w="0"/>
                <a:solidFill>
                  <a:schemeClr val="accent1"/>
                </a:solidFill>
                <a:effectLst>
                  <a:outerShdw blurRad="38100" dist="25400" dir="5400000" algn="ctr" rotWithShape="0">
                    <a:srgbClr val="6E747A">
                      <a:alpha val="43000"/>
                    </a:srgbClr>
                  </a:outerShdw>
                </a:effectLst>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D602975-B289-4314-8493-37304AB31C48}" type="datetimeFigureOut">
              <a:rPr lang="en-US" smtClean="0"/>
              <a:t>5/9/2026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1747C95-3AE6-4FC3-BEF5-3AF60B1E4490}" type="slidenum">
              <a:rPr lang="en-US" smtClean="0"/>
              <a:t>‹#›</a:t>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D602975-B289-4314-8493-37304AB31C48}" type="datetimeFigureOut">
              <a:rPr lang="en-US" smtClean="0"/>
              <a:t>5/9/2026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1747C95-3AE6-4FC3-BEF5-3AF60B1E4490}" type="slidenum">
              <a:rPr lang="en-US" smtClean="0"/>
              <a:t>‹#›</a:t>
            </a:fld>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D602975-B289-4314-8493-37304AB31C48}" type="datetimeFigureOut">
              <a:rPr lang="en-US" smtClean="0"/>
              <a:t>5/9/2026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747C95-3AE6-4FC3-BEF5-3AF60B1E4490}" type="slidenum">
              <a:rPr lang="en-US" smtClean="0"/>
              <a:t>‹#›</a:t>
            </a:fld>
            <a:endParaRPr 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D602975-B289-4314-8493-37304AB31C48}" type="datetimeFigureOut">
              <a:rPr lang="en-US" smtClean="0"/>
              <a:t>5/9/2026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747C95-3AE6-4FC3-BEF5-3AF60B1E4490}"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21803" y="1"/>
            <a:ext cx="9028253" cy="681036"/>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775504"/>
            <a:ext cx="10515600" cy="540145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D602975-B289-4314-8493-37304AB31C48}" type="datetimeFigureOut">
              <a:rPr lang="en-US" smtClean="0"/>
              <a:t>5/9/2026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747C95-3AE6-4FC3-BEF5-3AF60B1E4490}"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Lst>
  <p:txStyles>
    <p:titleStyle>
      <a:lvl1pPr algn="l" defTabSz="914400" rtl="0" eaLnBrk="1" latinLnBrk="0" hangingPunct="1">
        <a:lnSpc>
          <a:spcPct val="90000"/>
        </a:lnSpc>
        <a:spcBef>
          <a:spcPct val="0"/>
        </a:spcBef>
        <a:buNone/>
        <a:defRPr sz="4000" kern="1200">
          <a:solidFill>
            <a:schemeClr val="bg1"/>
          </a:solidFill>
          <a:latin typeface="Times New Roman" panose="02020603050405020304" pitchFamily="18" charset="0"/>
          <a:ea typeface="+mj-ea"/>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15.xml"/><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15.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xml"/><Relationship Id="rId1" Type="http://schemas.openxmlformats.org/officeDocument/2006/relationships/slideLayout" Target="../slideLayouts/slideLayout15.xml"/><Relationship Id="rId4" Type="http://schemas.openxmlformats.org/officeDocument/2006/relationships/image" Target="../media/image2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0665" y="1782445"/>
            <a:ext cx="8312785" cy="1936750"/>
          </a:xfrm>
        </p:spPr>
        <p:txBody>
          <a:bodyPr/>
          <a:lstStyle/>
          <a:p>
            <a:pPr algn="l">
              <a:lnSpc>
                <a:spcPct val="150000"/>
              </a:lnSpc>
            </a:pPr>
            <a:r>
              <a:rPr lang="en-US" sz="2800" b="1" cap="all" dirty="0">
                <a:latin typeface="Arial" panose="020B0604020202020204" pitchFamily="34" charset="0"/>
                <a:cs typeface="Arial" panose="020B0604020202020204" pitchFamily="34" charset="0"/>
              </a:rPr>
              <a:t>XÂY DỰNG NỀN TẢNG KIỂM THỬ TỰ ĐỘNG KẾT HỢP AI SINH TEST CASE</a:t>
            </a:r>
            <a:endParaRPr lang="en-US" sz="2800" b="1" dirty="0">
              <a:latin typeface="Arial" panose="020B0604020202020204" pitchFamily="34" charset="0"/>
              <a:cs typeface="Arial" panose="020B0604020202020204" pitchFamily="34" charset="0"/>
            </a:endParaRPr>
          </a:p>
        </p:txBody>
      </p:sp>
      <p:sp>
        <p:nvSpPr>
          <p:cNvPr id="3" name="Subtitle 2"/>
          <p:cNvSpPr>
            <a:spLocks noGrp="1"/>
          </p:cNvSpPr>
          <p:nvPr>
            <p:ph type="subTitle" idx="1"/>
          </p:nvPr>
        </p:nvSpPr>
        <p:spPr>
          <a:xfrm>
            <a:off x="217087" y="4248114"/>
            <a:ext cx="6620386" cy="1655762"/>
          </a:xfrm>
        </p:spPr>
        <p:txBody>
          <a:bodyPr/>
          <a:lstStyle/>
          <a:p>
            <a:pPr algn="l"/>
            <a:r>
              <a:rPr lang="en-US" dirty="0">
                <a:latin typeface="Arial" panose="020B0604020202020204" pitchFamily="34" charset="0"/>
                <a:cs typeface="Arial" panose="020B0604020202020204" pitchFamily="34" charset="0"/>
              </a:rPr>
              <a:t>GVHD: </a:t>
            </a:r>
            <a:r>
              <a:rPr lang="en-US" dirty="0" err="1">
                <a:latin typeface="Arial" panose="020B0604020202020204" pitchFamily="34" charset="0"/>
                <a:cs typeface="Arial" panose="020B0604020202020204" pitchFamily="34" charset="0"/>
              </a:rPr>
              <a:t>ThS</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Đỗ</a:t>
            </a:r>
            <a:r>
              <a:rPr lang="en-US" dirty="0">
                <a:latin typeface="Arial" panose="020B0604020202020204" pitchFamily="34" charset="0"/>
                <a:cs typeface="Arial" panose="020B0604020202020204" pitchFamily="34" charset="0"/>
              </a:rPr>
              <a:t> Thị Thu Trang</a:t>
            </a:r>
          </a:p>
          <a:p>
            <a:pPr algn="l"/>
            <a:r>
              <a:rPr lang="en-US" dirty="0">
                <a:latin typeface="Arial" panose="020B0604020202020204" pitchFamily="34" charset="0"/>
                <a:cs typeface="Arial" panose="020B0604020202020204" pitchFamily="34" charset="0"/>
              </a:rPr>
              <a:t>Sinh </a:t>
            </a:r>
            <a:r>
              <a:rPr lang="en-US" dirty="0" err="1">
                <a:latin typeface="Arial" panose="020B0604020202020204" pitchFamily="34" charset="0"/>
                <a:cs typeface="Arial" panose="020B0604020202020204" pitchFamily="34" charset="0"/>
              </a:rPr>
              <a:t>viên</a:t>
            </a:r>
            <a:r>
              <a:rPr lang="en-US" dirty="0">
                <a:latin typeface="Arial" panose="020B0604020202020204" pitchFamily="34" charset="0"/>
                <a:cs typeface="Arial" panose="020B0604020202020204" pitchFamily="34" charset="0"/>
              </a:rPr>
              <a:t>: Lê Thị Ánh</a:t>
            </a:r>
          </a:p>
          <a:p>
            <a:pPr algn="l"/>
            <a:r>
              <a:rPr lang="en-US" dirty="0" err="1">
                <a:latin typeface="Arial" panose="020B0604020202020204" pitchFamily="34" charset="0"/>
                <a:cs typeface="Arial" panose="020B0604020202020204" pitchFamily="34" charset="0"/>
              </a:rPr>
              <a:t>Mã</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sinh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viên</a:t>
            </a:r>
            <a:r>
              <a:rPr lang="en-US" dirty="0">
                <a:latin typeface="Arial" panose="020B0604020202020204" pitchFamily="34" charset="0"/>
                <a:cs typeface="Arial" panose="020B0604020202020204" pitchFamily="34" charset="0"/>
              </a:rPr>
              <a:t>: 12522012</a:t>
            </a:r>
          </a:p>
        </p:txBody>
      </p:sp>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3">
                                            <p:txEl>
                                              <p:pRg st="0" end="0"/>
                                            </p:txEl>
                                          </p:spTgt>
                                        </p:tgtEl>
                                        <p:attrNameLst>
                                          <p:attrName>style.visibility</p:attrName>
                                        </p:attrNameLst>
                                      </p:cBhvr>
                                      <p:to>
                                        <p:strVal val="visible"/>
                                      </p:to>
                                    </p:set>
                                    <p:animEffect transition="in" filter="fade">
                                      <p:cBhvr>
                                        <p:cTn id="25" dur="1000"/>
                                        <p:tgtEl>
                                          <p:spTgt spid="3">
                                            <p:txEl>
                                              <p:pRg st="0" end="0"/>
                                            </p:txEl>
                                          </p:spTgt>
                                        </p:tgtEl>
                                      </p:cBhvr>
                                    </p:animEffect>
                                    <p:anim calcmode="lin" valueType="num">
                                      <p:cBhvr>
                                        <p:cTn id="26"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27" dur="1000" fill="hold"/>
                                        <p:tgtEl>
                                          <p:spTgt spid="3">
                                            <p:txEl>
                                              <p:pRg st="0" end="0"/>
                                            </p:txEl>
                                          </p:spTgt>
                                        </p:tgtEl>
                                        <p:attrNameLst>
                                          <p:attrName>ppt_y</p:attrName>
                                        </p:attrNameLst>
                                      </p:cBhvr>
                                      <p:tavLst>
                                        <p:tav tm="0">
                                          <p:val>
                                            <p:strVal val="#ppt_y+.1"/>
                                          </p:val>
                                        </p:tav>
                                        <p:tav tm="100000">
                                          <p:val>
                                            <p:strVal val="#ppt_y"/>
                                          </p:val>
                                        </p:tav>
                                      </p:tavLst>
                                    </p:anim>
                                  </p:childTnLst>
                                </p:cTn>
                              </p:par>
                              <p:par>
                                <p:cTn id="28" presetID="42" presetClass="entr" presetSubtype="0" fill="hold" nodeType="withEffect">
                                  <p:stCondLst>
                                    <p:cond delay="0"/>
                                  </p:stCondLst>
                                  <p:childTnLst>
                                    <p:set>
                                      <p:cBhvr>
                                        <p:cTn id="29" dur="1" fill="hold">
                                          <p:stCondLst>
                                            <p:cond delay="0"/>
                                          </p:stCondLst>
                                        </p:cTn>
                                        <p:tgtEl>
                                          <p:spTgt spid="3">
                                            <p:txEl>
                                              <p:pRg st="1" end="1"/>
                                            </p:txEl>
                                          </p:spTgt>
                                        </p:tgtEl>
                                        <p:attrNameLst>
                                          <p:attrName>style.visibility</p:attrName>
                                        </p:attrNameLst>
                                      </p:cBhvr>
                                      <p:to>
                                        <p:strVal val="visible"/>
                                      </p:to>
                                    </p:set>
                                    <p:animEffect transition="in" filter="fade">
                                      <p:cBhvr>
                                        <p:cTn id="30" dur="1000"/>
                                        <p:tgtEl>
                                          <p:spTgt spid="3">
                                            <p:txEl>
                                              <p:pRg st="1" end="1"/>
                                            </p:txEl>
                                          </p:spTgt>
                                        </p:tgtEl>
                                      </p:cBhvr>
                                    </p:animEffect>
                                    <p:anim calcmode="lin" valueType="num">
                                      <p:cBhvr>
                                        <p:cTn id="31"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32" dur="1000" fill="hold"/>
                                        <p:tgtEl>
                                          <p:spTgt spid="3">
                                            <p:txEl>
                                              <p:pRg st="1" end="1"/>
                                            </p:txEl>
                                          </p:spTgt>
                                        </p:tgtEl>
                                        <p:attrNameLst>
                                          <p:attrName>ppt_y</p:attrName>
                                        </p:attrNameLst>
                                      </p:cBhvr>
                                      <p:tavLst>
                                        <p:tav tm="0">
                                          <p:val>
                                            <p:strVal val="#ppt_y+.1"/>
                                          </p:val>
                                        </p:tav>
                                        <p:tav tm="100000">
                                          <p:val>
                                            <p:strVal val="#ppt_y"/>
                                          </p:val>
                                        </p:tav>
                                      </p:tavLst>
                                    </p:anim>
                                  </p:childTnLst>
                                </p:cTn>
                              </p:par>
                              <p:par>
                                <p:cTn id="33" presetID="42" presetClass="entr" presetSubtype="0" fill="hold" nodeType="withEffect">
                                  <p:stCondLst>
                                    <p:cond delay="0"/>
                                  </p:stCondLst>
                                  <p:childTnLst>
                                    <p:set>
                                      <p:cBhvr>
                                        <p:cTn id="34" dur="1" fill="hold">
                                          <p:stCondLst>
                                            <p:cond delay="0"/>
                                          </p:stCondLst>
                                        </p:cTn>
                                        <p:tgtEl>
                                          <p:spTgt spid="3">
                                            <p:txEl>
                                              <p:pRg st="2" end="2"/>
                                            </p:txEl>
                                          </p:spTgt>
                                        </p:tgtEl>
                                        <p:attrNameLst>
                                          <p:attrName>style.visibility</p:attrName>
                                        </p:attrNameLst>
                                      </p:cBhvr>
                                      <p:to>
                                        <p:strVal val="visible"/>
                                      </p:to>
                                    </p:set>
                                    <p:animEffect transition="in" filter="fade">
                                      <p:cBhvr>
                                        <p:cTn id="35" dur="1000"/>
                                        <p:tgtEl>
                                          <p:spTgt spid="3">
                                            <p:txEl>
                                              <p:pRg st="2" end="2"/>
                                            </p:txEl>
                                          </p:spTgt>
                                        </p:tgtEl>
                                      </p:cBhvr>
                                    </p:animEffect>
                                    <p:anim calcmode="lin" valueType="num">
                                      <p:cBhvr>
                                        <p:cTn id="36"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F1B1BB-53BB-4068-400D-64C892031067}"/>
            </a:ext>
          </a:extLst>
        </p:cNvPr>
        <p:cNvGrpSpPr/>
        <p:nvPr/>
      </p:nvGrpSpPr>
      <p:grpSpPr>
        <a:xfrm>
          <a:off x="0" y="0"/>
          <a:ext cx="0" cy="0"/>
          <a:chOff x="0" y="0"/>
          <a:chExt cx="0" cy="0"/>
        </a:xfrm>
      </p:grpSpPr>
      <p:sp>
        <p:nvSpPr>
          <p:cNvPr id="19458" name="Slide Number Placeholder 5">
            <a:extLst>
              <a:ext uri="{FF2B5EF4-FFF2-40B4-BE49-F238E27FC236}">
                <a16:creationId xmlns:a16="http://schemas.microsoft.com/office/drawing/2014/main" id="{7E61ECEB-747E-A51A-CC5D-DC35FF512772}"/>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Verdana" panose="020B0604030504040204" pitchFamily="34" charset="0"/>
              </a:defRPr>
            </a:lvl1pPr>
            <a:lvl2pPr marL="742950" indent="-285750">
              <a:spcBef>
                <a:spcPct val="20000"/>
              </a:spcBef>
              <a:buChar char="–"/>
              <a:defRPr sz="2800">
                <a:solidFill>
                  <a:schemeClr val="tx1"/>
                </a:solidFill>
                <a:latin typeface="Verdana" panose="020B0604030504040204" pitchFamily="34" charset="0"/>
              </a:defRPr>
            </a:lvl2pPr>
            <a:lvl3pPr marL="1143000" indent="-228600">
              <a:spcBef>
                <a:spcPct val="20000"/>
              </a:spcBef>
              <a:buChar char="•"/>
              <a:defRPr sz="2400">
                <a:solidFill>
                  <a:schemeClr val="tx1"/>
                </a:solidFill>
                <a:latin typeface="Verdana" panose="020B0604030504040204" pitchFamily="34" charset="0"/>
              </a:defRPr>
            </a:lvl3pPr>
            <a:lvl4pPr marL="1600200" indent="-228600">
              <a:spcBef>
                <a:spcPct val="20000"/>
              </a:spcBef>
              <a:buChar char="–"/>
              <a:defRPr sz="2000">
                <a:solidFill>
                  <a:schemeClr val="tx1"/>
                </a:solidFill>
                <a:latin typeface="Verdana" panose="020B0604030504040204" pitchFamily="34" charset="0"/>
              </a:defRPr>
            </a:lvl4pPr>
            <a:lvl5pPr marL="2057400" indent="-228600">
              <a:spcBef>
                <a:spcPct val="20000"/>
              </a:spcBef>
              <a:buChar char="»"/>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Verdana" panose="020B0604030504040204" pitchFamily="34" charset="0"/>
              </a:defRPr>
            </a:lvl9pPr>
          </a:lstStyle>
          <a:p>
            <a:pPr>
              <a:spcBef>
                <a:spcPct val="0"/>
              </a:spcBef>
              <a:buFontTx/>
              <a:buNone/>
            </a:pPr>
            <a:fld id="{7A12D7E3-E12C-46AD-95DA-2B3BA076F846}" type="slidenum">
              <a:rPr lang="en-US" altLang="en-US" sz="1400"/>
              <a:t>2</a:t>
            </a:fld>
            <a:endParaRPr lang="en-US" altLang="en-US" sz="1400"/>
          </a:p>
        </p:txBody>
      </p:sp>
      <p:sp>
        <p:nvSpPr>
          <p:cNvPr id="2" name="Rectangle 2">
            <a:extLst>
              <a:ext uri="{FF2B5EF4-FFF2-40B4-BE49-F238E27FC236}">
                <a16:creationId xmlns:a16="http://schemas.microsoft.com/office/drawing/2014/main" id="{5A81B7D0-87DC-5B1F-1FC4-7C334FA7327B}"/>
              </a:ext>
            </a:extLst>
          </p:cNvPr>
          <p:cNvSpPr>
            <a:spLocks noGrp="1" noChangeArrowheads="1"/>
          </p:cNvSpPr>
          <p:nvPr>
            <p:ph type="title"/>
          </p:nvPr>
        </p:nvSpPr>
        <p:spPr>
          <a:xfrm>
            <a:off x="906236" y="144624"/>
            <a:ext cx="8077200" cy="609600"/>
          </a:xfrm>
        </p:spPr>
        <p:txBody>
          <a:bodyPr>
            <a:normAutofit/>
          </a:bodyPr>
          <a:lstStyle/>
          <a:p>
            <a:pPr>
              <a:defRPr/>
            </a:pPr>
            <a:r>
              <a:rPr lang="en-US" altLang="en-US" b="1" dirty="0" err="1">
                <a:latin typeface="Arial" panose="020B0604020202020204" pitchFamily="34" charset="0"/>
                <a:cs typeface="Arial" panose="020B0604020202020204" pitchFamily="34" charset="0"/>
              </a:rPr>
              <a:t>Nội</a:t>
            </a:r>
            <a:r>
              <a:rPr lang="en-US" altLang="en-US" b="1" dirty="0">
                <a:latin typeface="Arial" panose="020B0604020202020204" pitchFamily="34" charset="0"/>
                <a:cs typeface="Arial" panose="020B0604020202020204" pitchFamily="34" charset="0"/>
              </a:rPr>
              <a:t> dung</a:t>
            </a:r>
          </a:p>
        </p:txBody>
      </p:sp>
      <p:sp>
        <p:nvSpPr>
          <p:cNvPr id="8198" name="Google Shape;98;p2">
            <a:extLst>
              <a:ext uri="{FF2B5EF4-FFF2-40B4-BE49-F238E27FC236}">
                <a16:creationId xmlns:a16="http://schemas.microsoft.com/office/drawing/2014/main" id="{901879EA-B960-27A2-BC75-953EE9E74CC8}"/>
              </a:ext>
            </a:extLst>
          </p:cNvPr>
          <p:cNvSpPr/>
          <p:nvPr/>
        </p:nvSpPr>
        <p:spPr>
          <a:xfrm>
            <a:off x="2742180" y="2358132"/>
            <a:ext cx="5424985" cy="508000"/>
          </a:xfrm>
          <a:prstGeom prst="roundRect">
            <a:avLst>
              <a:gd name="adj" fmla="val 50000"/>
            </a:avLst>
          </a:prstGeom>
          <a:noFill/>
          <a:ln w="28575" cap="flat" cmpd="sng">
            <a:solidFill>
              <a:schemeClr val="l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b="1" dirty="0">
                <a:solidFill>
                  <a:schemeClr val="dk1"/>
                </a:solidFill>
              </a:rPr>
              <a:t>Phân </a:t>
            </a:r>
            <a:r>
              <a:rPr lang="en-US" sz="1800" b="1" dirty="0" err="1">
                <a:solidFill>
                  <a:schemeClr val="dk1"/>
                </a:solidFill>
              </a:rPr>
              <a:t>tích</a:t>
            </a:r>
            <a:r>
              <a:rPr lang="en-US" sz="1800" b="1" dirty="0">
                <a:solidFill>
                  <a:schemeClr val="dk1"/>
                </a:solidFill>
              </a:rPr>
              <a:t> </a:t>
            </a:r>
            <a:r>
              <a:rPr lang="en-US" b="1" dirty="0" err="1">
                <a:solidFill>
                  <a:schemeClr val="dk1"/>
                </a:solidFill>
              </a:rPr>
              <a:t>và</a:t>
            </a:r>
            <a:r>
              <a:rPr lang="en-US" b="1" dirty="0">
                <a:solidFill>
                  <a:schemeClr val="dk1"/>
                </a:solidFill>
              </a:rPr>
              <a:t> </a:t>
            </a:r>
            <a:r>
              <a:rPr lang="en-US" b="1" dirty="0" err="1">
                <a:solidFill>
                  <a:schemeClr val="dk1"/>
                </a:solidFill>
              </a:rPr>
              <a:t>thiết</a:t>
            </a:r>
            <a:r>
              <a:rPr lang="en-US" b="1" dirty="0">
                <a:solidFill>
                  <a:schemeClr val="dk1"/>
                </a:solidFill>
              </a:rPr>
              <a:t> </a:t>
            </a:r>
            <a:r>
              <a:rPr lang="en-US" b="1" dirty="0" err="1">
                <a:solidFill>
                  <a:schemeClr val="dk1"/>
                </a:solidFill>
              </a:rPr>
              <a:t>kế</a:t>
            </a:r>
            <a:r>
              <a:rPr lang="en-US" b="1" dirty="0">
                <a:solidFill>
                  <a:schemeClr val="dk1"/>
                </a:solidFill>
              </a:rPr>
              <a:t> </a:t>
            </a:r>
            <a:r>
              <a:rPr lang="en-US" b="1" dirty="0" err="1">
                <a:solidFill>
                  <a:schemeClr val="dk1"/>
                </a:solidFill>
              </a:rPr>
              <a:t>hệ</a:t>
            </a:r>
            <a:r>
              <a:rPr lang="en-US" b="1" dirty="0">
                <a:solidFill>
                  <a:schemeClr val="dk1"/>
                </a:solidFill>
              </a:rPr>
              <a:t> </a:t>
            </a:r>
            <a:r>
              <a:rPr lang="en-US" b="1" dirty="0" err="1">
                <a:solidFill>
                  <a:schemeClr val="dk1"/>
                </a:solidFill>
              </a:rPr>
              <a:t>thống</a:t>
            </a:r>
            <a:endParaRPr lang="vi-VN" dirty="0"/>
          </a:p>
        </p:txBody>
      </p:sp>
      <p:sp>
        <p:nvSpPr>
          <p:cNvPr id="8199" name="Google Shape;99;p2">
            <a:extLst>
              <a:ext uri="{FF2B5EF4-FFF2-40B4-BE49-F238E27FC236}">
                <a16:creationId xmlns:a16="http://schemas.microsoft.com/office/drawing/2014/main" id="{8C1B226A-6060-32EF-30AB-D7CD0D670AD9}"/>
              </a:ext>
            </a:extLst>
          </p:cNvPr>
          <p:cNvSpPr/>
          <p:nvPr/>
        </p:nvSpPr>
        <p:spPr>
          <a:xfrm>
            <a:off x="1987550" y="1164122"/>
            <a:ext cx="5168900" cy="508000"/>
          </a:xfrm>
          <a:prstGeom prst="roundRect">
            <a:avLst>
              <a:gd name="adj" fmla="val 50000"/>
            </a:avLst>
          </a:prstGeom>
          <a:noFill/>
          <a:ln w="28575" cap="flat" cmpd="sng">
            <a:solidFill>
              <a:schemeClr val="l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b="1" dirty="0" err="1">
                <a:solidFill>
                  <a:schemeClr val="dk1"/>
                </a:solidFill>
              </a:rPr>
              <a:t>Giới</a:t>
            </a:r>
            <a:r>
              <a:rPr lang="en-US" b="1" dirty="0">
                <a:solidFill>
                  <a:schemeClr val="dk1"/>
                </a:solidFill>
              </a:rPr>
              <a:t> </a:t>
            </a:r>
            <a:r>
              <a:rPr lang="en-US" b="1" dirty="0" err="1">
                <a:solidFill>
                  <a:schemeClr val="dk1"/>
                </a:solidFill>
              </a:rPr>
              <a:t>thiệu</a:t>
            </a:r>
            <a:r>
              <a:rPr lang="en-US" b="1" dirty="0">
                <a:solidFill>
                  <a:schemeClr val="dk1"/>
                </a:solidFill>
              </a:rPr>
              <a:t> </a:t>
            </a:r>
            <a:r>
              <a:rPr lang="en-US" b="1" dirty="0" err="1">
                <a:solidFill>
                  <a:schemeClr val="dk1"/>
                </a:solidFill>
              </a:rPr>
              <a:t>đề</a:t>
            </a:r>
            <a:r>
              <a:rPr lang="en-US" b="1" dirty="0">
                <a:solidFill>
                  <a:schemeClr val="dk1"/>
                </a:solidFill>
              </a:rPr>
              <a:t> </a:t>
            </a:r>
            <a:r>
              <a:rPr lang="en-US" b="1" dirty="0" err="1">
                <a:solidFill>
                  <a:schemeClr val="dk1"/>
                </a:solidFill>
              </a:rPr>
              <a:t>tài</a:t>
            </a:r>
            <a:endParaRPr dirty="0"/>
          </a:p>
        </p:txBody>
      </p:sp>
      <p:grpSp>
        <p:nvGrpSpPr>
          <p:cNvPr id="8200" name="Google Shape;100;p2">
            <a:extLst>
              <a:ext uri="{FF2B5EF4-FFF2-40B4-BE49-F238E27FC236}">
                <a16:creationId xmlns:a16="http://schemas.microsoft.com/office/drawing/2014/main" id="{2DC8872A-6334-0CC7-E5DE-7D07586F5143}"/>
              </a:ext>
            </a:extLst>
          </p:cNvPr>
          <p:cNvGrpSpPr/>
          <p:nvPr/>
        </p:nvGrpSpPr>
        <p:grpSpPr>
          <a:xfrm>
            <a:off x="1462085" y="1258450"/>
            <a:ext cx="381000" cy="381000"/>
            <a:chOff x="2078" y="1680"/>
            <a:chExt cx="1615" cy="1615"/>
          </a:xfrm>
        </p:grpSpPr>
        <p:sp>
          <p:nvSpPr>
            <p:cNvPr id="8201" name="Google Shape;101;p2">
              <a:extLst>
                <a:ext uri="{FF2B5EF4-FFF2-40B4-BE49-F238E27FC236}">
                  <a16:creationId xmlns:a16="http://schemas.microsoft.com/office/drawing/2014/main" id="{63AFFF18-8226-5824-8FC7-2B9245CB7303}"/>
                </a:ext>
              </a:extLst>
            </p:cNvPr>
            <p:cNvSpPr/>
            <p:nvPr/>
          </p:nvSpPr>
          <p:spPr>
            <a:xfrm>
              <a:off x="2078" y="1680"/>
              <a:ext cx="1615" cy="1615"/>
            </a:xfrm>
            <a:prstGeom prst="ellipse">
              <a:avLst/>
            </a:prstGeom>
            <a:gradFill>
              <a:gsLst>
                <a:gs pos="0">
                  <a:srgbClr val="B3B3B3"/>
                </a:gs>
                <a:gs pos="50000">
                  <a:srgbClr val="FFFFFF"/>
                </a:gs>
                <a:gs pos="100000">
                  <a:srgbClr val="B3B3B3"/>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02" name="Google Shape;102;p2">
              <a:extLst>
                <a:ext uri="{FF2B5EF4-FFF2-40B4-BE49-F238E27FC236}">
                  <a16:creationId xmlns:a16="http://schemas.microsoft.com/office/drawing/2014/main" id="{0011D3E0-D58E-783F-DBB4-ECBB1672FEF0}"/>
                </a:ext>
              </a:extLst>
            </p:cNvPr>
            <p:cNvSpPr/>
            <p:nvPr/>
          </p:nvSpPr>
          <p:spPr>
            <a:xfrm>
              <a:off x="2170" y="1771"/>
              <a:ext cx="1430" cy="1430"/>
            </a:xfrm>
            <a:prstGeom prst="ellipse">
              <a:avLst/>
            </a:prstGeom>
            <a:gradFill>
              <a:gsLst>
                <a:gs pos="0">
                  <a:srgbClr val="CFCFCF"/>
                </a:gs>
                <a:gs pos="50000">
                  <a:srgbClr val="FFFFFF"/>
                </a:gs>
                <a:gs pos="100000">
                  <a:srgbClr val="CFCFCF"/>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03" name="Google Shape;103;p2">
              <a:extLst>
                <a:ext uri="{FF2B5EF4-FFF2-40B4-BE49-F238E27FC236}">
                  <a16:creationId xmlns:a16="http://schemas.microsoft.com/office/drawing/2014/main" id="{617054B1-B539-09A0-E1F1-F3AF69A5628D}"/>
                </a:ext>
              </a:extLst>
            </p:cNvPr>
            <p:cNvSpPr/>
            <p:nvPr/>
          </p:nvSpPr>
          <p:spPr>
            <a:xfrm>
              <a:off x="2254" y="1856"/>
              <a:ext cx="1262" cy="1264"/>
            </a:xfrm>
            <a:prstGeom prst="ellipse">
              <a:avLst/>
            </a:prstGeom>
            <a:gradFill>
              <a:gsLst>
                <a:gs pos="0">
                  <a:srgbClr val="FFFFFF"/>
                </a:gs>
                <a:gs pos="50000">
                  <a:schemeClr val="hlink"/>
                </a:gs>
                <a:gs pos="100000">
                  <a:srgbClr val="FFFFFF"/>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04" name="Google Shape;104;p2">
              <a:extLst>
                <a:ext uri="{FF2B5EF4-FFF2-40B4-BE49-F238E27FC236}">
                  <a16:creationId xmlns:a16="http://schemas.microsoft.com/office/drawing/2014/main" id="{D0A17ADD-9B89-5013-9868-A3CDECFA1ACD}"/>
                </a:ext>
              </a:extLst>
            </p:cNvPr>
            <p:cNvSpPr/>
            <p:nvPr/>
          </p:nvSpPr>
          <p:spPr>
            <a:xfrm>
              <a:off x="2254" y="1856"/>
              <a:ext cx="1262" cy="1264"/>
            </a:xfrm>
            <a:prstGeom prst="ellipse">
              <a:avLst/>
            </a:prstGeom>
            <a:gradFill>
              <a:gsLst>
                <a:gs pos="0">
                  <a:srgbClr val="000000"/>
                </a:gs>
                <a:gs pos="100000">
                  <a:srgbClr val="FFCC00"/>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05" name="Google Shape;105;p2">
              <a:extLst>
                <a:ext uri="{FF2B5EF4-FFF2-40B4-BE49-F238E27FC236}">
                  <a16:creationId xmlns:a16="http://schemas.microsoft.com/office/drawing/2014/main" id="{1FA3D793-E0FA-89FB-0D36-5D46A1625A76}"/>
                </a:ext>
              </a:extLst>
            </p:cNvPr>
            <p:cNvSpPr/>
            <p:nvPr/>
          </p:nvSpPr>
          <p:spPr>
            <a:xfrm>
              <a:off x="2337" y="1939"/>
              <a:ext cx="1096" cy="1098"/>
            </a:xfrm>
            <a:prstGeom prst="ellipse">
              <a:avLst/>
            </a:prstGeom>
            <a:gradFill>
              <a:gsLst>
                <a:gs pos="0">
                  <a:srgbClr val="034A91"/>
                </a:gs>
                <a:gs pos="50000">
                  <a:schemeClr val="hlink"/>
                </a:gs>
                <a:gs pos="100000">
                  <a:srgbClr val="034A91"/>
                </a:gs>
              </a:gsLst>
              <a:lin ang="189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06" name="Google Shape;106;p2">
              <a:extLst>
                <a:ext uri="{FF2B5EF4-FFF2-40B4-BE49-F238E27FC236}">
                  <a16:creationId xmlns:a16="http://schemas.microsoft.com/office/drawing/2014/main" id="{56E3AF41-1210-122B-677D-ABC5486AC62D}"/>
                </a:ext>
              </a:extLst>
            </p:cNvPr>
            <p:cNvSpPr/>
            <p:nvPr/>
          </p:nvSpPr>
          <p:spPr>
            <a:xfrm>
              <a:off x="2337" y="1939"/>
              <a:ext cx="1096" cy="1098"/>
            </a:xfrm>
            <a:prstGeom prst="ellipse">
              <a:avLst/>
            </a:prstGeom>
            <a:gradFill>
              <a:gsLst>
                <a:gs pos="0">
                  <a:srgbClr val="FFCC00"/>
                </a:gs>
                <a:gs pos="100000">
                  <a:srgbClr val="B79200"/>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8207" name="Google Shape;107;p2">
            <a:extLst>
              <a:ext uri="{FF2B5EF4-FFF2-40B4-BE49-F238E27FC236}">
                <a16:creationId xmlns:a16="http://schemas.microsoft.com/office/drawing/2014/main" id="{368F859D-F768-0DF9-FED4-7799E4F89B80}"/>
              </a:ext>
            </a:extLst>
          </p:cNvPr>
          <p:cNvGrpSpPr/>
          <p:nvPr/>
        </p:nvGrpSpPr>
        <p:grpSpPr>
          <a:xfrm>
            <a:off x="2268817" y="2454610"/>
            <a:ext cx="381000" cy="381000"/>
            <a:chOff x="2078" y="1680"/>
            <a:chExt cx="1615" cy="1615"/>
          </a:xfrm>
        </p:grpSpPr>
        <p:sp>
          <p:nvSpPr>
            <p:cNvPr id="8208" name="Google Shape;108;p2">
              <a:extLst>
                <a:ext uri="{FF2B5EF4-FFF2-40B4-BE49-F238E27FC236}">
                  <a16:creationId xmlns:a16="http://schemas.microsoft.com/office/drawing/2014/main" id="{113776E7-6CEC-9C66-7392-7EFDFFD03019}"/>
                </a:ext>
              </a:extLst>
            </p:cNvPr>
            <p:cNvSpPr/>
            <p:nvPr/>
          </p:nvSpPr>
          <p:spPr>
            <a:xfrm>
              <a:off x="2078" y="1680"/>
              <a:ext cx="1615" cy="1615"/>
            </a:xfrm>
            <a:prstGeom prst="ellipse">
              <a:avLst/>
            </a:prstGeom>
            <a:gradFill>
              <a:gsLst>
                <a:gs pos="0">
                  <a:srgbClr val="B3B3B3"/>
                </a:gs>
                <a:gs pos="50000">
                  <a:srgbClr val="FFFFFF"/>
                </a:gs>
                <a:gs pos="100000">
                  <a:srgbClr val="B3B3B3"/>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09" name="Google Shape;109;p2">
              <a:extLst>
                <a:ext uri="{FF2B5EF4-FFF2-40B4-BE49-F238E27FC236}">
                  <a16:creationId xmlns:a16="http://schemas.microsoft.com/office/drawing/2014/main" id="{0FC37094-1C2E-204D-4A9E-3B4508A50098}"/>
                </a:ext>
              </a:extLst>
            </p:cNvPr>
            <p:cNvSpPr/>
            <p:nvPr/>
          </p:nvSpPr>
          <p:spPr>
            <a:xfrm>
              <a:off x="2170" y="1771"/>
              <a:ext cx="1430" cy="1430"/>
            </a:xfrm>
            <a:prstGeom prst="ellipse">
              <a:avLst/>
            </a:prstGeom>
            <a:gradFill>
              <a:gsLst>
                <a:gs pos="0">
                  <a:srgbClr val="CFCFCF"/>
                </a:gs>
                <a:gs pos="50000">
                  <a:srgbClr val="FFFFFF"/>
                </a:gs>
                <a:gs pos="100000">
                  <a:srgbClr val="CFCFCF"/>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0" name="Google Shape;110;p2">
              <a:extLst>
                <a:ext uri="{FF2B5EF4-FFF2-40B4-BE49-F238E27FC236}">
                  <a16:creationId xmlns:a16="http://schemas.microsoft.com/office/drawing/2014/main" id="{E786FD2A-7968-9483-A452-AF62060B439C}"/>
                </a:ext>
              </a:extLst>
            </p:cNvPr>
            <p:cNvSpPr/>
            <p:nvPr/>
          </p:nvSpPr>
          <p:spPr>
            <a:xfrm>
              <a:off x="2254" y="1856"/>
              <a:ext cx="1262" cy="1264"/>
            </a:xfrm>
            <a:prstGeom prst="ellipse">
              <a:avLst/>
            </a:prstGeom>
            <a:gradFill>
              <a:gsLst>
                <a:gs pos="0">
                  <a:srgbClr val="FFFFFF"/>
                </a:gs>
                <a:gs pos="50000">
                  <a:schemeClr val="hlink"/>
                </a:gs>
                <a:gs pos="100000">
                  <a:srgbClr val="FFFFFF"/>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1" name="Google Shape;111;p2">
              <a:extLst>
                <a:ext uri="{FF2B5EF4-FFF2-40B4-BE49-F238E27FC236}">
                  <a16:creationId xmlns:a16="http://schemas.microsoft.com/office/drawing/2014/main" id="{8457939D-136E-CAD3-43B2-EDCCD02A665D}"/>
                </a:ext>
              </a:extLst>
            </p:cNvPr>
            <p:cNvSpPr/>
            <p:nvPr/>
          </p:nvSpPr>
          <p:spPr>
            <a:xfrm>
              <a:off x="2254" y="1856"/>
              <a:ext cx="1262" cy="1264"/>
            </a:xfrm>
            <a:prstGeom prst="ellipse">
              <a:avLst/>
            </a:prstGeom>
            <a:gradFill>
              <a:gsLst>
                <a:gs pos="0">
                  <a:srgbClr val="000000"/>
                </a:gs>
                <a:gs pos="100000">
                  <a:srgbClr val="48BE67"/>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2" name="Google Shape;112;p2">
              <a:extLst>
                <a:ext uri="{FF2B5EF4-FFF2-40B4-BE49-F238E27FC236}">
                  <a16:creationId xmlns:a16="http://schemas.microsoft.com/office/drawing/2014/main" id="{46C5EBC0-0BF7-7CFA-39C8-1B88251B18E3}"/>
                </a:ext>
              </a:extLst>
            </p:cNvPr>
            <p:cNvSpPr/>
            <p:nvPr/>
          </p:nvSpPr>
          <p:spPr>
            <a:xfrm>
              <a:off x="2337" y="1939"/>
              <a:ext cx="1096" cy="1098"/>
            </a:xfrm>
            <a:prstGeom prst="ellipse">
              <a:avLst/>
            </a:prstGeom>
            <a:gradFill>
              <a:gsLst>
                <a:gs pos="0">
                  <a:srgbClr val="034A91"/>
                </a:gs>
                <a:gs pos="50000">
                  <a:schemeClr val="hlink"/>
                </a:gs>
                <a:gs pos="100000">
                  <a:srgbClr val="034A91"/>
                </a:gs>
              </a:gsLst>
              <a:lin ang="189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3" name="Google Shape;113;p2">
              <a:extLst>
                <a:ext uri="{FF2B5EF4-FFF2-40B4-BE49-F238E27FC236}">
                  <a16:creationId xmlns:a16="http://schemas.microsoft.com/office/drawing/2014/main" id="{EEBD57AA-162C-28F6-741D-5BA8687DF70F}"/>
                </a:ext>
              </a:extLst>
            </p:cNvPr>
            <p:cNvSpPr/>
            <p:nvPr/>
          </p:nvSpPr>
          <p:spPr>
            <a:xfrm>
              <a:off x="2337" y="1939"/>
              <a:ext cx="1096" cy="1098"/>
            </a:xfrm>
            <a:prstGeom prst="ellipse">
              <a:avLst/>
            </a:prstGeom>
            <a:gradFill>
              <a:gsLst>
                <a:gs pos="0">
                  <a:srgbClr val="48BE67"/>
                </a:gs>
                <a:gs pos="100000">
                  <a:srgbClr val="33884A"/>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8214" name="Google Shape;128;p2">
            <a:extLst>
              <a:ext uri="{FF2B5EF4-FFF2-40B4-BE49-F238E27FC236}">
                <a16:creationId xmlns:a16="http://schemas.microsoft.com/office/drawing/2014/main" id="{FA3DE995-A49F-40A4-7AF1-1CD8BB4922A8}"/>
              </a:ext>
            </a:extLst>
          </p:cNvPr>
          <p:cNvSpPr/>
          <p:nvPr/>
        </p:nvSpPr>
        <p:spPr>
          <a:xfrm>
            <a:off x="2823719" y="3795345"/>
            <a:ext cx="5343421" cy="529445"/>
          </a:xfrm>
          <a:prstGeom prst="roundRect">
            <a:avLst>
              <a:gd name="adj" fmla="val 50000"/>
            </a:avLst>
          </a:prstGeom>
          <a:noFill/>
          <a:ln w="28575" cap="flat" cmpd="sng">
            <a:solidFill>
              <a:schemeClr val="l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b="1" dirty="0" err="1">
                <a:solidFill>
                  <a:schemeClr val="dk1"/>
                </a:solidFill>
              </a:rPr>
              <a:t>Triển</a:t>
            </a:r>
            <a:r>
              <a:rPr lang="en-US" sz="1800" b="1" dirty="0">
                <a:solidFill>
                  <a:schemeClr val="dk1"/>
                </a:solidFill>
              </a:rPr>
              <a:t> </a:t>
            </a:r>
            <a:r>
              <a:rPr lang="en-US" sz="1800" b="1" dirty="0" err="1">
                <a:solidFill>
                  <a:schemeClr val="dk1"/>
                </a:solidFill>
              </a:rPr>
              <a:t>khai</a:t>
            </a:r>
            <a:r>
              <a:rPr lang="en-US" sz="1800" b="1" dirty="0">
                <a:solidFill>
                  <a:schemeClr val="dk1"/>
                </a:solidFill>
              </a:rPr>
              <a:t> </a:t>
            </a:r>
            <a:r>
              <a:rPr lang="en-US" sz="1800" b="1" dirty="0" err="1">
                <a:solidFill>
                  <a:schemeClr val="dk1"/>
                </a:solidFill>
              </a:rPr>
              <a:t>và</a:t>
            </a:r>
            <a:r>
              <a:rPr lang="en-US" sz="1800" b="1" dirty="0">
                <a:solidFill>
                  <a:schemeClr val="dk1"/>
                </a:solidFill>
              </a:rPr>
              <a:t> </a:t>
            </a:r>
            <a:r>
              <a:rPr lang="en-US" sz="1800" b="1" dirty="0" err="1">
                <a:solidFill>
                  <a:schemeClr val="dk1"/>
                </a:solidFill>
              </a:rPr>
              <a:t>thực</a:t>
            </a:r>
            <a:r>
              <a:rPr lang="en-US" sz="1800" b="1" dirty="0">
                <a:solidFill>
                  <a:schemeClr val="dk1"/>
                </a:solidFill>
              </a:rPr>
              <a:t> </a:t>
            </a:r>
            <a:r>
              <a:rPr lang="en-US" sz="1800" b="1" dirty="0" err="1">
                <a:solidFill>
                  <a:schemeClr val="dk1"/>
                </a:solidFill>
              </a:rPr>
              <a:t>nghiệm</a:t>
            </a:r>
            <a:endParaRPr lang="en-US" dirty="0"/>
          </a:p>
        </p:txBody>
      </p:sp>
      <p:grpSp>
        <p:nvGrpSpPr>
          <p:cNvPr id="8215" name="Google Shape;129;p2">
            <a:extLst>
              <a:ext uri="{FF2B5EF4-FFF2-40B4-BE49-F238E27FC236}">
                <a16:creationId xmlns:a16="http://schemas.microsoft.com/office/drawing/2014/main" id="{A8F66889-ACDF-C4B9-E705-D1C07B31D8AD}"/>
              </a:ext>
            </a:extLst>
          </p:cNvPr>
          <p:cNvGrpSpPr/>
          <p:nvPr/>
        </p:nvGrpSpPr>
        <p:grpSpPr>
          <a:xfrm>
            <a:off x="2402936" y="3873408"/>
            <a:ext cx="381000" cy="381000"/>
            <a:chOff x="2078" y="1680"/>
            <a:chExt cx="1615" cy="1615"/>
          </a:xfrm>
        </p:grpSpPr>
        <p:sp>
          <p:nvSpPr>
            <p:cNvPr id="8216" name="Google Shape;130;p2">
              <a:extLst>
                <a:ext uri="{FF2B5EF4-FFF2-40B4-BE49-F238E27FC236}">
                  <a16:creationId xmlns:a16="http://schemas.microsoft.com/office/drawing/2014/main" id="{F9445364-8C81-7770-979D-7B6E242F0638}"/>
                </a:ext>
              </a:extLst>
            </p:cNvPr>
            <p:cNvSpPr/>
            <p:nvPr/>
          </p:nvSpPr>
          <p:spPr>
            <a:xfrm>
              <a:off x="2078" y="1680"/>
              <a:ext cx="1615" cy="1615"/>
            </a:xfrm>
            <a:prstGeom prst="ellipse">
              <a:avLst/>
            </a:prstGeom>
            <a:gradFill>
              <a:gsLst>
                <a:gs pos="0">
                  <a:srgbClr val="B3B3B3"/>
                </a:gs>
                <a:gs pos="50000">
                  <a:srgbClr val="FFFFFF"/>
                </a:gs>
                <a:gs pos="100000">
                  <a:srgbClr val="B3B3B3"/>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7" name="Google Shape;131;p2">
              <a:extLst>
                <a:ext uri="{FF2B5EF4-FFF2-40B4-BE49-F238E27FC236}">
                  <a16:creationId xmlns:a16="http://schemas.microsoft.com/office/drawing/2014/main" id="{62B19454-EA13-094C-E461-359D0975AF07}"/>
                </a:ext>
              </a:extLst>
            </p:cNvPr>
            <p:cNvSpPr/>
            <p:nvPr/>
          </p:nvSpPr>
          <p:spPr>
            <a:xfrm>
              <a:off x="2170" y="1771"/>
              <a:ext cx="1430" cy="1430"/>
            </a:xfrm>
            <a:prstGeom prst="ellipse">
              <a:avLst/>
            </a:prstGeom>
            <a:gradFill>
              <a:gsLst>
                <a:gs pos="0">
                  <a:srgbClr val="CFCFCF"/>
                </a:gs>
                <a:gs pos="50000">
                  <a:srgbClr val="FFFFFF"/>
                </a:gs>
                <a:gs pos="100000">
                  <a:srgbClr val="CFCFCF"/>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8" name="Google Shape;132;p2">
              <a:extLst>
                <a:ext uri="{FF2B5EF4-FFF2-40B4-BE49-F238E27FC236}">
                  <a16:creationId xmlns:a16="http://schemas.microsoft.com/office/drawing/2014/main" id="{9A55866C-9D90-ED12-F163-EABA7C64AF57}"/>
                </a:ext>
              </a:extLst>
            </p:cNvPr>
            <p:cNvSpPr/>
            <p:nvPr/>
          </p:nvSpPr>
          <p:spPr>
            <a:xfrm>
              <a:off x="2254" y="1856"/>
              <a:ext cx="1262" cy="1264"/>
            </a:xfrm>
            <a:prstGeom prst="ellipse">
              <a:avLst/>
            </a:prstGeom>
            <a:gradFill>
              <a:gsLst>
                <a:gs pos="0">
                  <a:srgbClr val="FFFFFF"/>
                </a:gs>
                <a:gs pos="50000">
                  <a:schemeClr val="hlink"/>
                </a:gs>
                <a:gs pos="100000">
                  <a:srgbClr val="FFFFFF"/>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9" name="Google Shape;133;p2">
              <a:extLst>
                <a:ext uri="{FF2B5EF4-FFF2-40B4-BE49-F238E27FC236}">
                  <a16:creationId xmlns:a16="http://schemas.microsoft.com/office/drawing/2014/main" id="{982EC400-737B-FBA4-5FF5-766644520DFA}"/>
                </a:ext>
              </a:extLst>
            </p:cNvPr>
            <p:cNvSpPr/>
            <p:nvPr/>
          </p:nvSpPr>
          <p:spPr>
            <a:xfrm>
              <a:off x="2254" y="1856"/>
              <a:ext cx="1262" cy="1264"/>
            </a:xfrm>
            <a:prstGeom prst="ellipse">
              <a:avLst/>
            </a:prstGeom>
            <a:gradFill>
              <a:gsLst>
                <a:gs pos="0">
                  <a:srgbClr val="000000"/>
                </a:gs>
                <a:gs pos="100000">
                  <a:srgbClr val="8D67E1"/>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20" name="Google Shape;134;p2">
              <a:extLst>
                <a:ext uri="{FF2B5EF4-FFF2-40B4-BE49-F238E27FC236}">
                  <a16:creationId xmlns:a16="http://schemas.microsoft.com/office/drawing/2014/main" id="{B10CC68C-8972-F3BF-FDCD-A8A9BAA64BB7}"/>
                </a:ext>
              </a:extLst>
            </p:cNvPr>
            <p:cNvSpPr/>
            <p:nvPr/>
          </p:nvSpPr>
          <p:spPr>
            <a:xfrm>
              <a:off x="2337" y="1939"/>
              <a:ext cx="1096" cy="1098"/>
            </a:xfrm>
            <a:prstGeom prst="ellipse">
              <a:avLst/>
            </a:prstGeom>
            <a:gradFill>
              <a:gsLst>
                <a:gs pos="0">
                  <a:srgbClr val="034A91"/>
                </a:gs>
                <a:gs pos="50000">
                  <a:schemeClr val="hlink"/>
                </a:gs>
                <a:gs pos="100000">
                  <a:srgbClr val="034A91"/>
                </a:gs>
              </a:gsLst>
              <a:lin ang="189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21" name="Google Shape;135;p2">
              <a:extLst>
                <a:ext uri="{FF2B5EF4-FFF2-40B4-BE49-F238E27FC236}">
                  <a16:creationId xmlns:a16="http://schemas.microsoft.com/office/drawing/2014/main" id="{31561E10-944C-DE42-554A-B1CA68904748}"/>
                </a:ext>
              </a:extLst>
            </p:cNvPr>
            <p:cNvSpPr/>
            <p:nvPr/>
          </p:nvSpPr>
          <p:spPr>
            <a:xfrm>
              <a:off x="2337" y="1939"/>
              <a:ext cx="1096" cy="1098"/>
            </a:xfrm>
            <a:prstGeom prst="ellipse">
              <a:avLst/>
            </a:prstGeom>
            <a:gradFill>
              <a:gsLst>
                <a:gs pos="0">
                  <a:srgbClr val="8D67E1"/>
                </a:gs>
                <a:gs pos="100000">
                  <a:srgbClr val="654AA2"/>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8222" name="Google Shape;136;p2">
            <a:extLst>
              <a:ext uri="{FF2B5EF4-FFF2-40B4-BE49-F238E27FC236}">
                <a16:creationId xmlns:a16="http://schemas.microsoft.com/office/drawing/2014/main" id="{61AB8805-6171-1EBE-77E2-866A678EDFE9}"/>
              </a:ext>
            </a:extLst>
          </p:cNvPr>
          <p:cNvSpPr/>
          <p:nvPr/>
        </p:nvSpPr>
        <p:spPr>
          <a:xfrm rot="5400000">
            <a:off x="-2403921" y="1239529"/>
            <a:ext cx="4824413" cy="4770438"/>
          </a:xfrm>
          <a:custGeom>
            <a:avLst/>
            <a:gdLst/>
            <a:ahLst/>
            <a:cxnLst/>
            <a:rect l="l" t="t" r="r" b="b"/>
            <a:pathLst>
              <a:path w="21600" h="21600" extrusionOk="0">
                <a:moveTo>
                  <a:pt x="323" y="10641"/>
                </a:moveTo>
                <a:cubicBezTo>
                  <a:pt x="410" y="4916"/>
                  <a:pt x="5075" y="321"/>
                  <a:pt x="10800" y="322"/>
                </a:cubicBezTo>
                <a:cubicBezTo>
                  <a:pt x="16524" y="322"/>
                  <a:pt x="21189" y="4916"/>
                  <a:pt x="21276" y="10641"/>
                </a:cubicBezTo>
                <a:lnTo>
                  <a:pt x="21598" y="10636"/>
                </a:lnTo>
                <a:cubicBezTo>
                  <a:pt x="21509" y="4736"/>
                  <a:pt x="16700" y="-1"/>
                  <a:pt x="10799" y="0"/>
                </a:cubicBezTo>
                <a:cubicBezTo>
                  <a:pt x="4899" y="0"/>
                  <a:pt x="90" y="4736"/>
                  <a:pt x="1" y="10636"/>
                </a:cubicBezTo>
                <a:close/>
              </a:path>
            </a:pathLst>
          </a:custGeom>
          <a:gradFill>
            <a:gsLst>
              <a:gs pos="0">
                <a:srgbClr val="F4F4F4"/>
              </a:gs>
              <a:gs pos="50000">
                <a:schemeClr val="lt2"/>
              </a:gs>
              <a:gs pos="100000">
                <a:srgbClr val="F4F4F4"/>
              </a:gs>
            </a:gsLst>
            <a:lin ang="0" scaled="0"/>
          </a:gradFill>
          <a:ln w="9525" cap="flat" cmpd="sng">
            <a:solidFill>
              <a:srgbClr val="B3ABE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23" name="Google Shape;137;p2">
            <a:extLst>
              <a:ext uri="{FF2B5EF4-FFF2-40B4-BE49-F238E27FC236}">
                <a16:creationId xmlns:a16="http://schemas.microsoft.com/office/drawing/2014/main" id="{3FC6AC60-854B-C029-2FD9-973189AB1415}"/>
              </a:ext>
            </a:extLst>
          </p:cNvPr>
          <p:cNvSpPr/>
          <p:nvPr/>
        </p:nvSpPr>
        <p:spPr>
          <a:xfrm rot="5400000" flipH="1">
            <a:off x="-1998313" y="1675297"/>
            <a:ext cx="4032250" cy="3929063"/>
          </a:xfrm>
          <a:custGeom>
            <a:avLst/>
            <a:gdLst/>
            <a:ahLst/>
            <a:cxnLst/>
            <a:rect l="l" t="t" r="r" b="b"/>
            <a:pathLst>
              <a:path w="21600" h="21600" extrusionOk="0">
                <a:moveTo>
                  <a:pt x="10744" y="10800"/>
                </a:moveTo>
                <a:cubicBezTo>
                  <a:pt x="10744" y="10769"/>
                  <a:pt x="10769" y="10744"/>
                  <a:pt x="10800" y="10744"/>
                </a:cubicBezTo>
                <a:cubicBezTo>
                  <a:pt x="10830" y="10743"/>
                  <a:pt x="10855" y="10769"/>
                  <a:pt x="10856" y="10799"/>
                </a:cubicBezTo>
                <a:lnTo>
                  <a:pt x="21600" y="10800"/>
                </a:lnTo>
                <a:cubicBezTo>
                  <a:pt x="21600" y="4835"/>
                  <a:pt x="16764" y="0"/>
                  <a:pt x="10800" y="0"/>
                </a:cubicBezTo>
                <a:cubicBezTo>
                  <a:pt x="4835" y="0"/>
                  <a:pt x="0" y="4835"/>
                  <a:pt x="0" y="10800"/>
                </a:cubicBezTo>
                <a:close/>
              </a:path>
            </a:pathLst>
          </a:custGeom>
          <a:solidFill>
            <a:schemeClr val="accent6">
              <a:lumMod val="60000"/>
              <a:lumOff val="40000"/>
            </a:schemeClr>
          </a:solidFill>
          <a:ln>
            <a:solidFill>
              <a:schemeClr val="accent6">
                <a:lumMod val="60000"/>
                <a:lumOff val="40000"/>
              </a:schemeClr>
            </a:solid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456" name="Google Shape;139;p2">
            <a:extLst>
              <a:ext uri="{FF2B5EF4-FFF2-40B4-BE49-F238E27FC236}">
                <a16:creationId xmlns:a16="http://schemas.microsoft.com/office/drawing/2014/main" id="{563B2398-3B63-800A-715F-C8E6425BC7AF}"/>
              </a:ext>
            </a:extLst>
          </p:cNvPr>
          <p:cNvSpPr/>
          <p:nvPr/>
        </p:nvSpPr>
        <p:spPr>
          <a:xfrm>
            <a:off x="2310338" y="5230563"/>
            <a:ext cx="5168900" cy="508000"/>
          </a:xfrm>
          <a:prstGeom prst="roundRect">
            <a:avLst>
              <a:gd name="adj" fmla="val 50000"/>
            </a:avLst>
          </a:prstGeom>
          <a:noFill/>
          <a:ln w="28575" cap="flat" cmpd="sng">
            <a:solidFill>
              <a:schemeClr val="l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b="1" dirty="0" err="1">
                <a:solidFill>
                  <a:schemeClr val="dk1"/>
                </a:solidFill>
                <a:latin typeface="Arial"/>
                <a:ea typeface="Arial"/>
                <a:cs typeface="Arial"/>
                <a:sym typeface="Arial"/>
              </a:rPr>
              <a:t>Kết</a:t>
            </a:r>
            <a:r>
              <a:rPr lang="en-US" b="1" dirty="0">
                <a:solidFill>
                  <a:schemeClr val="dk1"/>
                </a:solidFill>
                <a:latin typeface="Arial"/>
                <a:ea typeface="Arial"/>
                <a:cs typeface="Arial"/>
                <a:sym typeface="Arial"/>
              </a:rPr>
              <a:t> </a:t>
            </a:r>
            <a:r>
              <a:rPr lang="en-US" b="1" dirty="0" err="1">
                <a:solidFill>
                  <a:schemeClr val="dk1"/>
                </a:solidFill>
                <a:latin typeface="Arial"/>
                <a:ea typeface="Arial"/>
                <a:cs typeface="Arial"/>
                <a:sym typeface="Arial"/>
              </a:rPr>
              <a:t>luận</a:t>
            </a:r>
            <a:r>
              <a:rPr lang="en-US" b="1" dirty="0">
                <a:solidFill>
                  <a:schemeClr val="dk1"/>
                </a:solidFill>
                <a:latin typeface="Arial"/>
                <a:ea typeface="Arial"/>
                <a:cs typeface="Arial"/>
                <a:sym typeface="Arial"/>
              </a:rPr>
              <a:t> </a:t>
            </a:r>
            <a:r>
              <a:rPr lang="en-US" b="1" dirty="0" err="1">
                <a:solidFill>
                  <a:schemeClr val="dk1"/>
                </a:solidFill>
                <a:latin typeface="Arial"/>
                <a:ea typeface="Arial"/>
                <a:cs typeface="Arial"/>
                <a:sym typeface="Arial"/>
              </a:rPr>
              <a:t>và</a:t>
            </a:r>
            <a:r>
              <a:rPr lang="en-US" b="1" dirty="0">
                <a:solidFill>
                  <a:schemeClr val="dk1"/>
                </a:solidFill>
                <a:latin typeface="Arial"/>
                <a:ea typeface="Arial"/>
                <a:cs typeface="Arial"/>
                <a:sym typeface="Arial"/>
              </a:rPr>
              <a:t> </a:t>
            </a:r>
            <a:r>
              <a:rPr lang="en-US" b="1" dirty="0" err="1">
                <a:solidFill>
                  <a:schemeClr val="dk1"/>
                </a:solidFill>
                <a:latin typeface="Arial"/>
                <a:ea typeface="Arial"/>
                <a:cs typeface="Arial"/>
                <a:sym typeface="Arial"/>
              </a:rPr>
              <a:t>hướng</a:t>
            </a:r>
            <a:r>
              <a:rPr lang="en-US" b="1" dirty="0">
                <a:solidFill>
                  <a:schemeClr val="dk1"/>
                </a:solidFill>
                <a:latin typeface="Arial"/>
                <a:ea typeface="Arial"/>
                <a:cs typeface="Arial"/>
                <a:sym typeface="Arial"/>
              </a:rPr>
              <a:t> </a:t>
            </a:r>
            <a:r>
              <a:rPr lang="en-US" b="1" dirty="0" err="1">
                <a:solidFill>
                  <a:schemeClr val="dk1"/>
                </a:solidFill>
                <a:latin typeface="Arial"/>
                <a:ea typeface="Arial"/>
                <a:cs typeface="Arial"/>
                <a:sym typeface="Arial"/>
              </a:rPr>
              <a:t>phát</a:t>
            </a:r>
            <a:r>
              <a:rPr lang="en-US" b="1" dirty="0">
                <a:solidFill>
                  <a:schemeClr val="dk1"/>
                </a:solidFill>
                <a:latin typeface="Arial"/>
                <a:ea typeface="Arial"/>
                <a:cs typeface="Arial"/>
                <a:sym typeface="Arial"/>
              </a:rPr>
              <a:t> </a:t>
            </a:r>
            <a:r>
              <a:rPr lang="en-US" b="1" dirty="0" err="1">
                <a:solidFill>
                  <a:schemeClr val="dk1"/>
                </a:solidFill>
                <a:latin typeface="Arial"/>
                <a:ea typeface="Arial"/>
                <a:cs typeface="Arial"/>
                <a:sym typeface="Arial"/>
              </a:rPr>
              <a:t>triển</a:t>
            </a:r>
            <a:endParaRPr sz="1800" b="1" dirty="0">
              <a:solidFill>
                <a:schemeClr val="dk1"/>
              </a:solidFill>
              <a:latin typeface="Arial"/>
              <a:ea typeface="Arial"/>
              <a:cs typeface="Arial"/>
              <a:sym typeface="Arial"/>
            </a:endParaRPr>
          </a:p>
        </p:txBody>
      </p:sp>
      <p:grpSp>
        <p:nvGrpSpPr>
          <p:cNvPr id="19457" name="Google Shape;140;p2">
            <a:extLst>
              <a:ext uri="{FF2B5EF4-FFF2-40B4-BE49-F238E27FC236}">
                <a16:creationId xmlns:a16="http://schemas.microsoft.com/office/drawing/2014/main" id="{9119E3E3-4C89-AF14-3E25-F8D506F23C2D}"/>
              </a:ext>
            </a:extLst>
          </p:cNvPr>
          <p:cNvGrpSpPr/>
          <p:nvPr/>
        </p:nvGrpSpPr>
        <p:grpSpPr>
          <a:xfrm>
            <a:off x="1817252" y="5238327"/>
            <a:ext cx="381000" cy="381000"/>
            <a:chOff x="2078" y="1680"/>
            <a:chExt cx="1615" cy="1615"/>
          </a:xfrm>
        </p:grpSpPr>
        <p:sp>
          <p:nvSpPr>
            <p:cNvPr id="19459" name="Google Shape;141;p2">
              <a:extLst>
                <a:ext uri="{FF2B5EF4-FFF2-40B4-BE49-F238E27FC236}">
                  <a16:creationId xmlns:a16="http://schemas.microsoft.com/office/drawing/2014/main" id="{D5D38F2C-4246-B6AD-21B2-4D75B2486C76}"/>
                </a:ext>
              </a:extLst>
            </p:cNvPr>
            <p:cNvSpPr/>
            <p:nvPr/>
          </p:nvSpPr>
          <p:spPr>
            <a:xfrm>
              <a:off x="2078" y="1680"/>
              <a:ext cx="1615" cy="1615"/>
            </a:xfrm>
            <a:prstGeom prst="ellipse">
              <a:avLst/>
            </a:prstGeom>
            <a:gradFill>
              <a:gsLst>
                <a:gs pos="0">
                  <a:srgbClr val="B3B3B3"/>
                </a:gs>
                <a:gs pos="50000">
                  <a:srgbClr val="FFFFFF"/>
                </a:gs>
                <a:gs pos="100000">
                  <a:srgbClr val="B3B3B3"/>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460" name="Google Shape;142;p2">
              <a:extLst>
                <a:ext uri="{FF2B5EF4-FFF2-40B4-BE49-F238E27FC236}">
                  <a16:creationId xmlns:a16="http://schemas.microsoft.com/office/drawing/2014/main" id="{84D4F7D2-A6B4-6F5A-3661-9907897D7DC6}"/>
                </a:ext>
              </a:extLst>
            </p:cNvPr>
            <p:cNvSpPr/>
            <p:nvPr/>
          </p:nvSpPr>
          <p:spPr>
            <a:xfrm>
              <a:off x="2170" y="1771"/>
              <a:ext cx="1430" cy="1430"/>
            </a:xfrm>
            <a:prstGeom prst="ellipse">
              <a:avLst/>
            </a:prstGeom>
            <a:gradFill>
              <a:gsLst>
                <a:gs pos="0">
                  <a:srgbClr val="CFCFCF"/>
                </a:gs>
                <a:gs pos="50000">
                  <a:srgbClr val="FFFFFF"/>
                </a:gs>
                <a:gs pos="100000">
                  <a:srgbClr val="CFCFCF"/>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461" name="Google Shape;143;p2">
              <a:extLst>
                <a:ext uri="{FF2B5EF4-FFF2-40B4-BE49-F238E27FC236}">
                  <a16:creationId xmlns:a16="http://schemas.microsoft.com/office/drawing/2014/main" id="{09214939-1B5F-8C35-FF51-0D3E4268939D}"/>
                </a:ext>
              </a:extLst>
            </p:cNvPr>
            <p:cNvSpPr/>
            <p:nvPr/>
          </p:nvSpPr>
          <p:spPr>
            <a:xfrm>
              <a:off x="2254" y="1856"/>
              <a:ext cx="1262" cy="1264"/>
            </a:xfrm>
            <a:prstGeom prst="ellipse">
              <a:avLst/>
            </a:prstGeom>
            <a:gradFill>
              <a:gsLst>
                <a:gs pos="0">
                  <a:srgbClr val="FFFFFF"/>
                </a:gs>
                <a:gs pos="50000">
                  <a:schemeClr val="hlink"/>
                </a:gs>
                <a:gs pos="100000">
                  <a:srgbClr val="FFFFFF"/>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462" name="Google Shape;144;p2">
              <a:extLst>
                <a:ext uri="{FF2B5EF4-FFF2-40B4-BE49-F238E27FC236}">
                  <a16:creationId xmlns:a16="http://schemas.microsoft.com/office/drawing/2014/main" id="{49627124-7F82-2161-36A8-2D94B2BB5FFB}"/>
                </a:ext>
              </a:extLst>
            </p:cNvPr>
            <p:cNvSpPr/>
            <p:nvPr/>
          </p:nvSpPr>
          <p:spPr>
            <a:xfrm>
              <a:off x="2254" y="1856"/>
              <a:ext cx="1262" cy="1264"/>
            </a:xfrm>
            <a:prstGeom prst="ellipse">
              <a:avLst/>
            </a:prstGeom>
            <a:gradFill>
              <a:gsLst>
                <a:gs pos="0">
                  <a:srgbClr val="000000"/>
                </a:gs>
                <a:gs pos="100000">
                  <a:srgbClr val="FFCC00"/>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463" name="Google Shape;145;p2">
              <a:extLst>
                <a:ext uri="{FF2B5EF4-FFF2-40B4-BE49-F238E27FC236}">
                  <a16:creationId xmlns:a16="http://schemas.microsoft.com/office/drawing/2014/main" id="{C0B9EA01-1D65-5B65-F6A3-9D661E942746}"/>
                </a:ext>
              </a:extLst>
            </p:cNvPr>
            <p:cNvSpPr/>
            <p:nvPr/>
          </p:nvSpPr>
          <p:spPr>
            <a:xfrm>
              <a:off x="2337" y="1939"/>
              <a:ext cx="1096" cy="1098"/>
            </a:xfrm>
            <a:prstGeom prst="ellipse">
              <a:avLst/>
            </a:prstGeom>
            <a:gradFill>
              <a:gsLst>
                <a:gs pos="0">
                  <a:srgbClr val="034A91"/>
                </a:gs>
                <a:gs pos="50000">
                  <a:schemeClr val="hlink"/>
                </a:gs>
                <a:gs pos="100000">
                  <a:srgbClr val="034A91"/>
                </a:gs>
              </a:gsLst>
              <a:lin ang="189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464" name="Google Shape;146;p2">
              <a:extLst>
                <a:ext uri="{FF2B5EF4-FFF2-40B4-BE49-F238E27FC236}">
                  <a16:creationId xmlns:a16="http://schemas.microsoft.com/office/drawing/2014/main" id="{F1F3F445-8C65-F3C5-79D5-0EE8A5B8683B}"/>
                </a:ext>
              </a:extLst>
            </p:cNvPr>
            <p:cNvSpPr/>
            <p:nvPr/>
          </p:nvSpPr>
          <p:spPr>
            <a:xfrm>
              <a:off x="2337" y="1939"/>
              <a:ext cx="1096" cy="1098"/>
            </a:xfrm>
            <a:prstGeom prst="ellipse">
              <a:avLst/>
            </a:prstGeom>
            <a:gradFill>
              <a:gsLst>
                <a:gs pos="0">
                  <a:srgbClr val="FFCC00"/>
                </a:gs>
                <a:gs pos="100000">
                  <a:srgbClr val="B79200"/>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Tree>
    <p:extLst>
      <p:ext uri="{BB962C8B-B14F-4D97-AF65-F5344CB8AC3E}">
        <p14:creationId xmlns:p14="http://schemas.microsoft.com/office/powerpoint/2010/main" val="145754388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199"/>
                                        </p:tgtEl>
                                        <p:attrNameLst>
                                          <p:attrName>style.visibility</p:attrName>
                                        </p:attrNameLst>
                                      </p:cBhvr>
                                      <p:to>
                                        <p:strVal val="visible"/>
                                      </p:to>
                                    </p:set>
                                    <p:anim calcmode="lin" valueType="num">
                                      <p:cBhvr additive="base">
                                        <p:cTn id="7" dur="500" fill="hold"/>
                                        <p:tgtEl>
                                          <p:spTgt spid="8199"/>
                                        </p:tgtEl>
                                        <p:attrNameLst>
                                          <p:attrName>ppt_x</p:attrName>
                                        </p:attrNameLst>
                                      </p:cBhvr>
                                      <p:tavLst>
                                        <p:tav tm="0">
                                          <p:val>
                                            <p:strVal val="#ppt_x"/>
                                          </p:val>
                                        </p:tav>
                                        <p:tav tm="100000">
                                          <p:val>
                                            <p:strVal val="#ppt_x"/>
                                          </p:val>
                                        </p:tav>
                                      </p:tavLst>
                                    </p:anim>
                                    <p:anim calcmode="lin" valueType="num">
                                      <p:cBhvr additive="base">
                                        <p:cTn id="8" dur="500" fill="hold"/>
                                        <p:tgtEl>
                                          <p:spTgt spid="8199"/>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8200"/>
                                        </p:tgtEl>
                                        <p:attrNameLst>
                                          <p:attrName>style.visibility</p:attrName>
                                        </p:attrNameLst>
                                      </p:cBhvr>
                                      <p:to>
                                        <p:strVal val="visible"/>
                                      </p:to>
                                    </p:set>
                                    <p:anim calcmode="lin" valueType="num">
                                      <p:cBhvr additive="base">
                                        <p:cTn id="11" dur="500" fill="hold"/>
                                        <p:tgtEl>
                                          <p:spTgt spid="8200"/>
                                        </p:tgtEl>
                                        <p:attrNameLst>
                                          <p:attrName>ppt_x</p:attrName>
                                        </p:attrNameLst>
                                      </p:cBhvr>
                                      <p:tavLst>
                                        <p:tav tm="0">
                                          <p:val>
                                            <p:strVal val="#ppt_x"/>
                                          </p:val>
                                        </p:tav>
                                        <p:tav tm="100000">
                                          <p:val>
                                            <p:strVal val="#ppt_x"/>
                                          </p:val>
                                        </p:tav>
                                      </p:tavLst>
                                    </p:anim>
                                    <p:anim calcmode="lin" valueType="num">
                                      <p:cBhvr additive="base">
                                        <p:cTn id="12" dur="500" fill="hold"/>
                                        <p:tgtEl>
                                          <p:spTgt spid="8200"/>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8198"/>
                                        </p:tgtEl>
                                        <p:attrNameLst>
                                          <p:attrName>style.visibility</p:attrName>
                                        </p:attrNameLst>
                                      </p:cBhvr>
                                      <p:to>
                                        <p:strVal val="visible"/>
                                      </p:to>
                                    </p:set>
                                    <p:anim calcmode="lin" valueType="num">
                                      <p:cBhvr additive="base">
                                        <p:cTn id="17" dur="500" fill="hold"/>
                                        <p:tgtEl>
                                          <p:spTgt spid="8198"/>
                                        </p:tgtEl>
                                        <p:attrNameLst>
                                          <p:attrName>ppt_x</p:attrName>
                                        </p:attrNameLst>
                                      </p:cBhvr>
                                      <p:tavLst>
                                        <p:tav tm="0">
                                          <p:val>
                                            <p:strVal val="#ppt_x"/>
                                          </p:val>
                                        </p:tav>
                                        <p:tav tm="100000">
                                          <p:val>
                                            <p:strVal val="#ppt_x"/>
                                          </p:val>
                                        </p:tav>
                                      </p:tavLst>
                                    </p:anim>
                                    <p:anim calcmode="lin" valueType="num">
                                      <p:cBhvr additive="base">
                                        <p:cTn id="18" dur="500" fill="hold"/>
                                        <p:tgtEl>
                                          <p:spTgt spid="8198"/>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8207"/>
                                        </p:tgtEl>
                                        <p:attrNameLst>
                                          <p:attrName>style.visibility</p:attrName>
                                        </p:attrNameLst>
                                      </p:cBhvr>
                                      <p:to>
                                        <p:strVal val="visible"/>
                                      </p:to>
                                    </p:set>
                                    <p:anim calcmode="lin" valueType="num">
                                      <p:cBhvr additive="base">
                                        <p:cTn id="21" dur="500" fill="hold"/>
                                        <p:tgtEl>
                                          <p:spTgt spid="8207"/>
                                        </p:tgtEl>
                                        <p:attrNameLst>
                                          <p:attrName>ppt_x</p:attrName>
                                        </p:attrNameLst>
                                      </p:cBhvr>
                                      <p:tavLst>
                                        <p:tav tm="0">
                                          <p:val>
                                            <p:strVal val="#ppt_x"/>
                                          </p:val>
                                        </p:tav>
                                        <p:tav tm="100000">
                                          <p:val>
                                            <p:strVal val="#ppt_x"/>
                                          </p:val>
                                        </p:tav>
                                      </p:tavLst>
                                    </p:anim>
                                    <p:anim calcmode="lin" valueType="num">
                                      <p:cBhvr additive="base">
                                        <p:cTn id="22" dur="500" fill="hold"/>
                                        <p:tgtEl>
                                          <p:spTgt spid="8207"/>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8214"/>
                                        </p:tgtEl>
                                        <p:attrNameLst>
                                          <p:attrName>style.visibility</p:attrName>
                                        </p:attrNameLst>
                                      </p:cBhvr>
                                      <p:to>
                                        <p:strVal val="visible"/>
                                      </p:to>
                                    </p:set>
                                    <p:anim calcmode="lin" valueType="num">
                                      <p:cBhvr additive="base">
                                        <p:cTn id="27" dur="500" fill="hold"/>
                                        <p:tgtEl>
                                          <p:spTgt spid="8214"/>
                                        </p:tgtEl>
                                        <p:attrNameLst>
                                          <p:attrName>ppt_x</p:attrName>
                                        </p:attrNameLst>
                                      </p:cBhvr>
                                      <p:tavLst>
                                        <p:tav tm="0">
                                          <p:val>
                                            <p:strVal val="#ppt_x"/>
                                          </p:val>
                                        </p:tav>
                                        <p:tav tm="100000">
                                          <p:val>
                                            <p:strVal val="#ppt_x"/>
                                          </p:val>
                                        </p:tav>
                                      </p:tavLst>
                                    </p:anim>
                                    <p:anim calcmode="lin" valueType="num">
                                      <p:cBhvr additive="base">
                                        <p:cTn id="28" dur="500" fill="hold"/>
                                        <p:tgtEl>
                                          <p:spTgt spid="8214"/>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8215"/>
                                        </p:tgtEl>
                                        <p:attrNameLst>
                                          <p:attrName>style.visibility</p:attrName>
                                        </p:attrNameLst>
                                      </p:cBhvr>
                                      <p:to>
                                        <p:strVal val="visible"/>
                                      </p:to>
                                    </p:set>
                                    <p:anim calcmode="lin" valueType="num">
                                      <p:cBhvr additive="base">
                                        <p:cTn id="31" dur="500" fill="hold"/>
                                        <p:tgtEl>
                                          <p:spTgt spid="8215"/>
                                        </p:tgtEl>
                                        <p:attrNameLst>
                                          <p:attrName>ppt_x</p:attrName>
                                        </p:attrNameLst>
                                      </p:cBhvr>
                                      <p:tavLst>
                                        <p:tav tm="0">
                                          <p:val>
                                            <p:strVal val="#ppt_x"/>
                                          </p:val>
                                        </p:tav>
                                        <p:tav tm="100000">
                                          <p:val>
                                            <p:strVal val="#ppt_x"/>
                                          </p:val>
                                        </p:tav>
                                      </p:tavLst>
                                    </p:anim>
                                    <p:anim calcmode="lin" valueType="num">
                                      <p:cBhvr additive="base">
                                        <p:cTn id="32" dur="500" fill="hold"/>
                                        <p:tgtEl>
                                          <p:spTgt spid="8215"/>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9456"/>
                                        </p:tgtEl>
                                        <p:attrNameLst>
                                          <p:attrName>style.visibility</p:attrName>
                                        </p:attrNameLst>
                                      </p:cBhvr>
                                      <p:to>
                                        <p:strVal val="visible"/>
                                      </p:to>
                                    </p:set>
                                    <p:anim calcmode="lin" valueType="num">
                                      <p:cBhvr additive="base">
                                        <p:cTn id="37" dur="500" fill="hold"/>
                                        <p:tgtEl>
                                          <p:spTgt spid="19456"/>
                                        </p:tgtEl>
                                        <p:attrNameLst>
                                          <p:attrName>ppt_x</p:attrName>
                                        </p:attrNameLst>
                                      </p:cBhvr>
                                      <p:tavLst>
                                        <p:tav tm="0">
                                          <p:val>
                                            <p:strVal val="#ppt_x"/>
                                          </p:val>
                                        </p:tav>
                                        <p:tav tm="100000">
                                          <p:val>
                                            <p:strVal val="#ppt_x"/>
                                          </p:val>
                                        </p:tav>
                                      </p:tavLst>
                                    </p:anim>
                                    <p:anim calcmode="lin" valueType="num">
                                      <p:cBhvr additive="base">
                                        <p:cTn id="38" dur="500" fill="hold"/>
                                        <p:tgtEl>
                                          <p:spTgt spid="19456"/>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19457"/>
                                        </p:tgtEl>
                                        <p:attrNameLst>
                                          <p:attrName>style.visibility</p:attrName>
                                        </p:attrNameLst>
                                      </p:cBhvr>
                                      <p:to>
                                        <p:strVal val="visible"/>
                                      </p:to>
                                    </p:set>
                                    <p:anim calcmode="lin" valueType="num">
                                      <p:cBhvr additive="base">
                                        <p:cTn id="41" dur="500" fill="hold"/>
                                        <p:tgtEl>
                                          <p:spTgt spid="19457"/>
                                        </p:tgtEl>
                                        <p:attrNameLst>
                                          <p:attrName>ppt_x</p:attrName>
                                        </p:attrNameLst>
                                      </p:cBhvr>
                                      <p:tavLst>
                                        <p:tav tm="0">
                                          <p:val>
                                            <p:strVal val="#ppt_x"/>
                                          </p:val>
                                        </p:tav>
                                        <p:tav tm="100000">
                                          <p:val>
                                            <p:strVal val="#ppt_x"/>
                                          </p:val>
                                        </p:tav>
                                      </p:tavLst>
                                    </p:anim>
                                    <p:anim calcmode="lin" valueType="num">
                                      <p:cBhvr additive="base">
                                        <p:cTn id="42" dur="500" fill="hold"/>
                                        <p:tgtEl>
                                          <p:spTgt spid="1945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8" grpId="0" animBg="1"/>
      <p:bldP spid="8199" grpId="0" animBg="1"/>
      <p:bldP spid="8214" grpId="0" animBg="1"/>
      <p:bldP spid="1945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28F9F9-CF5F-182D-9FBC-4C16D1DDD315}"/>
            </a:ext>
          </a:extLst>
        </p:cNvPr>
        <p:cNvGrpSpPr/>
        <p:nvPr/>
      </p:nvGrpSpPr>
      <p:grpSpPr>
        <a:xfrm>
          <a:off x="0" y="0"/>
          <a:ext cx="0" cy="0"/>
          <a:chOff x="0" y="0"/>
          <a:chExt cx="0" cy="0"/>
        </a:xfrm>
      </p:grpSpPr>
      <p:sp>
        <p:nvSpPr>
          <p:cNvPr id="19458" name="Slide Number Placeholder 5">
            <a:extLst>
              <a:ext uri="{FF2B5EF4-FFF2-40B4-BE49-F238E27FC236}">
                <a16:creationId xmlns:a16="http://schemas.microsoft.com/office/drawing/2014/main" id="{0D87269B-F84B-209B-AF86-18A9BE019ED5}"/>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Verdana" panose="020B0604030504040204" pitchFamily="34" charset="0"/>
              </a:defRPr>
            </a:lvl1pPr>
            <a:lvl2pPr marL="742950" indent="-285750">
              <a:spcBef>
                <a:spcPct val="20000"/>
              </a:spcBef>
              <a:buChar char="–"/>
              <a:defRPr sz="2800">
                <a:solidFill>
                  <a:schemeClr val="tx1"/>
                </a:solidFill>
                <a:latin typeface="Verdana" panose="020B0604030504040204" pitchFamily="34" charset="0"/>
              </a:defRPr>
            </a:lvl2pPr>
            <a:lvl3pPr marL="1143000" indent="-228600">
              <a:spcBef>
                <a:spcPct val="20000"/>
              </a:spcBef>
              <a:buChar char="•"/>
              <a:defRPr sz="2400">
                <a:solidFill>
                  <a:schemeClr val="tx1"/>
                </a:solidFill>
                <a:latin typeface="Verdana" panose="020B0604030504040204" pitchFamily="34" charset="0"/>
              </a:defRPr>
            </a:lvl3pPr>
            <a:lvl4pPr marL="1600200" indent="-228600">
              <a:spcBef>
                <a:spcPct val="20000"/>
              </a:spcBef>
              <a:buChar char="–"/>
              <a:defRPr sz="2000">
                <a:solidFill>
                  <a:schemeClr val="tx1"/>
                </a:solidFill>
                <a:latin typeface="Verdana" panose="020B0604030504040204" pitchFamily="34" charset="0"/>
              </a:defRPr>
            </a:lvl4pPr>
            <a:lvl5pPr marL="2057400" indent="-228600">
              <a:spcBef>
                <a:spcPct val="20000"/>
              </a:spcBef>
              <a:buChar char="»"/>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Verdana" panose="020B0604030504040204" pitchFamily="34" charset="0"/>
              </a:defRPr>
            </a:lvl9pPr>
          </a:lstStyle>
          <a:p>
            <a:pPr>
              <a:spcBef>
                <a:spcPct val="0"/>
              </a:spcBef>
              <a:buFontTx/>
              <a:buNone/>
            </a:pPr>
            <a:fld id="{7A12D7E3-E12C-46AD-95DA-2B3BA076F846}" type="slidenum">
              <a:rPr lang="en-US" altLang="en-US" sz="1400"/>
              <a:t>3</a:t>
            </a:fld>
            <a:endParaRPr lang="en-US" altLang="en-US" sz="1400"/>
          </a:p>
        </p:txBody>
      </p:sp>
      <p:sp>
        <p:nvSpPr>
          <p:cNvPr id="2" name="Rectangle 2">
            <a:extLst>
              <a:ext uri="{FF2B5EF4-FFF2-40B4-BE49-F238E27FC236}">
                <a16:creationId xmlns:a16="http://schemas.microsoft.com/office/drawing/2014/main" id="{EE4D0724-31CF-975A-A3C3-A4D7A5A7917E}"/>
              </a:ext>
            </a:extLst>
          </p:cNvPr>
          <p:cNvSpPr>
            <a:spLocks noGrp="1" noChangeArrowheads="1"/>
          </p:cNvSpPr>
          <p:nvPr>
            <p:ph type="title"/>
          </p:nvPr>
        </p:nvSpPr>
        <p:spPr>
          <a:xfrm>
            <a:off x="906236" y="144624"/>
            <a:ext cx="8077200" cy="609600"/>
          </a:xfrm>
        </p:spPr>
        <p:txBody>
          <a:bodyPr>
            <a:normAutofit/>
          </a:bodyPr>
          <a:lstStyle/>
          <a:p>
            <a:pPr>
              <a:defRPr/>
            </a:pPr>
            <a:r>
              <a:rPr lang="en-US" altLang="en-US" b="1" dirty="0" err="1">
                <a:latin typeface="Arial" panose="020B0604020202020204" pitchFamily="34" charset="0"/>
                <a:cs typeface="Arial" panose="020B0604020202020204" pitchFamily="34" charset="0"/>
              </a:rPr>
              <a:t>Nội</a:t>
            </a:r>
            <a:r>
              <a:rPr lang="en-US" altLang="en-US" b="1" dirty="0">
                <a:latin typeface="Arial" panose="020B0604020202020204" pitchFamily="34" charset="0"/>
                <a:cs typeface="Arial" panose="020B0604020202020204" pitchFamily="34" charset="0"/>
              </a:rPr>
              <a:t> dung</a:t>
            </a:r>
          </a:p>
        </p:txBody>
      </p:sp>
      <p:sp>
        <p:nvSpPr>
          <p:cNvPr id="8198" name="Google Shape;98;p2">
            <a:extLst>
              <a:ext uri="{FF2B5EF4-FFF2-40B4-BE49-F238E27FC236}">
                <a16:creationId xmlns:a16="http://schemas.microsoft.com/office/drawing/2014/main" id="{CE47ACCE-5AB9-49DB-6C2E-FDA56A3E446D}"/>
              </a:ext>
            </a:extLst>
          </p:cNvPr>
          <p:cNvSpPr/>
          <p:nvPr/>
        </p:nvSpPr>
        <p:spPr>
          <a:xfrm>
            <a:off x="2742180" y="2358132"/>
            <a:ext cx="5424985" cy="508000"/>
          </a:xfrm>
          <a:prstGeom prst="roundRect">
            <a:avLst>
              <a:gd name="adj" fmla="val 50000"/>
            </a:avLst>
          </a:prstGeom>
          <a:noFill/>
          <a:ln w="28575" cap="flat" cmpd="sng">
            <a:solidFill>
              <a:schemeClr val="l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b="1" dirty="0">
                <a:solidFill>
                  <a:schemeClr val="accent3">
                    <a:lumMod val="40000"/>
                    <a:lumOff val="60000"/>
                  </a:schemeClr>
                </a:solidFill>
              </a:rPr>
              <a:t>Phân </a:t>
            </a:r>
            <a:r>
              <a:rPr lang="en-US" sz="1800" b="1" dirty="0" err="1">
                <a:solidFill>
                  <a:schemeClr val="accent3">
                    <a:lumMod val="40000"/>
                    <a:lumOff val="60000"/>
                  </a:schemeClr>
                </a:solidFill>
              </a:rPr>
              <a:t>tích</a:t>
            </a:r>
            <a:r>
              <a:rPr lang="en-US" sz="1800" b="1" dirty="0">
                <a:solidFill>
                  <a:schemeClr val="accent3">
                    <a:lumMod val="40000"/>
                    <a:lumOff val="60000"/>
                  </a:schemeClr>
                </a:solidFill>
              </a:rPr>
              <a:t> </a:t>
            </a:r>
            <a:r>
              <a:rPr lang="en-US" b="1" dirty="0" err="1">
                <a:solidFill>
                  <a:schemeClr val="accent3">
                    <a:lumMod val="40000"/>
                    <a:lumOff val="60000"/>
                  </a:schemeClr>
                </a:solidFill>
              </a:rPr>
              <a:t>và</a:t>
            </a:r>
            <a:r>
              <a:rPr lang="en-US" b="1" dirty="0">
                <a:solidFill>
                  <a:schemeClr val="accent3">
                    <a:lumMod val="40000"/>
                    <a:lumOff val="60000"/>
                  </a:schemeClr>
                </a:solidFill>
              </a:rPr>
              <a:t> </a:t>
            </a:r>
            <a:r>
              <a:rPr lang="en-US" b="1" dirty="0" err="1">
                <a:solidFill>
                  <a:schemeClr val="accent3">
                    <a:lumMod val="40000"/>
                    <a:lumOff val="60000"/>
                  </a:schemeClr>
                </a:solidFill>
              </a:rPr>
              <a:t>thiết</a:t>
            </a:r>
            <a:r>
              <a:rPr lang="en-US" b="1" dirty="0">
                <a:solidFill>
                  <a:schemeClr val="accent3">
                    <a:lumMod val="40000"/>
                    <a:lumOff val="60000"/>
                  </a:schemeClr>
                </a:solidFill>
              </a:rPr>
              <a:t> </a:t>
            </a:r>
            <a:r>
              <a:rPr lang="en-US" b="1" dirty="0" err="1">
                <a:solidFill>
                  <a:schemeClr val="accent3">
                    <a:lumMod val="40000"/>
                    <a:lumOff val="60000"/>
                  </a:schemeClr>
                </a:solidFill>
              </a:rPr>
              <a:t>kế</a:t>
            </a:r>
            <a:r>
              <a:rPr lang="en-US" b="1" dirty="0">
                <a:solidFill>
                  <a:schemeClr val="accent3">
                    <a:lumMod val="40000"/>
                    <a:lumOff val="60000"/>
                  </a:schemeClr>
                </a:solidFill>
              </a:rPr>
              <a:t> </a:t>
            </a:r>
            <a:r>
              <a:rPr lang="en-US" b="1" dirty="0" err="1">
                <a:solidFill>
                  <a:schemeClr val="accent3">
                    <a:lumMod val="40000"/>
                    <a:lumOff val="60000"/>
                  </a:schemeClr>
                </a:solidFill>
              </a:rPr>
              <a:t>hệ</a:t>
            </a:r>
            <a:r>
              <a:rPr lang="en-US" b="1" dirty="0">
                <a:solidFill>
                  <a:schemeClr val="accent3">
                    <a:lumMod val="40000"/>
                    <a:lumOff val="60000"/>
                  </a:schemeClr>
                </a:solidFill>
              </a:rPr>
              <a:t> </a:t>
            </a:r>
            <a:r>
              <a:rPr lang="en-US" b="1" dirty="0" err="1">
                <a:solidFill>
                  <a:schemeClr val="accent3">
                    <a:lumMod val="40000"/>
                    <a:lumOff val="60000"/>
                  </a:schemeClr>
                </a:solidFill>
              </a:rPr>
              <a:t>thống</a:t>
            </a:r>
            <a:endParaRPr lang="vi-VN" dirty="0">
              <a:solidFill>
                <a:schemeClr val="accent3">
                  <a:lumMod val="40000"/>
                  <a:lumOff val="60000"/>
                </a:schemeClr>
              </a:solidFill>
            </a:endParaRPr>
          </a:p>
        </p:txBody>
      </p:sp>
      <p:sp>
        <p:nvSpPr>
          <p:cNvPr id="8199" name="Google Shape;99;p2">
            <a:extLst>
              <a:ext uri="{FF2B5EF4-FFF2-40B4-BE49-F238E27FC236}">
                <a16:creationId xmlns:a16="http://schemas.microsoft.com/office/drawing/2014/main" id="{6FD83EB2-BE2B-3836-BA4D-281BA5708E9E}"/>
              </a:ext>
            </a:extLst>
          </p:cNvPr>
          <p:cNvSpPr/>
          <p:nvPr/>
        </p:nvSpPr>
        <p:spPr>
          <a:xfrm>
            <a:off x="1987550" y="1164122"/>
            <a:ext cx="5168900" cy="508000"/>
          </a:xfrm>
          <a:prstGeom prst="roundRect">
            <a:avLst>
              <a:gd name="adj" fmla="val 50000"/>
            </a:avLst>
          </a:prstGeom>
          <a:noFill/>
          <a:ln w="28575" cap="flat" cmpd="sng">
            <a:solidFill>
              <a:schemeClr val="l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b="1" dirty="0" err="1">
                <a:solidFill>
                  <a:schemeClr val="dk1"/>
                </a:solidFill>
              </a:rPr>
              <a:t>Giới</a:t>
            </a:r>
            <a:r>
              <a:rPr lang="en-US" b="1" dirty="0">
                <a:solidFill>
                  <a:schemeClr val="dk1"/>
                </a:solidFill>
              </a:rPr>
              <a:t> </a:t>
            </a:r>
            <a:r>
              <a:rPr lang="en-US" b="1" dirty="0" err="1">
                <a:solidFill>
                  <a:schemeClr val="dk1"/>
                </a:solidFill>
              </a:rPr>
              <a:t>thiệu</a:t>
            </a:r>
            <a:r>
              <a:rPr lang="en-US" b="1" dirty="0">
                <a:solidFill>
                  <a:schemeClr val="dk1"/>
                </a:solidFill>
              </a:rPr>
              <a:t> </a:t>
            </a:r>
            <a:r>
              <a:rPr lang="en-US" b="1" dirty="0" err="1">
                <a:solidFill>
                  <a:schemeClr val="dk1"/>
                </a:solidFill>
              </a:rPr>
              <a:t>đề</a:t>
            </a:r>
            <a:r>
              <a:rPr lang="en-US" b="1" dirty="0">
                <a:solidFill>
                  <a:schemeClr val="dk1"/>
                </a:solidFill>
              </a:rPr>
              <a:t> </a:t>
            </a:r>
            <a:r>
              <a:rPr lang="en-US" b="1" dirty="0" err="1">
                <a:solidFill>
                  <a:schemeClr val="dk1"/>
                </a:solidFill>
              </a:rPr>
              <a:t>tài</a:t>
            </a:r>
            <a:endParaRPr dirty="0"/>
          </a:p>
        </p:txBody>
      </p:sp>
      <p:grpSp>
        <p:nvGrpSpPr>
          <p:cNvPr id="8200" name="Google Shape;100;p2">
            <a:extLst>
              <a:ext uri="{FF2B5EF4-FFF2-40B4-BE49-F238E27FC236}">
                <a16:creationId xmlns:a16="http://schemas.microsoft.com/office/drawing/2014/main" id="{22F00F54-7BEF-27EE-E55C-B0087A6FB9E1}"/>
              </a:ext>
            </a:extLst>
          </p:cNvPr>
          <p:cNvGrpSpPr/>
          <p:nvPr/>
        </p:nvGrpSpPr>
        <p:grpSpPr>
          <a:xfrm>
            <a:off x="1462085" y="1258450"/>
            <a:ext cx="381000" cy="381000"/>
            <a:chOff x="2078" y="1680"/>
            <a:chExt cx="1615" cy="1615"/>
          </a:xfrm>
        </p:grpSpPr>
        <p:sp>
          <p:nvSpPr>
            <p:cNvPr id="8201" name="Google Shape;101;p2">
              <a:extLst>
                <a:ext uri="{FF2B5EF4-FFF2-40B4-BE49-F238E27FC236}">
                  <a16:creationId xmlns:a16="http://schemas.microsoft.com/office/drawing/2014/main" id="{5E8A8F6E-5BEF-5563-2D89-B52842FF306C}"/>
                </a:ext>
              </a:extLst>
            </p:cNvPr>
            <p:cNvSpPr/>
            <p:nvPr/>
          </p:nvSpPr>
          <p:spPr>
            <a:xfrm>
              <a:off x="2078" y="1680"/>
              <a:ext cx="1615" cy="1615"/>
            </a:xfrm>
            <a:prstGeom prst="ellipse">
              <a:avLst/>
            </a:prstGeom>
            <a:gradFill>
              <a:gsLst>
                <a:gs pos="0">
                  <a:srgbClr val="B3B3B3"/>
                </a:gs>
                <a:gs pos="50000">
                  <a:srgbClr val="FFFFFF"/>
                </a:gs>
                <a:gs pos="100000">
                  <a:srgbClr val="B3B3B3"/>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02" name="Google Shape;102;p2">
              <a:extLst>
                <a:ext uri="{FF2B5EF4-FFF2-40B4-BE49-F238E27FC236}">
                  <a16:creationId xmlns:a16="http://schemas.microsoft.com/office/drawing/2014/main" id="{339146AF-44DE-061C-5295-1F89AB2402BD}"/>
                </a:ext>
              </a:extLst>
            </p:cNvPr>
            <p:cNvSpPr/>
            <p:nvPr/>
          </p:nvSpPr>
          <p:spPr>
            <a:xfrm>
              <a:off x="2170" y="1771"/>
              <a:ext cx="1430" cy="1430"/>
            </a:xfrm>
            <a:prstGeom prst="ellipse">
              <a:avLst/>
            </a:prstGeom>
            <a:gradFill>
              <a:gsLst>
                <a:gs pos="0">
                  <a:srgbClr val="CFCFCF"/>
                </a:gs>
                <a:gs pos="50000">
                  <a:srgbClr val="FFFFFF"/>
                </a:gs>
                <a:gs pos="100000">
                  <a:srgbClr val="CFCFCF"/>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03" name="Google Shape;103;p2">
              <a:extLst>
                <a:ext uri="{FF2B5EF4-FFF2-40B4-BE49-F238E27FC236}">
                  <a16:creationId xmlns:a16="http://schemas.microsoft.com/office/drawing/2014/main" id="{3A3413E2-3D3E-4AF9-827C-3BF6B58C1695}"/>
                </a:ext>
              </a:extLst>
            </p:cNvPr>
            <p:cNvSpPr/>
            <p:nvPr/>
          </p:nvSpPr>
          <p:spPr>
            <a:xfrm>
              <a:off x="2254" y="1856"/>
              <a:ext cx="1262" cy="1264"/>
            </a:xfrm>
            <a:prstGeom prst="ellipse">
              <a:avLst/>
            </a:prstGeom>
            <a:gradFill>
              <a:gsLst>
                <a:gs pos="0">
                  <a:srgbClr val="FFFFFF"/>
                </a:gs>
                <a:gs pos="50000">
                  <a:schemeClr val="hlink"/>
                </a:gs>
                <a:gs pos="100000">
                  <a:srgbClr val="FFFFFF"/>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04" name="Google Shape;104;p2">
              <a:extLst>
                <a:ext uri="{FF2B5EF4-FFF2-40B4-BE49-F238E27FC236}">
                  <a16:creationId xmlns:a16="http://schemas.microsoft.com/office/drawing/2014/main" id="{BC4D22F1-18A3-BD6F-6DE5-C3BFBC2F776B}"/>
                </a:ext>
              </a:extLst>
            </p:cNvPr>
            <p:cNvSpPr/>
            <p:nvPr/>
          </p:nvSpPr>
          <p:spPr>
            <a:xfrm>
              <a:off x="2254" y="1856"/>
              <a:ext cx="1262" cy="1264"/>
            </a:xfrm>
            <a:prstGeom prst="ellipse">
              <a:avLst/>
            </a:prstGeom>
            <a:gradFill>
              <a:gsLst>
                <a:gs pos="0">
                  <a:srgbClr val="000000"/>
                </a:gs>
                <a:gs pos="100000">
                  <a:srgbClr val="FFCC00"/>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05" name="Google Shape;105;p2">
              <a:extLst>
                <a:ext uri="{FF2B5EF4-FFF2-40B4-BE49-F238E27FC236}">
                  <a16:creationId xmlns:a16="http://schemas.microsoft.com/office/drawing/2014/main" id="{74BAD549-CF81-0A28-CF07-097B5FCFA106}"/>
                </a:ext>
              </a:extLst>
            </p:cNvPr>
            <p:cNvSpPr/>
            <p:nvPr/>
          </p:nvSpPr>
          <p:spPr>
            <a:xfrm>
              <a:off x="2337" y="1939"/>
              <a:ext cx="1096" cy="1098"/>
            </a:xfrm>
            <a:prstGeom prst="ellipse">
              <a:avLst/>
            </a:prstGeom>
            <a:gradFill>
              <a:gsLst>
                <a:gs pos="0">
                  <a:srgbClr val="034A91"/>
                </a:gs>
                <a:gs pos="50000">
                  <a:schemeClr val="hlink"/>
                </a:gs>
                <a:gs pos="100000">
                  <a:srgbClr val="034A91"/>
                </a:gs>
              </a:gsLst>
              <a:lin ang="189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06" name="Google Shape;106;p2">
              <a:extLst>
                <a:ext uri="{FF2B5EF4-FFF2-40B4-BE49-F238E27FC236}">
                  <a16:creationId xmlns:a16="http://schemas.microsoft.com/office/drawing/2014/main" id="{5FE7BDC1-29A8-AAAE-285F-EDB05183CB65}"/>
                </a:ext>
              </a:extLst>
            </p:cNvPr>
            <p:cNvSpPr/>
            <p:nvPr/>
          </p:nvSpPr>
          <p:spPr>
            <a:xfrm>
              <a:off x="2337" y="1939"/>
              <a:ext cx="1096" cy="1098"/>
            </a:xfrm>
            <a:prstGeom prst="ellipse">
              <a:avLst/>
            </a:prstGeom>
            <a:gradFill>
              <a:gsLst>
                <a:gs pos="0">
                  <a:srgbClr val="FFCC00"/>
                </a:gs>
                <a:gs pos="100000">
                  <a:srgbClr val="B79200"/>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8207" name="Google Shape;107;p2">
            <a:extLst>
              <a:ext uri="{FF2B5EF4-FFF2-40B4-BE49-F238E27FC236}">
                <a16:creationId xmlns:a16="http://schemas.microsoft.com/office/drawing/2014/main" id="{7EB771B1-AE67-A9F0-3170-8CDC7C30C88A}"/>
              </a:ext>
            </a:extLst>
          </p:cNvPr>
          <p:cNvGrpSpPr/>
          <p:nvPr/>
        </p:nvGrpSpPr>
        <p:grpSpPr>
          <a:xfrm>
            <a:off x="2268817" y="2454610"/>
            <a:ext cx="381000" cy="381000"/>
            <a:chOff x="2078" y="1680"/>
            <a:chExt cx="1615" cy="1615"/>
          </a:xfrm>
        </p:grpSpPr>
        <p:sp>
          <p:nvSpPr>
            <p:cNvPr id="8208" name="Google Shape;108;p2">
              <a:extLst>
                <a:ext uri="{FF2B5EF4-FFF2-40B4-BE49-F238E27FC236}">
                  <a16:creationId xmlns:a16="http://schemas.microsoft.com/office/drawing/2014/main" id="{E88CE62C-4886-EE41-54D0-EAA7897CCCC4}"/>
                </a:ext>
              </a:extLst>
            </p:cNvPr>
            <p:cNvSpPr/>
            <p:nvPr/>
          </p:nvSpPr>
          <p:spPr>
            <a:xfrm>
              <a:off x="2078" y="1680"/>
              <a:ext cx="1615" cy="1615"/>
            </a:xfrm>
            <a:prstGeom prst="ellipse">
              <a:avLst/>
            </a:prstGeom>
            <a:gradFill>
              <a:gsLst>
                <a:gs pos="0">
                  <a:srgbClr val="B3B3B3"/>
                </a:gs>
                <a:gs pos="50000">
                  <a:srgbClr val="FFFFFF"/>
                </a:gs>
                <a:gs pos="100000">
                  <a:srgbClr val="B3B3B3"/>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09" name="Google Shape;109;p2">
              <a:extLst>
                <a:ext uri="{FF2B5EF4-FFF2-40B4-BE49-F238E27FC236}">
                  <a16:creationId xmlns:a16="http://schemas.microsoft.com/office/drawing/2014/main" id="{960804BE-9732-D952-5C85-2B365A9105DC}"/>
                </a:ext>
              </a:extLst>
            </p:cNvPr>
            <p:cNvSpPr/>
            <p:nvPr/>
          </p:nvSpPr>
          <p:spPr>
            <a:xfrm>
              <a:off x="2170" y="1771"/>
              <a:ext cx="1430" cy="1430"/>
            </a:xfrm>
            <a:prstGeom prst="ellipse">
              <a:avLst/>
            </a:prstGeom>
            <a:gradFill>
              <a:gsLst>
                <a:gs pos="0">
                  <a:srgbClr val="CFCFCF"/>
                </a:gs>
                <a:gs pos="50000">
                  <a:srgbClr val="FFFFFF"/>
                </a:gs>
                <a:gs pos="100000">
                  <a:srgbClr val="CFCFCF"/>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0" name="Google Shape;110;p2">
              <a:extLst>
                <a:ext uri="{FF2B5EF4-FFF2-40B4-BE49-F238E27FC236}">
                  <a16:creationId xmlns:a16="http://schemas.microsoft.com/office/drawing/2014/main" id="{64C23058-F4E1-C7CC-8927-B248CDE6E3C6}"/>
                </a:ext>
              </a:extLst>
            </p:cNvPr>
            <p:cNvSpPr/>
            <p:nvPr/>
          </p:nvSpPr>
          <p:spPr>
            <a:xfrm>
              <a:off x="2254" y="1856"/>
              <a:ext cx="1262" cy="1264"/>
            </a:xfrm>
            <a:prstGeom prst="ellipse">
              <a:avLst/>
            </a:prstGeom>
            <a:gradFill>
              <a:gsLst>
                <a:gs pos="0">
                  <a:srgbClr val="FFFFFF"/>
                </a:gs>
                <a:gs pos="50000">
                  <a:schemeClr val="hlink"/>
                </a:gs>
                <a:gs pos="100000">
                  <a:srgbClr val="FFFFFF"/>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1" name="Google Shape;111;p2">
              <a:extLst>
                <a:ext uri="{FF2B5EF4-FFF2-40B4-BE49-F238E27FC236}">
                  <a16:creationId xmlns:a16="http://schemas.microsoft.com/office/drawing/2014/main" id="{0A01D03C-DB12-0E22-1679-14452E1A04D4}"/>
                </a:ext>
              </a:extLst>
            </p:cNvPr>
            <p:cNvSpPr/>
            <p:nvPr/>
          </p:nvSpPr>
          <p:spPr>
            <a:xfrm>
              <a:off x="2254" y="1856"/>
              <a:ext cx="1262" cy="1264"/>
            </a:xfrm>
            <a:prstGeom prst="ellipse">
              <a:avLst/>
            </a:prstGeom>
            <a:gradFill>
              <a:gsLst>
                <a:gs pos="0">
                  <a:srgbClr val="000000"/>
                </a:gs>
                <a:gs pos="100000">
                  <a:srgbClr val="48BE67"/>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2" name="Google Shape;112;p2">
              <a:extLst>
                <a:ext uri="{FF2B5EF4-FFF2-40B4-BE49-F238E27FC236}">
                  <a16:creationId xmlns:a16="http://schemas.microsoft.com/office/drawing/2014/main" id="{2A11DCC4-B5F7-3C1F-98C8-7DFD547B3D4A}"/>
                </a:ext>
              </a:extLst>
            </p:cNvPr>
            <p:cNvSpPr/>
            <p:nvPr/>
          </p:nvSpPr>
          <p:spPr>
            <a:xfrm>
              <a:off x="2337" y="1939"/>
              <a:ext cx="1096" cy="1098"/>
            </a:xfrm>
            <a:prstGeom prst="ellipse">
              <a:avLst/>
            </a:prstGeom>
            <a:gradFill>
              <a:gsLst>
                <a:gs pos="0">
                  <a:srgbClr val="034A91"/>
                </a:gs>
                <a:gs pos="50000">
                  <a:schemeClr val="hlink"/>
                </a:gs>
                <a:gs pos="100000">
                  <a:srgbClr val="034A91"/>
                </a:gs>
              </a:gsLst>
              <a:lin ang="189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3" name="Google Shape;113;p2">
              <a:extLst>
                <a:ext uri="{FF2B5EF4-FFF2-40B4-BE49-F238E27FC236}">
                  <a16:creationId xmlns:a16="http://schemas.microsoft.com/office/drawing/2014/main" id="{9F5C9E00-AD7E-4952-6CEA-2083855B867E}"/>
                </a:ext>
              </a:extLst>
            </p:cNvPr>
            <p:cNvSpPr/>
            <p:nvPr/>
          </p:nvSpPr>
          <p:spPr>
            <a:xfrm>
              <a:off x="2337" y="1939"/>
              <a:ext cx="1096" cy="1098"/>
            </a:xfrm>
            <a:prstGeom prst="ellipse">
              <a:avLst/>
            </a:prstGeom>
            <a:gradFill>
              <a:gsLst>
                <a:gs pos="0">
                  <a:srgbClr val="48BE67"/>
                </a:gs>
                <a:gs pos="100000">
                  <a:srgbClr val="33884A"/>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8214" name="Google Shape;128;p2">
            <a:extLst>
              <a:ext uri="{FF2B5EF4-FFF2-40B4-BE49-F238E27FC236}">
                <a16:creationId xmlns:a16="http://schemas.microsoft.com/office/drawing/2014/main" id="{E823EA31-325A-051F-519E-5F1FDEECD287}"/>
              </a:ext>
            </a:extLst>
          </p:cNvPr>
          <p:cNvSpPr/>
          <p:nvPr/>
        </p:nvSpPr>
        <p:spPr>
          <a:xfrm>
            <a:off x="2823719" y="3795345"/>
            <a:ext cx="5343421" cy="529445"/>
          </a:xfrm>
          <a:prstGeom prst="roundRect">
            <a:avLst>
              <a:gd name="adj" fmla="val 50000"/>
            </a:avLst>
          </a:prstGeom>
          <a:noFill/>
          <a:ln w="28575" cap="flat" cmpd="sng">
            <a:solidFill>
              <a:schemeClr val="l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b="1" dirty="0" err="1">
                <a:solidFill>
                  <a:schemeClr val="accent3">
                    <a:lumMod val="40000"/>
                    <a:lumOff val="60000"/>
                  </a:schemeClr>
                </a:solidFill>
              </a:rPr>
              <a:t>Triển</a:t>
            </a:r>
            <a:r>
              <a:rPr lang="en-US" sz="1800" b="1" dirty="0">
                <a:solidFill>
                  <a:schemeClr val="accent3">
                    <a:lumMod val="40000"/>
                    <a:lumOff val="60000"/>
                  </a:schemeClr>
                </a:solidFill>
              </a:rPr>
              <a:t> </a:t>
            </a:r>
            <a:r>
              <a:rPr lang="en-US" sz="1800" b="1" dirty="0" err="1">
                <a:solidFill>
                  <a:schemeClr val="accent3">
                    <a:lumMod val="40000"/>
                    <a:lumOff val="60000"/>
                  </a:schemeClr>
                </a:solidFill>
              </a:rPr>
              <a:t>khai</a:t>
            </a:r>
            <a:r>
              <a:rPr lang="en-US" sz="1800" b="1" dirty="0">
                <a:solidFill>
                  <a:schemeClr val="accent3">
                    <a:lumMod val="40000"/>
                    <a:lumOff val="60000"/>
                  </a:schemeClr>
                </a:solidFill>
              </a:rPr>
              <a:t> </a:t>
            </a:r>
            <a:r>
              <a:rPr lang="en-US" sz="1800" b="1" dirty="0" err="1">
                <a:solidFill>
                  <a:schemeClr val="accent3">
                    <a:lumMod val="40000"/>
                    <a:lumOff val="60000"/>
                  </a:schemeClr>
                </a:solidFill>
              </a:rPr>
              <a:t>và</a:t>
            </a:r>
            <a:r>
              <a:rPr lang="en-US" sz="1800" b="1" dirty="0">
                <a:solidFill>
                  <a:schemeClr val="accent3">
                    <a:lumMod val="40000"/>
                    <a:lumOff val="60000"/>
                  </a:schemeClr>
                </a:solidFill>
              </a:rPr>
              <a:t> </a:t>
            </a:r>
            <a:r>
              <a:rPr lang="en-US" sz="1800" b="1" dirty="0" err="1">
                <a:solidFill>
                  <a:schemeClr val="accent3">
                    <a:lumMod val="40000"/>
                    <a:lumOff val="60000"/>
                  </a:schemeClr>
                </a:solidFill>
              </a:rPr>
              <a:t>thực</a:t>
            </a:r>
            <a:r>
              <a:rPr lang="en-US" sz="1800" b="1" dirty="0">
                <a:solidFill>
                  <a:schemeClr val="accent3">
                    <a:lumMod val="40000"/>
                    <a:lumOff val="60000"/>
                  </a:schemeClr>
                </a:solidFill>
              </a:rPr>
              <a:t> </a:t>
            </a:r>
            <a:r>
              <a:rPr lang="en-US" sz="1800" b="1" dirty="0" err="1">
                <a:solidFill>
                  <a:schemeClr val="accent3">
                    <a:lumMod val="40000"/>
                    <a:lumOff val="60000"/>
                  </a:schemeClr>
                </a:solidFill>
              </a:rPr>
              <a:t>nghiệm</a:t>
            </a:r>
            <a:endParaRPr lang="en-US" dirty="0">
              <a:solidFill>
                <a:schemeClr val="accent3">
                  <a:lumMod val="40000"/>
                  <a:lumOff val="60000"/>
                </a:schemeClr>
              </a:solidFill>
            </a:endParaRPr>
          </a:p>
        </p:txBody>
      </p:sp>
      <p:grpSp>
        <p:nvGrpSpPr>
          <p:cNvPr id="8215" name="Google Shape;129;p2">
            <a:extLst>
              <a:ext uri="{FF2B5EF4-FFF2-40B4-BE49-F238E27FC236}">
                <a16:creationId xmlns:a16="http://schemas.microsoft.com/office/drawing/2014/main" id="{06C81B6E-FCE6-B282-0182-473143E2C40B}"/>
              </a:ext>
            </a:extLst>
          </p:cNvPr>
          <p:cNvGrpSpPr/>
          <p:nvPr/>
        </p:nvGrpSpPr>
        <p:grpSpPr>
          <a:xfrm>
            <a:off x="2402936" y="3873408"/>
            <a:ext cx="381000" cy="381000"/>
            <a:chOff x="2078" y="1680"/>
            <a:chExt cx="1615" cy="1615"/>
          </a:xfrm>
        </p:grpSpPr>
        <p:sp>
          <p:nvSpPr>
            <p:cNvPr id="8216" name="Google Shape;130;p2">
              <a:extLst>
                <a:ext uri="{FF2B5EF4-FFF2-40B4-BE49-F238E27FC236}">
                  <a16:creationId xmlns:a16="http://schemas.microsoft.com/office/drawing/2014/main" id="{2218AF1E-5F6C-92E7-6290-1F33AAFB4123}"/>
                </a:ext>
              </a:extLst>
            </p:cNvPr>
            <p:cNvSpPr/>
            <p:nvPr/>
          </p:nvSpPr>
          <p:spPr>
            <a:xfrm>
              <a:off x="2078" y="1680"/>
              <a:ext cx="1615" cy="1615"/>
            </a:xfrm>
            <a:prstGeom prst="ellipse">
              <a:avLst/>
            </a:prstGeom>
            <a:gradFill>
              <a:gsLst>
                <a:gs pos="0">
                  <a:srgbClr val="B3B3B3"/>
                </a:gs>
                <a:gs pos="50000">
                  <a:srgbClr val="FFFFFF"/>
                </a:gs>
                <a:gs pos="100000">
                  <a:srgbClr val="B3B3B3"/>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7" name="Google Shape;131;p2">
              <a:extLst>
                <a:ext uri="{FF2B5EF4-FFF2-40B4-BE49-F238E27FC236}">
                  <a16:creationId xmlns:a16="http://schemas.microsoft.com/office/drawing/2014/main" id="{D4919841-2046-DD08-90AA-9CAE3187AC58}"/>
                </a:ext>
              </a:extLst>
            </p:cNvPr>
            <p:cNvSpPr/>
            <p:nvPr/>
          </p:nvSpPr>
          <p:spPr>
            <a:xfrm>
              <a:off x="2170" y="1771"/>
              <a:ext cx="1430" cy="1430"/>
            </a:xfrm>
            <a:prstGeom prst="ellipse">
              <a:avLst/>
            </a:prstGeom>
            <a:gradFill>
              <a:gsLst>
                <a:gs pos="0">
                  <a:srgbClr val="CFCFCF"/>
                </a:gs>
                <a:gs pos="50000">
                  <a:srgbClr val="FFFFFF"/>
                </a:gs>
                <a:gs pos="100000">
                  <a:srgbClr val="CFCFCF"/>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8" name="Google Shape;132;p2">
              <a:extLst>
                <a:ext uri="{FF2B5EF4-FFF2-40B4-BE49-F238E27FC236}">
                  <a16:creationId xmlns:a16="http://schemas.microsoft.com/office/drawing/2014/main" id="{3081C414-14C6-906B-1151-49F8F5CC9BD8}"/>
                </a:ext>
              </a:extLst>
            </p:cNvPr>
            <p:cNvSpPr/>
            <p:nvPr/>
          </p:nvSpPr>
          <p:spPr>
            <a:xfrm>
              <a:off x="2254" y="1856"/>
              <a:ext cx="1262" cy="1264"/>
            </a:xfrm>
            <a:prstGeom prst="ellipse">
              <a:avLst/>
            </a:prstGeom>
            <a:gradFill>
              <a:gsLst>
                <a:gs pos="0">
                  <a:srgbClr val="FFFFFF"/>
                </a:gs>
                <a:gs pos="50000">
                  <a:schemeClr val="hlink"/>
                </a:gs>
                <a:gs pos="100000">
                  <a:srgbClr val="FFFFFF"/>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9" name="Google Shape;133;p2">
              <a:extLst>
                <a:ext uri="{FF2B5EF4-FFF2-40B4-BE49-F238E27FC236}">
                  <a16:creationId xmlns:a16="http://schemas.microsoft.com/office/drawing/2014/main" id="{28907A37-FC57-A22A-2C9F-C29AB2DED14E}"/>
                </a:ext>
              </a:extLst>
            </p:cNvPr>
            <p:cNvSpPr/>
            <p:nvPr/>
          </p:nvSpPr>
          <p:spPr>
            <a:xfrm>
              <a:off x="2254" y="1856"/>
              <a:ext cx="1262" cy="1264"/>
            </a:xfrm>
            <a:prstGeom prst="ellipse">
              <a:avLst/>
            </a:prstGeom>
            <a:gradFill>
              <a:gsLst>
                <a:gs pos="0">
                  <a:srgbClr val="000000"/>
                </a:gs>
                <a:gs pos="100000">
                  <a:srgbClr val="8D67E1"/>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20" name="Google Shape;134;p2">
              <a:extLst>
                <a:ext uri="{FF2B5EF4-FFF2-40B4-BE49-F238E27FC236}">
                  <a16:creationId xmlns:a16="http://schemas.microsoft.com/office/drawing/2014/main" id="{68874E0F-107E-B057-4620-E38D57475AD6}"/>
                </a:ext>
              </a:extLst>
            </p:cNvPr>
            <p:cNvSpPr/>
            <p:nvPr/>
          </p:nvSpPr>
          <p:spPr>
            <a:xfrm>
              <a:off x="2337" y="1939"/>
              <a:ext cx="1096" cy="1098"/>
            </a:xfrm>
            <a:prstGeom prst="ellipse">
              <a:avLst/>
            </a:prstGeom>
            <a:gradFill>
              <a:gsLst>
                <a:gs pos="0">
                  <a:srgbClr val="034A91"/>
                </a:gs>
                <a:gs pos="50000">
                  <a:schemeClr val="hlink"/>
                </a:gs>
                <a:gs pos="100000">
                  <a:srgbClr val="034A91"/>
                </a:gs>
              </a:gsLst>
              <a:lin ang="189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21" name="Google Shape;135;p2">
              <a:extLst>
                <a:ext uri="{FF2B5EF4-FFF2-40B4-BE49-F238E27FC236}">
                  <a16:creationId xmlns:a16="http://schemas.microsoft.com/office/drawing/2014/main" id="{4566C53B-8E7D-AB11-5DDE-74F958F0600D}"/>
                </a:ext>
              </a:extLst>
            </p:cNvPr>
            <p:cNvSpPr/>
            <p:nvPr/>
          </p:nvSpPr>
          <p:spPr>
            <a:xfrm>
              <a:off x="2337" y="1939"/>
              <a:ext cx="1096" cy="1098"/>
            </a:xfrm>
            <a:prstGeom prst="ellipse">
              <a:avLst/>
            </a:prstGeom>
            <a:gradFill>
              <a:gsLst>
                <a:gs pos="0">
                  <a:srgbClr val="8D67E1"/>
                </a:gs>
                <a:gs pos="100000">
                  <a:srgbClr val="654AA2"/>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8222" name="Google Shape;136;p2">
            <a:extLst>
              <a:ext uri="{FF2B5EF4-FFF2-40B4-BE49-F238E27FC236}">
                <a16:creationId xmlns:a16="http://schemas.microsoft.com/office/drawing/2014/main" id="{27C13AAA-BBA1-8F6A-67BE-B64388C60348}"/>
              </a:ext>
            </a:extLst>
          </p:cNvPr>
          <p:cNvSpPr/>
          <p:nvPr/>
        </p:nvSpPr>
        <p:spPr>
          <a:xfrm rot="5400000">
            <a:off x="-2403921" y="1239529"/>
            <a:ext cx="4824413" cy="4770438"/>
          </a:xfrm>
          <a:custGeom>
            <a:avLst/>
            <a:gdLst/>
            <a:ahLst/>
            <a:cxnLst/>
            <a:rect l="l" t="t" r="r" b="b"/>
            <a:pathLst>
              <a:path w="21600" h="21600" extrusionOk="0">
                <a:moveTo>
                  <a:pt x="323" y="10641"/>
                </a:moveTo>
                <a:cubicBezTo>
                  <a:pt x="410" y="4916"/>
                  <a:pt x="5075" y="321"/>
                  <a:pt x="10800" y="322"/>
                </a:cubicBezTo>
                <a:cubicBezTo>
                  <a:pt x="16524" y="322"/>
                  <a:pt x="21189" y="4916"/>
                  <a:pt x="21276" y="10641"/>
                </a:cubicBezTo>
                <a:lnTo>
                  <a:pt x="21598" y="10636"/>
                </a:lnTo>
                <a:cubicBezTo>
                  <a:pt x="21509" y="4736"/>
                  <a:pt x="16700" y="-1"/>
                  <a:pt x="10799" y="0"/>
                </a:cubicBezTo>
                <a:cubicBezTo>
                  <a:pt x="4899" y="0"/>
                  <a:pt x="90" y="4736"/>
                  <a:pt x="1" y="10636"/>
                </a:cubicBezTo>
                <a:close/>
              </a:path>
            </a:pathLst>
          </a:custGeom>
          <a:gradFill>
            <a:gsLst>
              <a:gs pos="0">
                <a:srgbClr val="F4F4F4"/>
              </a:gs>
              <a:gs pos="50000">
                <a:schemeClr val="lt2"/>
              </a:gs>
              <a:gs pos="100000">
                <a:srgbClr val="F4F4F4"/>
              </a:gs>
            </a:gsLst>
            <a:lin ang="0" scaled="0"/>
          </a:gradFill>
          <a:ln w="9525" cap="flat" cmpd="sng">
            <a:solidFill>
              <a:srgbClr val="B3ABE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23" name="Google Shape;137;p2">
            <a:extLst>
              <a:ext uri="{FF2B5EF4-FFF2-40B4-BE49-F238E27FC236}">
                <a16:creationId xmlns:a16="http://schemas.microsoft.com/office/drawing/2014/main" id="{EAF191C5-6464-3966-6CEA-2B27C4A20DA0}"/>
              </a:ext>
            </a:extLst>
          </p:cNvPr>
          <p:cNvSpPr/>
          <p:nvPr/>
        </p:nvSpPr>
        <p:spPr>
          <a:xfrm rot="5400000" flipH="1">
            <a:off x="-1998313" y="1675297"/>
            <a:ext cx="4032250" cy="3929063"/>
          </a:xfrm>
          <a:custGeom>
            <a:avLst/>
            <a:gdLst/>
            <a:ahLst/>
            <a:cxnLst/>
            <a:rect l="l" t="t" r="r" b="b"/>
            <a:pathLst>
              <a:path w="21600" h="21600" extrusionOk="0">
                <a:moveTo>
                  <a:pt x="10744" y="10800"/>
                </a:moveTo>
                <a:cubicBezTo>
                  <a:pt x="10744" y="10769"/>
                  <a:pt x="10769" y="10744"/>
                  <a:pt x="10800" y="10744"/>
                </a:cubicBezTo>
                <a:cubicBezTo>
                  <a:pt x="10830" y="10743"/>
                  <a:pt x="10855" y="10769"/>
                  <a:pt x="10856" y="10799"/>
                </a:cubicBezTo>
                <a:lnTo>
                  <a:pt x="21600" y="10800"/>
                </a:lnTo>
                <a:cubicBezTo>
                  <a:pt x="21600" y="4835"/>
                  <a:pt x="16764" y="0"/>
                  <a:pt x="10800" y="0"/>
                </a:cubicBezTo>
                <a:cubicBezTo>
                  <a:pt x="4835" y="0"/>
                  <a:pt x="0" y="4835"/>
                  <a:pt x="0" y="10800"/>
                </a:cubicBezTo>
                <a:close/>
              </a:path>
            </a:pathLst>
          </a:custGeom>
          <a:solidFill>
            <a:schemeClr val="accent6">
              <a:lumMod val="60000"/>
              <a:lumOff val="40000"/>
            </a:schemeClr>
          </a:solidFill>
          <a:ln>
            <a:solidFill>
              <a:schemeClr val="accent6">
                <a:lumMod val="60000"/>
                <a:lumOff val="40000"/>
              </a:schemeClr>
            </a:solid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456" name="Google Shape;139;p2">
            <a:extLst>
              <a:ext uri="{FF2B5EF4-FFF2-40B4-BE49-F238E27FC236}">
                <a16:creationId xmlns:a16="http://schemas.microsoft.com/office/drawing/2014/main" id="{0F742F2A-0267-EC5E-DFFB-7E4F7736EC63}"/>
              </a:ext>
            </a:extLst>
          </p:cNvPr>
          <p:cNvSpPr/>
          <p:nvPr/>
        </p:nvSpPr>
        <p:spPr>
          <a:xfrm>
            <a:off x="2310338" y="5230563"/>
            <a:ext cx="5168900" cy="508000"/>
          </a:xfrm>
          <a:prstGeom prst="roundRect">
            <a:avLst>
              <a:gd name="adj" fmla="val 50000"/>
            </a:avLst>
          </a:prstGeom>
          <a:noFill/>
          <a:ln w="28575" cap="flat" cmpd="sng">
            <a:solidFill>
              <a:schemeClr val="l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b="1" dirty="0" err="1">
                <a:solidFill>
                  <a:schemeClr val="accent3">
                    <a:lumMod val="40000"/>
                    <a:lumOff val="60000"/>
                  </a:schemeClr>
                </a:solidFill>
                <a:latin typeface="Arial"/>
                <a:ea typeface="Arial"/>
                <a:cs typeface="Arial"/>
                <a:sym typeface="Arial"/>
              </a:rPr>
              <a:t>Kết</a:t>
            </a:r>
            <a:r>
              <a:rPr lang="en-US" b="1" dirty="0">
                <a:solidFill>
                  <a:schemeClr val="accent3">
                    <a:lumMod val="40000"/>
                    <a:lumOff val="60000"/>
                  </a:schemeClr>
                </a:solidFill>
                <a:latin typeface="Arial"/>
                <a:ea typeface="Arial"/>
                <a:cs typeface="Arial"/>
                <a:sym typeface="Arial"/>
              </a:rPr>
              <a:t> </a:t>
            </a:r>
            <a:r>
              <a:rPr lang="en-US" b="1" dirty="0" err="1">
                <a:solidFill>
                  <a:schemeClr val="accent3">
                    <a:lumMod val="40000"/>
                    <a:lumOff val="60000"/>
                  </a:schemeClr>
                </a:solidFill>
                <a:latin typeface="Arial"/>
                <a:ea typeface="Arial"/>
                <a:cs typeface="Arial"/>
                <a:sym typeface="Arial"/>
              </a:rPr>
              <a:t>luận</a:t>
            </a:r>
            <a:r>
              <a:rPr lang="en-US" b="1" dirty="0">
                <a:solidFill>
                  <a:schemeClr val="accent3">
                    <a:lumMod val="40000"/>
                    <a:lumOff val="60000"/>
                  </a:schemeClr>
                </a:solidFill>
                <a:latin typeface="Arial"/>
                <a:ea typeface="Arial"/>
                <a:cs typeface="Arial"/>
                <a:sym typeface="Arial"/>
              </a:rPr>
              <a:t> </a:t>
            </a:r>
            <a:r>
              <a:rPr lang="en-US" b="1" dirty="0" err="1">
                <a:solidFill>
                  <a:schemeClr val="accent3">
                    <a:lumMod val="40000"/>
                    <a:lumOff val="60000"/>
                  </a:schemeClr>
                </a:solidFill>
                <a:latin typeface="Arial"/>
                <a:ea typeface="Arial"/>
                <a:cs typeface="Arial"/>
                <a:sym typeface="Arial"/>
              </a:rPr>
              <a:t>và</a:t>
            </a:r>
            <a:r>
              <a:rPr lang="en-US" b="1" dirty="0">
                <a:solidFill>
                  <a:schemeClr val="accent3">
                    <a:lumMod val="40000"/>
                    <a:lumOff val="60000"/>
                  </a:schemeClr>
                </a:solidFill>
                <a:latin typeface="Arial"/>
                <a:ea typeface="Arial"/>
                <a:cs typeface="Arial"/>
                <a:sym typeface="Arial"/>
              </a:rPr>
              <a:t> </a:t>
            </a:r>
            <a:r>
              <a:rPr lang="en-US" b="1" dirty="0" err="1">
                <a:solidFill>
                  <a:schemeClr val="accent3">
                    <a:lumMod val="40000"/>
                    <a:lumOff val="60000"/>
                  </a:schemeClr>
                </a:solidFill>
                <a:latin typeface="Arial"/>
                <a:ea typeface="Arial"/>
                <a:cs typeface="Arial"/>
                <a:sym typeface="Arial"/>
              </a:rPr>
              <a:t>hướng</a:t>
            </a:r>
            <a:r>
              <a:rPr lang="en-US" b="1" dirty="0">
                <a:solidFill>
                  <a:schemeClr val="accent3">
                    <a:lumMod val="40000"/>
                    <a:lumOff val="60000"/>
                  </a:schemeClr>
                </a:solidFill>
                <a:latin typeface="Arial"/>
                <a:ea typeface="Arial"/>
                <a:cs typeface="Arial"/>
                <a:sym typeface="Arial"/>
              </a:rPr>
              <a:t> </a:t>
            </a:r>
            <a:r>
              <a:rPr lang="en-US" b="1" dirty="0" err="1">
                <a:solidFill>
                  <a:schemeClr val="accent3">
                    <a:lumMod val="40000"/>
                    <a:lumOff val="60000"/>
                  </a:schemeClr>
                </a:solidFill>
                <a:latin typeface="Arial"/>
                <a:ea typeface="Arial"/>
                <a:cs typeface="Arial"/>
                <a:sym typeface="Arial"/>
              </a:rPr>
              <a:t>phát</a:t>
            </a:r>
            <a:r>
              <a:rPr lang="en-US" b="1" dirty="0">
                <a:solidFill>
                  <a:schemeClr val="accent3">
                    <a:lumMod val="40000"/>
                    <a:lumOff val="60000"/>
                  </a:schemeClr>
                </a:solidFill>
                <a:latin typeface="Arial"/>
                <a:ea typeface="Arial"/>
                <a:cs typeface="Arial"/>
                <a:sym typeface="Arial"/>
              </a:rPr>
              <a:t> </a:t>
            </a:r>
            <a:r>
              <a:rPr lang="en-US" b="1" dirty="0" err="1">
                <a:solidFill>
                  <a:schemeClr val="accent3">
                    <a:lumMod val="40000"/>
                    <a:lumOff val="60000"/>
                  </a:schemeClr>
                </a:solidFill>
                <a:latin typeface="Arial"/>
                <a:ea typeface="Arial"/>
                <a:cs typeface="Arial"/>
                <a:sym typeface="Arial"/>
              </a:rPr>
              <a:t>triển</a:t>
            </a:r>
            <a:endParaRPr sz="1800" b="1" dirty="0">
              <a:solidFill>
                <a:schemeClr val="accent3">
                  <a:lumMod val="40000"/>
                  <a:lumOff val="60000"/>
                </a:schemeClr>
              </a:solidFill>
              <a:latin typeface="Arial"/>
              <a:ea typeface="Arial"/>
              <a:cs typeface="Arial"/>
              <a:sym typeface="Arial"/>
            </a:endParaRPr>
          </a:p>
        </p:txBody>
      </p:sp>
      <p:grpSp>
        <p:nvGrpSpPr>
          <p:cNvPr id="19457" name="Google Shape;140;p2">
            <a:extLst>
              <a:ext uri="{FF2B5EF4-FFF2-40B4-BE49-F238E27FC236}">
                <a16:creationId xmlns:a16="http://schemas.microsoft.com/office/drawing/2014/main" id="{4469CA45-482F-AA59-239C-021E28A23D14}"/>
              </a:ext>
            </a:extLst>
          </p:cNvPr>
          <p:cNvGrpSpPr/>
          <p:nvPr/>
        </p:nvGrpSpPr>
        <p:grpSpPr>
          <a:xfrm>
            <a:off x="1817252" y="5238327"/>
            <a:ext cx="381000" cy="381000"/>
            <a:chOff x="2078" y="1680"/>
            <a:chExt cx="1615" cy="1615"/>
          </a:xfrm>
        </p:grpSpPr>
        <p:sp>
          <p:nvSpPr>
            <p:cNvPr id="19459" name="Google Shape;141;p2">
              <a:extLst>
                <a:ext uri="{FF2B5EF4-FFF2-40B4-BE49-F238E27FC236}">
                  <a16:creationId xmlns:a16="http://schemas.microsoft.com/office/drawing/2014/main" id="{1AC90260-8959-51A0-5582-1004CE7EFF0B}"/>
                </a:ext>
              </a:extLst>
            </p:cNvPr>
            <p:cNvSpPr/>
            <p:nvPr/>
          </p:nvSpPr>
          <p:spPr>
            <a:xfrm>
              <a:off x="2078" y="1680"/>
              <a:ext cx="1615" cy="1615"/>
            </a:xfrm>
            <a:prstGeom prst="ellipse">
              <a:avLst/>
            </a:prstGeom>
            <a:gradFill>
              <a:gsLst>
                <a:gs pos="0">
                  <a:srgbClr val="B3B3B3"/>
                </a:gs>
                <a:gs pos="50000">
                  <a:srgbClr val="FFFFFF"/>
                </a:gs>
                <a:gs pos="100000">
                  <a:srgbClr val="B3B3B3"/>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460" name="Google Shape;142;p2">
              <a:extLst>
                <a:ext uri="{FF2B5EF4-FFF2-40B4-BE49-F238E27FC236}">
                  <a16:creationId xmlns:a16="http://schemas.microsoft.com/office/drawing/2014/main" id="{71814F59-CAE5-2BEA-3351-1FDDD383B1B0}"/>
                </a:ext>
              </a:extLst>
            </p:cNvPr>
            <p:cNvSpPr/>
            <p:nvPr/>
          </p:nvSpPr>
          <p:spPr>
            <a:xfrm>
              <a:off x="2170" y="1771"/>
              <a:ext cx="1430" cy="1430"/>
            </a:xfrm>
            <a:prstGeom prst="ellipse">
              <a:avLst/>
            </a:prstGeom>
            <a:gradFill>
              <a:gsLst>
                <a:gs pos="0">
                  <a:srgbClr val="CFCFCF"/>
                </a:gs>
                <a:gs pos="50000">
                  <a:srgbClr val="FFFFFF"/>
                </a:gs>
                <a:gs pos="100000">
                  <a:srgbClr val="CFCFCF"/>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461" name="Google Shape;143;p2">
              <a:extLst>
                <a:ext uri="{FF2B5EF4-FFF2-40B4-BE49-F238E27FC236}">
                  <a16:creationId xmlns:a16="http://schemas.microsoft.com/office/drawing/2014/main" id="{5D4CE909-6DCB-4B9D-11B4-E41E26533B84}"/>
                </a:ext>
              </a:extLst>
            </p:cNvPr>
            <p:cNvSpPr/>
            <p:nvPr/>
          </p:nvSpPr>
          <p:spPr>
            <a:xfrm>
              <a:off x="2254" y="1856"/>
              <a:ext cx="1262" cy="1264"/>
            </a:xfrm>
            <a:prstGeom prst="ellipse">
              <a:avLst/>
            </a:prstGeom>
            <a:gradFill>
              <a:gsLst>
                <a:gs pos="0">
                  <a:srgbClr val="FFFFFF"/>
                </a:gs>
                <a:gs pos="50000">
                  <a:schemeClr val="hlink"/>
                </a:gs>
                <a:gs pos="100000">
                  <a:srgbClr val="FFFFFF"/>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462" name="Google Shape;144;p2">
              <a:extLst>
                <a:ext uri="{FF2B5EF4-FFF2-40B4-BE49-F238E27FC236}">
                  <a16:creationId xmlns:a16="http://schemas.microsoft.com/office/drawing/2014/main" id="{7110160F-C5F0-9DD1-9BEE-F953E4CA8491}"/>
                </a:ext>
              </a:extLst>
            </p:cNvPr>
            <p:cNvSpPr/>
            <p:nvPr/>
          </p:nvSpPr>
          <p:spPr>
            <a:xfrm>
              <a:off x="2254" y="1856"/>
              <a:ext cx="1262" cy="1264"/>
            </a:xfrm>
            <a:prstGeom prst="ellipse">
              <a:avLst/>
            </a:prstGeom>
            <a:gradFill>
              <a:gsLst>
                <a:gs pos="0">
                  <a:srgbClr val="000000"/>
                </a:gs>
                <a:gs pos="100000">
                  <a:srgbClr val="FFCC00"/>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463" name="Google Shape;145;p2">
              <a:extLst>
                <a:ext uri="{FF2B5EF4-FFF2-40B4-BE49-F238E27FC236}">
                  <a16:creationId xmlns:a16="http://schemas.microsoft.com/office/drawing/2014/main" id="{57EC159E-0685-C577-BAEA-D0A3299CCFCC}"/>
                </a:ext>
              </a:extLst>
            </p:cNvPr>
            <p:cNvSpPr/>
            <p:nvPr/>
          </p:nvSpPr>
          <p:spPr>
            <a:xfrm>
              <a:off x="2337" y="1939"/>
              <a:ext cx="1096" cy="1098"/>
            </a:xfrm>
            <a:prstGeom prst="ellipse">
              <a:avLst/>
            </a:prstGeom>
            <a:gradFill>
              <a:gsLst>
                <a:gs pos="0">
                  <a:srgbClr val="034A91"/>
                </a:gs>
                <a:gs pos="50000">
                  <a:schemeClr val="hlink"/>
                </a:gs>
                <a:gs pos="100000">
                  <a:srgbClr val="034A91"/>
                </a:gs>
              </a:gsLst>
              <a:lin ang="189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464" name="Google Shape;146;p2">
              <a:extLst>
                <a:ext uri="{FF2B5EF4-FFF2-40B4-BE49-F238E27FC236}">
                  <a16:creationId xmlns:a16="http://schemas.microsoft.com/office/drawing/2014/main" id="{02C262CE-FD15-2902-C152-A1E8ADC0247B}"/>
                </a:ext>
              </a:extLst>
            </p:cNvPr>
            <p:cNvSpPr/>
            <p:nvPr/>
          </p:nvSpPr>
          <p:spPr>
            <a:xfrm>
              <a:off x="2337" y="1939"/>
              <a:ext cx="1096" cy="1098"/>
            </a:xfrm>
            <a:prstGeom prst="ellipse">
              <a:avLst/>
            </a:prstGeom>
            <a:gradFill>
              <a:gsLst>
                <a:gs pos="0">
                  <a:srgbClr val="FFCC00"/>
                </a:gs>
                <a:gs pos="100000">
                  <a:srgbClr val="B79200"/>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Tree>
    <p:extLst>
      <p:ext uri="{BB962C8B-B14F-4D97-AF65-F5344CB8AC3E}">
        <p14:creationId xmlns:p14="http://schemas.microsoft.com/office/powerpoint/2010/main" val="3999770797"/>
      </p:ext>
    </p:extLst>
  </p:cSld>
  <p:clrMapOvr>
    <a:masterClrMapping/>
  </p:clrMapOvr>
  <p:transition spd="med">
    <p:pull/>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39E23C-7107-E615-95B2-8E804B139F55}"/>
            </a:ext>
          </a:extLst>
        </p:cNvPr>
        <p:cNvGrpSpPr/>
        <p:nvPr/>
      </p:nvGrpSpPr>
      <p:grpSpPr>
        <a:xfrm>
          <a:off x="0" y="0"/>
          <a:ext cx="0" cy="0"/>
          <a:chOff x="0" y="0"/>
          <a:chExt cx="0" cy="0"/>
        </a:xfrm>
      </p:grpSpPr>
      <p:sp>
        <p:nvSpPr>
          <p:cNvPr id="19458" name="Slide Number Placeholder 5">
            <a:extLst>
              <a:ext uri="{FF2B5EF4-FFF2-40B4-BE49-F238E27FC236}">
                <a16:creationId xmlns:a16="http://schemas.microsoft.com/office/drawing/2014/main" id="{8418C296-93A7-5205-00D0-46D536CBD4DC}"/>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Verdana" panose="020B0604030504040204" pitchFamily="34" charset="0"/>
              </a:defRPr>
            </a:lvl1pPr>
            <a:lvl2pPr marL="742950" indent="-285750">
              <a:spcBef>
                <a:spcPct val="20000"/>
              </a:spcBef>
              <a:buChar char="–"/>
              <a:defRPr sz="2800">
                <a:solidFill>
                  <a:schemeClr val="tx1"/>
                </a:solidFill>
                <a:latin typeface="Verdana" panose="020B0604030504040204" pitchFamily="34" charset="0"/>
              </a:defRPr>
            </a:lvl2pPr>
            <a:lvl3pPr marL="1143000" indent="-228600">
              <a:spcBef>
                <a:spcPct val="20000"/>
              </a:spcBef>
              <a:buChar char="•"/>
              <a:defRPr sz="2400">
                <a:solidFill>
                  <a:schemeClr val="tx1"/>
                </a:solidFill>
                <a:latin typeface="Verdana" panose="020B0604030504040204" pitchFamily="34" charset="0"/>
              </a:defRPr>
            </a:lvl3pPr>
            <a:lvl4pPr marL="1600200" indent="-228600">
              <a:spcBef>
                <a:spcPct val="20000"/>
              </a:spcBef>
              <a:buChar char="–"/>
              <a:defRPr sz="2000">
                <a:solidFill>
                  <a:schemeClr val="tx1"/>
                </a:solidFill>
                <a:latin typeface="Verdana" panose="020B0604030504040204" pitchFamily="34" charset="0"/>
              </a:defRPr>
            </a:lvl4pPr>
            <a:lvl5pPr marL="2057400" indent="-228600">
              <a:spcBef>
                <a:spcPct val="20000"/>
              </a:spcBef>
              <a:buChar char="»"/>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Verdana" panose="020B0604030504040204" pitchFamily="34" charset="0"/>
              </a:defRPr>
            </a:lvl9pPr>
          </a:lstStyle>
          <a:p>
            <a:pPr>
              <a:spcBef>
                <a:spcPct val="0"/>
              </a:spcBef>
              <a:buFontTx/>
              <a:buNone/>
            </a:pPr>
            <a:fld id="{7A12D7E3-E12C-46AD-95DA-2B3BA076F846}" type="slidenum">
              <a:rPr lang="en-US" altLang="en-US" sz="1400"/>
              <a:t>4</a:t>
            </a:fld>
            <a:endParaRPr lang="en-US" altLang="en-US" sz="1400"/>
          </a:p>
        </p:txBody>
      </p:sp>
      <p:sp>
        <p:nvSpPr>
          <p:cNvPr id="2" name="Rectangle 2">
            <a:extLst>
              <a:ext uri="{FF2B5EF4-FFF2-40B4-BE49-F238E27FC236}">
                <a16:creationId xmlns:a16="http://schemas.microsoft.com/office/drawing/2014/main" id="{7DF6CBD4-A523-9E6A-AAF1-6A4468296AB4}"/>
              </a:ext>
            </a:extLst>
          </p:cNvPr>
          <p:cNvSpPr>
            <a:spLocks noGrp="1" noChangeArrowheads="1"/>
          </p:cNvSpPr>
          <p:nvPr>
            <p:ph type="title"/>
          </p:nvPr>
        </p:nvSpPr>
        <p:spPr>
          <a:xfrm>
            <a:off x="906236" y="144624"/>
            <a:ext cx="8077200" cy="609600"/>
          </a:xfrm>
        </p:spPr>
        <p:txBody>
          <a:bodyPr>
            <a:normAutofit/>
          </a:bodyPr>
          <a:lstStyle/>
          <a:p>
            <a:pPr>
              <a:defRPr/>
            </a:pPr>
            <a:r>
              <a:rPr lang="en-US" altLang="en-US" sz="3600" b="1" dirty="0" err="1">
                <a:latin typeface="Arial" panose="020B0604020202020204" pitchFamily="34" charset="0"/>
                <a:cs typeface="Arial" panose="020B0604020202020204" pitchFamily="34" charset="0"/>
              </a:rPr>
              <a:t>Giới</a:t>
            </a:r>
            <a:r>
              <a:rPr lang="en-US" altLang="en-US" sz="3600" b="1" dirty="0">
                <a:latin typeface="Arial" panose="020B0604020202020204" pitchFamily="34" charset="0"/>
                <a:cs typeface="Arial" panose="020B0604020202020204" pitchFamily="34" charset="0"/>
              </a:rPr>
              <a:t> </a:t>
            </a:r>
            <a:r>
              <a:rPr lang="en-US" altLang="en-US" sz="3600" b="1" dirty="0" err="1">
                <a:latin typeface="Arial" panose="020B0604020202020204" pitchFamily="34" charset="0"/>
                <a:cs typeface="Arial" panose="020B0604020202020204" pitchFamily="34" charset="0"/>
              </a:rPr>
              <a:t>thiệu</a:t>
            </a:r>
            <a:r>
              <a:rPr lang="en-US" altLang="en-US" sz="3600" b="1" dirty="0">
                <a:latin typeface="Arial" panose="020B0604020202020204" pitchFamily="34" charset="0"/>
                <a:cs typeface="Arial" panose="020B0604020202020204" pitchFamily="34" charset="0"/>
              </a:rPr>
              <a:t> </a:t>
            </a:r>
            <a:r>
              <a:rPr lang="en-US" altLang="en-US" sz="3600" b="1" dirty="0" err="1">
                <a:latin typeface="Arial" panose="020B0604020202020204" pitchFamily="34" charset="0"/>
                <a:cs typeface="Arial" panose="020B0604020202020204" pitchFamily="34" charset="0"/>
              </a:rPr>
              <a:t>đề</a:t>
            </a:r>
            <a:r>
              <a:rPr lang="en-US" altLang="en-US" sz="3600" b="1" dirty="0">
                <a:latin typeface="Arial" panose="020B0604020202020204" pitchFamily="34" charset="0"/>
                <a:cs typeface="Arial" panose="020B0604020202020204" pitchFamily="34" charset="0"/>
              </a:rPr>
              <a:t> </a:t>
            </a:r>
            <a:r>
              <a:rPr lang="en-US" altLang="en-US" sz="3600" b="1" dirty="0" err="1">
                <a:latin typeface="Arial" panose="020B0604020202020204" pitchFamily="34" charset="0"/>
                <a:cs typeface="Arial" panose="020B0604020202020204" pitchFamily="34" charset="0"/>
              </a:rPr>
              <a:t>tài</a:t>
            </a:r>
            <a:endParaRPr lang="en-US" altLang="en-US" sz="3600" b="1" dirty="0">
              <a:latin typeface="Arial" panose="020B0604020202020204" pitchFamily="34" charset="0"/>
              <a:cs typeface="Arial" panose="020B0604020202020204" pitchFamily="34" charset="0"/>
            </a:endParaRPr>
          </a:p>
        </p:txBody>
      </p:sp>
      <p:sp>
        <p:nvSpPr>
          <p:cNvPr id="8195" name="Rectangle 3">
            <a:extLst>
              <a:ext uri="{FF2B5EF4-FFF2-40B4-BE49-F238E27FC236}">
                <a16:creationId xmlns:a16="http://schemas.microsoft.com/office/drawing/2014/main" id="{D5F858B9-983B-952F-0296-8F0CC1B3B5C1}"/>
              </a:ext>
            </a:extLst>
          </p:cNvPr>
          <p:cNvSpPr>
            <a:spLocks noGrp="1" noChangeArrowheads="1"/>
          </p:cNvSpPr>
          <p:nvPr>
            <p:ph type="body" idx="1"/>
          </p:nvPr>
        </p:nvSpPr>
        <p:spPr>
          <a:xfrm>
            <a:off x="906236" y="1184989"/>
            <a:ext cx="10474778" cy="5328526"/>
          </a:xfrm>
        </p:spPr>
        <p:txBody>
          <a:bodyPr>
            <a:normAutofit/>
          </a:bodyPr>
          <a:lstStyle/>
          <a:p>
            <a:pPr algn="just">
              <a:lnSpc>
                <a:spcPct val="150000"/>
              </a:lnSpc>
              <a:spcBef>
                <a:spcPts val="0"/>
              </a:spcBef>
              <a:buFont typeface="Wingdings" panose="05000000000000000000" pitchFamily="2" charset="2"/>
              <a:buChar char="v"/>
              <a:defRPr/>
            </a:pPr>
            <a:r>
              <a:rPr lang="en-US" altLang="en-US" sz="2400" dirty="0">
                <a:latin typeface="Arial" panose="020B0604020202020204" pitchFamily="34" charset="0"/>
                <a:cs typeface="Arial" panose="020B0604020202020204" pitchFamily="34" charset="0"/>
              </a:rPr>
              <a:t> </a:t>
            </a:r>
            <a:r>
              <a:rPr lang="en-US" altLang="en-US" sz="2400" b="1" dirty="0" err="1">
                <a:latin typeface="Arial" panose="020B0604020202020204" pitchFamily="34" charset="0"/>
                <a:cs typeface="Arial" panose="020B0604020202020204" pitchFamily="34" charset="0"/>
              </a:rPr>
              <a:t>Bối</a:t>
            </a:r>
            <a:r>
              <a:rPr lang="en-US" altLang="en-US" sz="2400" b="1" dirty="0">
                <a:latin typeface="Arial" panose="020B0604020202020204" pitchFamily="34" charset="0"/>
                <a:cs typeface="Arial" panose="020B0604020202020204" pitchFamily="34" charset="0"/>
              </a:rPr>
              <a:t> </a:t>
            </a:r>
            <a:r>
              <a:rPr lang="en-US" altLang="en-US" sz="2400" b="1" dirty="0" err="1">
                <a:latin typeface="Arial" panose="020B0604020202020204" pitchFamily="34" charset="0"/>
                <a:cs typeface="Arial" panose="020B0604020202020204" pitchFamily="34" charset="0"/>
              </a:rPr>
              <a:t>cảnh</a:t>
            </a:r>
            <a:r>
              <a:rPr lang="en-US" altLang="en-US" sz="2400" b="1" dirty="0">
                <a:latin typeface="Arial" panose="020B0604020202020204" pitchFamily="34" charset="0"/>
                <a:cs typeface="Arial" panose="020B0604020202020204" pitchFamily="34" charset="0"/>
              </a:rPr>
              <a:t> &amp; </a:t>
            </a:r>
            <a:r>
              <a:rPr lang="en-US" altLang="en-US" sz="2400" b="1" dirty="0" err="1">
                <a:latin typeface="Arial" panose="020B0604020202020204" pitchFamily="34" charset="0"/>
                <a:cs typeface="Arial" panose="020B0604020202020204" pitchFamily="34" charset="0"/>
              </a:rPr>
              <a:t>vấn</a:t>
            </a:r>
            <a:r>
              <a:rPr lang="en-US" altLang="en-US" sz="2400" b="1" dirty="0">
                <a:latin typeface="Arial" panose="020B0604020202020204" pitchFamily="34" charset="0"/>
                <a:cs typeface="Arial" panose="020B0604020202020204" pitchFamily="34" charset="0"/>
              </a:rPr>
              <a:t> </a:t>
            </a:r>
            <a:r>
              <a:rPr lang="en-US" altLang="en-US" sz="2400" b="1" dirty="0" err="1">
                <a:latin typeface="Arial" panose="020B0604020202020204" pitchFamily="34" charset="0"/>
                <a:cs typeface="Arial" panose="020B0604020202020204" pitchFamily="34" charset="0"/>
              </a:rPr>
              <a:t>đề</a:t>
            </a:r>
            <a:r>
              <a:rPr lang="en-US" altLang="en-US" sz="2400" b="1" dirty="0">
                <a:latin typeface="Arial" panose="020B0604020202020204" pitchFamily="34" charset="0"/>
                <a:cs typeface="Arial" panose="020B0604020202020204" pitchFamily="34" charset="0"/>
              </a:rPr>
              <a:t>:</a:t>
            </a:r>
          </a:p>
          <a:p>
            <a:pPr marL="0" indent="0" algn="just">
              <a:lnSpc>
                <a:spcPct val="150000"/>
              </a:lnSpc>
              <a:spcBef>
                <a:spcPts val="0"/>
              </a:spcBef>
              <a:buNone/>
              <a:defRPr/>
            </a:pPr>
            <a:r>
              <a:rPr lang="en-US" altLang="en-US" sz="2400" dirty="0">
                <a:latin typeface="Arial" panose="020B0604020202020204" pitchFamily="34" charset="0"/>
                <a:cs typeface="Arial" panose="020B0604020202020204" pitchFamily="34" charset="0"/>
              </a:rPr>
              <a:t>	</a:t>
            </a:r>
            <a:r>
              <a:rPr lang="vi-VN" altLang="en-US" sz="2400" dirty="0">
                <a:latin typeface="Arial" panose="020B0604020202020204" pitchFamily="34" charset="0"/>
                <a:cs typeface="Arial" panose="020B0604020202020204" pitchFamily="34" charset="0"/>
              </a:rPr>
              <a:t>Hiện nay, kiểm thử ứng dụng web ngày càng trở nên phức tạp, trong khi kiểm thử thủ công vẫn chiếm phần lớn trong thực tế</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và</a:t>
            </a:r>
            <a:r>
              <a:rPr lang="en-US" altLang="en-US" sz="2400" dirty="0">
                <a:latin typeface="Arial" panose="020B0604020202020204" pitchFamily="34" charset="0"/>
                <a:cs typeface="Arial" panose="020B0604020202020204" pitchFamily="34" charset="0"/>
              </a:rPr>
              <a:t> </a:t>
            </a:r>
            <a:r>
              <a:rPr lang="vi-VN" altLang="en-US" sz="2400" dirty="0">
                <a:latin typeface="Arial" panose="020B0604020202020204" pitchFamily="34" charset="0"/>
                <a:cs typeface="Arial" panose="020B0604020202020204" pitchFamily="34" charset="0"/>
              </a:rPr>
              <a:t>thường tốn nhiều thời gian, công sức. Đặc biệt, việc thiết kế test case là một bước quan trọng nhưng lại đòi hỏi nhiều nỗ lực và kinh nghiệm từ kiểm thử viên.</a:t>
            </a:r>
            <a:endParaRPr lang="en-US" altLang="en-US" sz="2400" dirty="0">
              <a:latin typeface="Arial" panose="020B0604020202020204" pitchFamily="34" charset="0"/>
              <a:cs typeface="Arial" panose="020B0604020202020204" pitchFamily="34" charset="0"/>
            </a:endParaRPr>
          </a:p>
          <a:p>
            <a:pPr algn="just">
              <a:lnSpc>
                <a:spcPct val="150000"/>
              </a:lnSpc>
              <a:spcBef>
                <a:spcPts val="0"/>
              </a:spcBef>
              <a:buFont typeface="Wingdings" panose="05000000000000000000" pitchFamily="2" charset="2"/>
              <a:buChar char="v"/>
              <a:defRPr/>
            </a:pPr>
            <a:r>
              <a:rPr lang="en-US" altLang="en-US" sz="2400" dirty="0">
                <a:latin typeface="Arial" panose="020B0604020202020204" pitchFamily="34" charset="0"/>
                <a:cs typeface="Arial" panose="020B0604020202020204" pitchFamily="34" charset="0"/>
              </a:rPr>
              <a:t> </a:t>
            </a:r>
            <a:r>
              <a:rPr lang="en-US" altLang="en-US" sz="2400" b="1" dirty="0" err="1">
                <a:latin typeface="Arial" panose="020B0604020202020204" pitchFamily="34" charset="0"/>
                <a:cs typeface="Arial" panose="020B0604020202020204" pitchFamily="34" charset="0"/>
              </a:rPr>
              <a:t>Mục</a:t>
            </a:r>
            <a:r>
              <a:rPr lang="en-US" altLang="en-US" sz="2400" b="1" dirty="0">
                <a:latin typeface="Arial" panose="020B0604020202020204" pitchFamily="34" charset="0"/>
                <a:cs typeface="Arial" panose="020B0604020202020204" pitchFamily="34" charset="0"/>
              </a:rPr>
              <a:t> </a:t>
            </a:r>
            <a:r>
              <a:rPr lang="en-US" altLang="en-US" sz="2400" b="1" dirty="0" err="1">
                <a:latin typeface="Arial" panose="020B0604020202020204" pitchFamily="34" charset="0"/>
                <a:cs typeface="Arial" panose="020B0604020202020204" pitchFamily="34" charset="0"/>
              </a:rPr>
              <a:t>tiêu</a:t>
            </a:r>
            <a:r>
              <a:rPr lang="en-US" altLang="en-US" sz="2400" b="1" dirty="0">
                <a:latin typeface="Arial" panose="020B0604020202020204" pitchFamily="34" charset="0"/>
                <a:cs typeface="Arial" panose="020B0604020202020204" pitchFamily="34" charset="0"/>
              </a:rPr>
              <a:t> </a:t>
            </a:r>
            <a:r>
              <a:rPr lang="en-US" altLang="en-US" sz="2400" b="1" dirty="0" err="1">
                <a:latin typeface="Arial" panose="020B0604020202020204" pitchFamily="34" charset="0"/>
                <a:cs typeface="Arial" panose="020B0604020202020204" pitchFamily="34" charset="0"/>
              </a:rPr>
              <a:t>đề</a:t>
            </a:r>
            <a:r>
              <a:rPr lang="en-US" altLang="en-US" sz="2400" b="1" dirty="0">
                <a:latin typeface="Arial" panose="020B0604020202020204" pitchFamily="34" charset="0"/>
                <a:cs typeface="Arial" panose="020B0604020202020204" pitchFamily="34" charset="0"/>
              </a:rPr>
              <a:t> </a:t>
            </a:r>
            <a:r>
              <a:rPr lang="en-US" altLang="en-US" sz="2400" b="1" dirty="0" err="1">
                <a:latin typeface="Arial" panose="020B0604020202020204" pitchFamily="34" charset="0"/>
                <a:cs typeface="Arial" panose="020B0604020202020204" pitchFamily="34" charset="0"/>
              </a:rPr>
              <a:t>tài</a:t>
            </a:r>
            <a:r>
              <a:rPr lang="en-US" altLang="en-US" sz="2400" b="1" dirty="0">
                <a:latin typeface="Arial" panose="020B0604020202020204" pitchFamily="34" charset="0"/>
                <a:cs typeface="Arial" panose="020B0604020202020204" pitchFamily="34" charset="0"/>
              </a:rPr>
              <a:t>:</a:t>
            </a:r>
          </a:p>
          <a:p>
            <a:pPr marL="0" indent="0" algn="just">
              <a:lnSpc>
                <a:spcPct val="150000"/>
              </a:lnSpc>
              <a:spcBef>
                <a:spcPts val="0"/>
              </a:spcBef>
              <a:buNone/>
              <a:defRPr/>
            </a:pPr>
            <a:r>
              <a:rPr lang="en-US" altLang="en-US" sz="2400" dirty="0">
                <a:latin typeface="Arial" panose="020B0604020202020204" pitchFamily="34" charset="0"/>
                <a:cs typeface="Arial" panose="020B0604020202020204" pitchFamily="34" charset="0"/>
              </a:rPr>
              <a:t>	+ </a:t>
            </a:r>
            <a:r>
              <a:rPr lang="en-US" altLang="en-US" sz="2400" dirty="0" err="1">
                <a:latin typeface="Arial" panose="020B0604020202020204" pitchFamily="34" charset="0"/>
                <a:cs typeface="Arial" panose="020B0604020202020204" pitchFamily="34" charset="0"/>
              </a:rPr>
              <a:t>Xây</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dựng</a:t>
            </a:r>
            <a:r>
              <a:rPr lang="en-US" altLang="en-US" sz="2400" dirty="0">
                <a:latin typeface="Arial" panose="020B0604020202020204" pitchFamily="34" charset="0"/>
                <a:cs typeface="Arial" panose="020B0604020202020204" pitchFamily="34" charset="0"/>
              </a:rPr>
              <a:t> framework </a:t>
            </a:r>
            <a:r>
              <a:rPr lang="en-US" altLang="en-US" sz="2400" dirty="0" err="1">
                <a:latin typeface="Arial" panose="020B0604020202020204" pitchFamily="34" charset="0"/>
                <a:cs typeface="Arial" panose="020B0604020202020204" pitchFamily="34" charset="0"/>
              </a:rPr>
              <a:t>kiểm</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thử</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tự</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động</a:t>
            </a:r>
            <a:r>
              <a:rPr lang="en-US" altLang="en-US" sz="2400" dirty="0">
                <a:latin typeface="Arial" panose="020B0604020202020204" pitchFamily="34" charset="0"/>
                <a:cs typeface="Arial" panose="020B0604020202020204" pitchFamily="34" charset="0"/>
              </a:rPr>
              <a:t> Hybrid-Driven</a:t>
            </a:r>
          </a:p>
          <a:p>
            <a:pPr marL="0" indent="0" algn="just">
              <a:lnSpc>
                <a:spcPct val="150000"/>
              </a:lnSpc>
              <a:spcBef>
                <a:spcPts val="0"/>
              </a:spcBef>
              <a:buNone/>
              <a:defRPr/>
            </a:pPr>
            <a:r>
              <a:rPr lang="en-US" altLang="en-US" sz="2400" dirty="0">
                <a:latin typeface="Arial" panose="020B0604020202020204" pitchFamily="34" charset="0"/>
                <a:cs typeface="Arial" panose="020B0604020202020204" pitchFamily="34" charset="0"/>
              </a:rPr>
              <a:t>	+ </a:t>
            </a:r>
            <a:r>
              <a:rPr lang="en-US" altLang="en-US" sz="2400" dirty="0" err="1">
                <a:latin typeface="Arial" panose="020B0604020202020204" pitchFamily="34" charset="0"/>
                <a:cs typeface="Arial" panose="020B0604020202020204" pitchFamily="34" charset="0"/>
              </a:rPr>
              <a:t>Kết</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hợp</a:t>
            </a:r>
            <a:r>
              <a:rPr lang="en-US" altLang="en-US" sz="2400" dirty="0">
                <a:latin typeface="Arial" panose="020B0604020202020204" pitchFamily="34" charset="0"/>
                <a:cs typeface="Arial" panose="020B0604020202020204" pitchFamily="34" charset="0"/>
              </a:rPr>
              <a:t> AI </a:t>
            </a:r>
            <a:r>
              <a:rPr lang="en-US" altLang="en-US" sz="2400" dirty="0" err="1">
                <a:latin typeface="Arial" panose="020B0604020202020204" pitchFamily="34" charset="0"/>
                <a:cs typeface="Arial" panose="020B0604020202020204" pitchFamily="34" charset="0"/>
              </a:rPr>
              <a:t>sinh</a:t>
            </a:r>
            <a:r>
              <a:rPr lang="en-US" altLang="en-US" sz="2400" dirty="0">
                <a:latin typeface="Arial" panose="020B0604020202020204" pitchFamily="34" charset="0"/>
                <a:cs typeface="Arial" panose="020B0604020202020204" pitchFamily="34" charset="0"/>
              </a:rPr>
              <a:t> test case </a:t>
            </a:r>
            <a:r>
              <a:rPr lang="en-US" altLang="en-US" sz="2400" dirty="0" err="1">
                <a:latin typeface="Arial" panose="020B0604020202020204" pitchFamily="34" charset="0"/>
                <a:cs typeface="Arial" panose="020B0604020202020204" pitchFamily="34" charset="0"/>
              </a:rPr>
              <a:t>và</a:t>
            </a:r>
            <a:r>
              <a:rPr lang="en-US" altLang="en-US" sz="2400" dirty="0">
                <a:latin typeface="Arial" panose="020B0604020202020204" pitchFamily="34" charset="0"/>
                <a:cs typeface="Arial" panose="020B0604020202020204" pitchFamily="34" charset="0"/>
              </a:rPr>
              <a:t> test script</a:t>
            </a:r>
          </a:p>
          <a:p>
            <a:pPr marL="0" indent="0" algn="just">
              <a:lnSpc>
                <a:spcPct val="150000"/>
              </a:lnSpc>
              <a:spcBef>
                <a:spcPts val="0"/>
              </a:spcBef>
              <a:buNone/>
              <a:defRPr/>
            </a:pPr>
            <a:r>
              <a:rPr lang="en-US" altLang="en-US" sz="2400" dirty="0">
                <a:latin typeface="Arial" panose="020B0604020202020204" pitchFamily="34" charset="0"/>
                <a:cs typeface="Arial" panose="020B0604020202020204" pitchFamily="34" charset="0"/>
              </a:rPr>
              <a:t>	+ </a:t>
            </a:r>
            <a:r>
              <a:rPr lang="en-US" altLang="en-US" sz="2400" dirty="0" err="1">
                <a:latin typeface="Arial" panose="020B0604020202020204" pitchFamily="34" charset="0"/>
                <a:cs typeface="Arial" panose="020B0604020202020204" pitchFamily="34" charset="0"/>
              </a:rPr>
              <a:t>Áp</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dụng</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trên</a:t>
            </a:r>
            <a:r>
              <a:rPr lang="en-US" altLang="en-US" sz="2400" dirty="0">
                <a:latin typeface="Arial" panose="020B0604020202020204" pitchFamily="34" charset="0"/>
                <a:cs typeface="Arial" panose="020B0604020202020204" pitchFamily="34" charset="0"/>
              </a:rPr>
              <a:t> website </a:t>
            </a:r>
            <a:r>
              <a:rPr lang="en-US" altLang="en-US" sz="2400" dirty="0" err="1">
                <a:latin typeface="Arial" panose="020B0604020202020204" pitchFamily="34" charset="0"/>
                <a:cs typeface="Arial" panose="020B0604020202020204" pitchFamily="34" charset="0"/>
              </a:rPr>
              <a:t>Bemori</a:t>
            </a:r>
            <a:endParaRPr lang="en-US" altLang="en-US" sz="2400" dirty="0">
              <a:latin typeface="Arial" panose="020B0604020202020204" pitchFamily="34" charset="0"/>
              <a:cs typeface="Arial" panose="020B0604020202020204" pitchFamily="34" charset="0"/>
            </a:endParaRPr>
          </a:p>
          <a:p>
            <a:pPr marL="0" indent="0" algn="just">
              <a:lnSpc>
                <a:spcPct val="150000"/>
              </a:lnSpc>
              <a:spcBef>
                <a:spcPts val="0"/>
              </a:spcBef>
              <a:buNone/>
              <a:defRPr/>
            </a:pPr>
            <a:endParaRPr lang="en-US"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82412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Effect transition="in" filter="fade">
                                      <p:cBhvr>
                                        <p:cTn id="7" dur="1000"/>
                                        <p:tgtEl>
                                          <p:spTgt spid="8195">
                                            <p:txEl>
                                              <p:pRg st="0" end="0"/>
                                            </p:txEl>
                                          </p:spTgt>
                                        </p:tgtEl>
                                      </p:cBhvr>
                                    </p:animEffect>
                                    <p:anim calcmode="lin" valueType="num">
                                      <p:cBhvr>
                                        <p:cTn id="8" dur="1000" fill="hold"/>
                                        <p:tgtEl>
                                          <p:spTgt spid="819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19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8195">
                                            <p:txEl>
                                              <p:pRg st="1" end="1"/>
                                            </p:txEl>
                                          </p:spTgt>
                                        </p:tgtEl>
                                        <p:attrNameLst>
                                          <p:attrName>style.visibility</p:attrName>
                                        </p:attrNameLst>
                                      </p:cBhvr>
                                      <p:to>
                                        <p:strVal val="visible"/>
                                      </p:to>
                                    </p:set>
                                    <p:animEffect transition="in" filter="fade">
                                      <p:cBhvr>
                                        <p:cTn id="14" dur="500"/>
                                        <p:tgtEl>
                                          <p:spTgt spid="8195">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8195">
                                            <p:txEl>
                                              <p:pRg st="2" end="2"/>
                                            </p:txEl>
                                          </p:spTgt>
                                        </p:tgtEl>
                                        <p:attrNameLst>
                                          <p:attrName>style.visibility</p:attrName>
                                        </p:attrNameLst>
                                      </p:cBhvr>
                                      <p:to>
                                        <p:strVal val="visible"/>
                                      </p:to>
                                    </p:set>
                                    <p:animEffect transition="in" filter="fade">
                                      <p:cBhvr>
                                        <p:cTn id="19" dur="1000"/>
                                        <p:tgtEl>
                                          <p:spTgt spid="8195">
                                            <p:txEl>
                                              <p:pRg st="2" end="2"/>
                                            </p:txEl>
                                          </p:spTgt>
                                        </p:tgtEl>
                                      </p:cBhvr>
                                    </p:animEffect>
                                    <p:anim calcmode="lin" valueType="num">
                                      <p:cBhvr>
                                        <p:cTn id="20" dur="1000" fill="hold"/>
                                        <p:tgtEl>
                                          <p:spTgt spid="8195">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819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31" presetClass="entr" presetSubtype="0" fill="hold" nodeType="clickEffect">
                                  <p:stCondLst>
                                    <p:cond delay="0"/>
                                  </p:stCondLst>
                                  <p:childTnLst>
                                    <p:set>
                                      <p:cBhvr>
                                        <p:cTn id="25" dur="1" fill="hold">
                                          <p:stCondLst>
                                            <p:cond delay="0"/>
                                          </p:stCondLst>
                                        </p:cTn>
                                        <p:tgtEl>
                                          <p:spTgt spid="8195">
                                            <p:txEl>
                                              <p:pRg st="3" end="3"/>
                                            </p:txEl>
                                          </p:spTgt>
                                        </p:tgtEl>
                                        <p:attrNameLst>
                                          <p:attrName>style.visibility</p:attrName>
                                        </p:attrNameLst>
                                      </p:cBhvr>
                                      <p:to>
                                        <p:strVal val="visible"/>
                                      </p:to>
                                    </p:set>
                                    <p:anim calcmode="lin" valueType="num">
                                      <p:cBhvr>
                                        <p:cTn id="26" dur="1000" fill="hold"/>
                                        <p:tgtEl>
                                          <p:spTgt spid="8195">
                                            <p:txEl>
                                              <p:pRg st="3" end="3"/>
                                            </p:txEl>
                                          </p:spTgt>
                                        </p:tgtEl>
                                        <p:attrNameLst>
                                          <p:attrName>ppt_w</p:attrName>
                                        </p:attrNameLst>
                                      </p:cBhvr>
                                      <p:tavLst>
                                        <p:tav tm="0">
                                          <p:val>
                                            <p:fltVal val="0"/>
                                          </p:val>
                                        </p:tav>
                                        <p:tav tm="100000">
                                          <p:val>
                                            <p:strVal val="#ppt_w"/>
                                          </p:val>
                                        </p:tav>
                                      </p:tavLst>
                                    </p:anim>
                                    <p:anim calcmode="lin" valueType="num">
                                      <p:cBhvr>
                                        <p:cTn id="27" dur="1000" fill="hold"/>
                                        <p:tgtEl>
                                          <p:spTgt spid="8195">
                                            <p:txEl>
                                              <p:pRg st="3" end="3"/>
                                            </p:txEl>
                                          </p:spTgt>
                                        </p:tgtEl>
                                        <p:attrNameLst>
                                          <p:attrName>ppt_h</p:attrName>
                                        </p:attrNameLst>
                                      </p:cBhvr>
                                      <p:tavLst>
                                        <p:tav tm="0">
                                          <p:val>
                                            <p:fltVal val="0"/>
                                          </p:val>
                                        </p:tav>
                                        <p:tav tm="100000">
                                          <p:val>
                                            <p:strVal val="#ppt_h"/>
                                          </p:val>
                                        </p:tav>
                                      </p:tavLst>
                                    </p:anim>
                                    <p:anim calcmode="lin" valueType="num">
                                      <p:cBhvr>
                                        <p:cTn id="28" dur="1000" fill="hold"/>
                                        <p:tgtEl>
                                          <p:spTgt spid="8195">
                                            <p:txEl>
                                              <p:pRg st="3" end="3"/>
                                            </p:txEl>
                                          </p:spTgt>
                                        </p:tgtEl>
                                        <p:attrNameLst>
                                          <p:attrName>style.rotation</p:attrName>
                                        </p:attrNameLst>
                                      </p:cBhvr>
                                      <p:tavLst>
                                        <p:tav tm="0">
                                          <p:val>
                                            <p:fltVal val="90"/>
                                          </p:val>
                                        </p:tav>
                                        <p:tav tm="100000">
                                          <p:val>
                                            <p:fltVal val="0"/>
                                          </p:val>
                                        </p:tav>
                                      </p:tavLst>
                                    </p:anim>
                                    <p:animEffect transition="in" filter="fade">
                                      <p:cBhvr>
                                        <p:cTn id="29" dur="1000"/>
                                        <p:tgtEl>
                                          <p:spTgt spid="8195">
                                            <p:txEl>
                                              <p:pRg st="3" end="3"/>
                                            </p:txEl>
                                          </p:spTgt>
                                        </p:tgtEl>
                                      </p:cBhvr>
                                    </p:animEffect>
                                  </p:childTnLst>
                                </p:cTn>
                              </p:par>
                              <p:par>
                                <p:cTn id="30" presetID="31" presetClass="entr" presetSubtype="0" fill="hold" nodeType="withEffect">
                                  <p:stCondLst>
                                    <p:cond delay="0"/>
                                  </p:stCondLst>
                                  <p:childTnLst>
                                    <p:set>
                                      <p:cBhvr>
                                        <p:cTn id="31" dur="1" fill="hold">
                                          <p:stCondLst>
                                            <p:cond delay="0"/>
                                          </p:stCondLst>
                                        </p:cTn>
                                        <p:tgtEl>
                                          <p:spTgt spid="8195">
                                            <p:txEl>
                                              <p:pRg st="4" end="4"/>
                                            </p:txEl>
                                          </p:spTgt>
                                        </p:tgtEl>
                                        <p:attrNameLst>
                                          <p:attrName>style.visibility</p:attrName>
                                        </p:attrNameLst>
                                      </p:cBhvr>
                                      <p:to>
                                        <p:strVal val="visible"/>
                                      </p:to>
                                    </p:set>
                                    <p:anim calcmode="lin" valueType="num">
                                      <p:cBhvr>
                                        <p:cTn id="32" dur="1000" fill="hold"/>
                                        <p:tgtEl>
                                          <p:spTgt spid="8195">
                                            <p:txEl>
                                              <p:pRg st="4" end="4"/>
                                            </p:txEl>
                                          </p:spTgt>
                                        </p:tgtEl>
                                        <p:attrNameLst>
                                          <p:attrName>ppt_w</p:attrName>
                                        </p:attrNameLst>
                                      </p:cBhvr>
                                      <p:tavLst>
                                        <p:tav tm="0">
                                          <p:val>
                                            <p:fltVal val="0"/>
                                          </p:val>
                                        </p:tav>
                                        <p:tav tm="100000">
                                          <p:val>
                                            <p:strVal val="#ppt_w"/>
                                          </p:val>
                                        </p:tav>
                                      </p:tavLst>
                                    </p:anim>
                                    <p:anim calcmode="lin" valueType="num">
                                      <p:cBhvr>
                                        <p:cTn id="33" dur="1000" fill="hold"/>
                                        <p:tgtEl>
                                          <p:spTgt spid="8195">
                                            <p:txEl>
                                              <p:pRg st="4" end="4"/>
                                            </p:txEl>
                                          </p:spTgt>
                                        </p:tgtEl>
                                        <p:attrNameLst>
                                          <p:attrName>ppt_h</p:attrName>
                                        </p:attrNameLst>
                                      </p:cBhvr>
                                      <p:tavLst>
                                        <p:tav tm="0">
                                          <p:val>
                                            <p:fltVal val="0"/>
                                          </p:val>
                                        </p:tav>
                                        <p:tav tm="100000">
                                          <p:val>
                                            <p:strVal val="#ppt_h"/>
                                          </p:val>
                                        </p:tav>
                                      </p:tavLst>
                                    </p:anim>
                                    <p:anim calcmode="lin" valueType="num">
                                      <p:cBhvr>
                                        <p:cTn id="34" dur="1000" fill="hold"/>
                                        <p:tgtEl>
                                          <p:spTgt spid="8195">
                                            <p:txEl>
                                              <p:pRg st="4" end="4"/>
                                            </p:txEl>
                                          </p:spTgt>
                                        </p:tgtEl>
                                        <p:attrNameLst>
                                          <p:attrName>style.rotation</p:attrName>
                                        </p:attrNameLst>
                                      </p:cBhvr>
                                      <p:tavLst>
                                        <p:tav tm="0">
                                          <p:val>
                                            <p:fltVal val="90"/>
                                          </p:val>
                                        </p:tav>
                                        <p:tav tm="100000">
                                          <p:val>
                                            <p:fltVal val="0"/>
                                          </p:val>
                                        </p:tav>
                                      </p:tavLst>
                                    </p:anim>
                                    <p:animEffect transition="in" filter="fade">
                                      <p:cBhvr>
                                        <p:cTn id="35" dur="1000"/>
                                        <p:tgtEl>
                                          <p:spTgt spid="8195">
                                            <p:txEl>
                                              <p:pRg st="4" end="4"/>
                                            </p:txEl>
                                          </p:spTgt>
                                        </p:tgtEl>
                                      </p:cBhvr>
                                    </p:animEffect>
                                  </p:childTnLst>
                                </p:cTn>
                              </p:par>
                              <p:par>
                                <p:cTn id="36" presetID="31" presetClass="entr" presetSubtype="0" fill="hold" nodeType="withEffect">
                                  <p:stCondLst>
                                    <p:cond delay="0"/>
                                  </p:stCondLst>
                                  <p:childTnLst>
                                    <p:set>
                                      <p:cBhvr>
                                        <p:cTn id="37" dur="1" fill="hold">
                                          <p:stCondLst>
                                            <p:cond delay="0"/>
                                          </p:stCondLst>
                                        </p:cTn>
                                        <p:tgtEl>
                                          <p:spTgt spid="8195">
                                            <p:txEl>
                                              <p:pRg st="5" end="5"/>
                                            </p:txEl>
                                          </p:spTgt>
                                        </p:tgtEl>
                                        <p:attrNameLst>
                                          <p:attrName>style.visibility</p:attrName>
                                        </p:attrNameLst>
                                      </p:cBhvr>
                                      <p:to>
                                        <p:strVal val="visible"/>
                                      </p:to>
                                    </p:set>
                                    <p:anim calcmode="lin" valueType="num">
                                      <p:cBhvr>
                                        <p:cTn id="38" dur="1000" fill="hold"/>
                                        <p:tgtEl>
                                          <p:spTgt spid="8195">
                                            <p:txEl>
                                              <p:pRg st="5" end="5"/>
                                            </p:txEl>
                                          </p:spTgt>
                                        </p:tgtEl>
                                        <p:attrNameLst>
                                          <p:attrName>ppt_w</p:attrName>
                                        </p:attrNameLst>
                                      </p:cBhvr>
                                      <p:tavLst>
                                        <p:tav tm="0">
                                          <p:val>
                                            <p:fltVal val="0"/>
                                          </p:val>
                                        </p:tav>
                                        <p:tav tm="100000">
                                          <p:val>
                                            <p:strVal val="#ppt_w"/>
                                          </p:val>
                                        </p:tav>
                                      </p:tavLst>
                                    </p:anim>
                                    <p:anim calcmode="lin" valueType="num">
                                      <p:cBhvr>
                                        <p:cTn id="39" dur="1000" fill="hold"/>
                                        <p:tgtEl>
                                          <p:spTgt spid="8195">
                                            <p:txEl>
                                              <p:pRg st="5" end="5"/>
                                            </p:txEl>
                                          </p:spTgt>
                                        </p:tgtEl>
                                        <p:attrNameLst>
                                          <p:attrName>ppt_h</p:attrName>
                                        </p:attrNameLst>
                                      </p:cBhvr>
                                      <p:tavLst>
                                        <p:tav tm="0">
                                          <p:val>
                                            <p:fltVal val="0"/>
                                          </p:val>
                                        </p:tav>
                                        <p:tav tm="100000">
                                          <p:val>
                                            <p:strVal val="#ppt_h"/>
                                          </p:val>
                                        </p:tav>
                                      </p:tavLst>
                                    </p:anim>
                                    <p:anim calcmode="lin" valueType="num">
                                      <p:cBhvr>
                                        <p:cTn id="40" dur="1000" fill="hold"/>
                                        <p:tgtEl>
                                          <p:spTgt spid="8195">
                                            <p:txEl>
                                              <p:pRg st="5" end="5"/>
                                            </p:txEl>
                                          </p:spTgt>
                                        </p:tgtEl>
                                        <p:attrNameLst>
                                          <p:attrName>style.rotation</p:attrName>
                                        </p:attrNameLst>
                                      </p:cBhvr>
                                      <p:tavLst>
                                        <p:tav tm="0">
                                          <p:val>
                                            <p:fltVal val="90"/>
                                          </p:val>
                                        </p:tav>
                                        <p:tav tm="100000">
                                          <p:val>
                                            <p:fltVal val="0"/>
                                          </p:val>
                                        </p:tav>
                                      </p:tavLst>
                                    </p:anim>
                                    <p:animEffect transition="in" filter="fade">
                                      <p:cBhvr>
                                        <p:cTn id="41" dur="1000"/>
                                        <p:tgtEl>
                                          <p:spTgt spid="819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80978F-6DEF-13F7-68AB-7781B24694E3}"/>
            </a:ext>
          </a:extLst>
        </p:cNvPr>
        <p:cNvGrpSpPr/>
        <p:nvPr/>
      </p:nvGrpSpPr>
      <p:grpSpPr>
        <a:xfrm>
          <a:off x="0" y="0"/>
          <a:ext cx="0" cy="0"/>
          <a:chOff x="0" y="0"/>
          <a:chExt cx="0" cy="0"/>
        </a:xfrm>
      </p:grpSpPr>
      <p:sp>
        <p:nvSpPr>
          <p:cNvPr id="19458" name="Slide Number Placeholder 5">
            <a:extLst>
              <a:ext uri="{FF2B5EF4-FFF2-40B4-BE49-F238E27FC236}">
                <a16:creationId xmlns:a16="http://schemas.microsoft.com/office/drawing/2014/main" id="{1DA9158B-E23B-AF33-B912-5F2FFD24C90B}"/>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Verdana" panose="020B0604030504040204" pitchFamily="34" charset="0"/>
              </a:defRPr>
            </a:lvl1pPr>
            <a:lvl2pPr marL="742950" indent="-285750">
              <a:spcBef>
                <a:spcPct val="20000"/>
              </a:spcBef>
              <a:buChar char="–"/>
              <a:defRPr sz="2800">
                <a:solidFill>
                  <a:schemeClr val="tx1"/>
                </a:solidFill>
                <a:latin typeface="Verdana" panose="020B0604030504040204" pitchFamily="34" charset="0"/>
              </a:defRPr>
            </a:lvl2pPr>
            <a:lvl3pPr marL="1143000" indent="-228600">
              <a:spcBef>
                <a:spcPct val="20000"/>
              </a:spcBef>
              <a:buChar char="•"/>
              <a:defRPr sz="2400">
                <a:solidFill>
                  <a:schemeClr val="tx1"/>
                </a:solidFill>
                <a:latin typeface="Verdana" panose="020B0604030504040204" pitchFamily="34" charset="0"/>
              </a:defRPr>
            </a:lvl3pPr>
            <a:lvl4pPr marL="1600200" indent="-228600">
              <a:spcBef>
                <a:spcPct val="20000"/>
              </a:spcBef>
              <a:buChar char="–"/>
              <a:defRPr sz="2000">
                <a:solidFill>
                  <a:schemeClr val="tx1"/>
                </a:solidFill>
                <a:latin typeface="Verdana" panose="020B0604030504040204" pitchFamily="34" charset="0"/>
              </a:defRPr>
            </a:lvl4pPr>
            <a:lvl5pPr marL="2057400" indent="-228600">
              <a:spcBef>
                <a:spcPct val="20000"/>
              </a:spcBef>
              <a:buChar char="»"/>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Verdana" panose="020B0604030504040204" pitchFamily="34" charset="0"/>
              </a:defRPr>
            </a:lvl9pPr>
          </a:lstStyle>
          <a:p>
            <a:pPr>
              <a:spcBef>
                <a:spcPct val="0"/>
              </a:spcBef>
              <a:buFontTx/>
              <a:buNone/>
            </a:pPr>
            <a:fld id="{7A12D7E3-E12C-46AD-95DA-2B3BA076F846}" type="slidenum">
              <a:rPr lang="en-US" altLang="en-US" sz="1400"/>
              <a:t>5</a:t>
            </a:fld>
            <a:endParaRPr lang="en-US" altLang="en-US" sz="1400"/>
          </a:p>
        </p:txBody>
      </p:sp>
      <p:sp>
        <p:nvSpPr>
          <p:cNvPr id="2" name="Rectangle 2">
            <a:extLst>
              <a:ext uri="{FF2B5EF4-FFF2-40B4-BE49-F238E27FC236}">
                <a16:creationId xmlns:a16="http://schemas.microsoft.com/office/drawing/2014/main" id="{FCD044C8-9B59-A6FF-81F2-8B1502F8E036}"/>
              </a:ext>
            </a:extLst>
          </p:cNvPr>
          <p:cNvSpPr>
            <a:spLocks noGrp="1" noChangeArrowheads="1"/>
          </p:cNvSpPr>
          <p:nvPr>
            <p:ph type="title"/>
          </p:nvPr>
        </p:nvSpPr>
        <p:spPr>
          <a:xfrm>
            <a:off x="906236" y="144624"/>
            <a:ext cx="8077200" cy="609600"/>
          </a:xfrm>
        </p:spPr>
        <p:txBody>
          <a:bodyPr>
            <a:normAutofit/>
          </a:bodyPr>
          <a:lstStyle/>
          <a:p>
            <a:pPr>
              <a:defRPr/>
            </a:pPr>
            <a:r>
              <a:rPr lang="en-US" altLang="en-US" b="1" dirty="0" err="1">
                <a:latin typeface="Arial" panose="020B0604020202020204" pitchFamily="34" charset="0"/>
                <a:cs typeface="Arial" panose="020B0604020202020204" pitchFamily="34" charset="0"/>
              </a:rPr>
              <a:t>Nội</a:t>
            </a:r>
            <a:r>
              <a:rPr lang="en-US" altLang="en-US" b="1" dirty="0">
                <a:latin typeface="Arial" panose="020B0604020202020204" pitchFamily="34" charset="0"/>
                <a:cs typeface="Arial" panose="020B0604020202020204" pitchFamily="34" charset="0"/>
              </a:rPr>
              <a:t> dung</a:t>
            </a:r>
          </a:p>
        </p:txBody>
      </p:sp>
      <p:sp>
        <p:nvSpPr>
          <p:cNvPr id="8198" name="Google Shape;98;p2">
            <a:extLst>
              <a:ext uri="{FF2B5EF4-FFF2-40B4-BE49-F238E27FC236}">
                <a16:creationId xmlns:a16="http://schemas.microsoft.com/office/drawing/2014/main" id="{FF401F8C-D871-8313-FD55-C42355BB0727}"/>
              </a:ext>
            </a:extLst>
          </p:cNvPr>
          <p:cNvSpPr/>
          <p:nvPr/>
        </p:nvSpPr>
        <p:spPr>
          <a:xfrm>
            <a:off x="2742180" y="2358132"/>
            <a:ext cx="5424985" cy="508000"/>
          </a:xfrm>
          <a:prstGeom prst="roundRect">
            <a:avLst>
              <a:gd name="adj" fmla="val 50000"/>
            </a:avLst>
          </a:prstGeom>
          <a:noFill/>
          <a:ln w="28575" cap="flat" cmpd="sng">
            <a:solidFill>
              <a:schemeClr val="l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b="1" dirty="0">
                <a:solidFill>
                  <a:schemeClr val="dk1"/>
                </a:solidFill>
              </a:rPr>
              <a:t>Phân </a:t>
            </a:r>
            <a:r>
              <a:rPr lang="en-US" sz="1800" b="1" dirty="0" err="1">
                <a:solidFill>
                  <a:schemeClr val="dk1"/>
                </a:solidFill>
              </a:rPr>
              <a:t>tích</a:t>
            </a:r>
            <a:r>
              <a:rPr lang="en-US" sz="1800" b="1" dirty="0">
                <a:solidFill>
                  <a:schemeClr val="dk1"/>
                </a:solidFill>
              </a:rPr>
              <a:t> </a:t>
            </a:r>
            <a:r>
              <a:rPr lang="en-US" b="1" dirty="0" err="1">
                <a:solidFill>
                  <a:schemeClr val="dk1"/>
                </a:solidFill>
              </a:rPr>
              <a:t>và</a:t>
            </a:r>
            <a:r>
              <a:rPr lang="en-US" b="1" dirty="0">
                <a:solidFill>
                  <a:schemeClr val="dk1"/>
                </a:solidFill>
              </a:rPr>
              <a:t> </a:t>
            </a:r>
            <a:r>
              <a:rPr lang="en-US" b="1" dirty="0" err="1">
                <a:solidFill>
                  <a:schemeClr val="dk1"/>
                </a:solidFill>
              </a:rPr>
              <a:t>thiết</a:t>
            </a:r>
            <a:r>
              <a:rPr lang="en-US" b="1" dirty="0">
                <a:solidFill>
                  <a:schemeClr val="dk1"/>
                </a:solidFill>
              </a:rPr>
              <a:t> </a:t>
            </a:r>
            <a:r>
              <a:rPr lang="en-US" b="1" dirty="0" err="1">
                <a:solidFill>
                  <a:schemeClr val="dk1"/>
                </a:solidFill>
              </a:rPr>
              <a:t>kế</a:t>
            </a:r>
            <a:r>
              <a:rPr lang="en-US" b="1" dirty="0">
                <a:solidFill>
                  <a:schemeClr val="dk1"/>
                </a:solidFill>
              </a:rPr>
              <a:t> </a:t>
            </a:r>
            <a:r>
              <a:rPr lang="en-US" b="1" dirty="0" err="1">
                <a:solidFill>
                  <a:schemeClr val="dk1"/>
                </a:solidFill>
              </a:rPr>
              <a:t>hệ</a:t>
            </a:r>
            <a:r>
              <a:rPr lang="en-US" b="1" dirty="0">
                <a:solidFill>
                  <a:schemeClr val="dk1"/>
                </a:solidFill>
              </a:rPr>
              <a:t> </a:t>
            </a:r>
            <a:r>
              <a:rPr lang="en-US" b="1" dirty="0" err="1">
                <a:solidFill>
                  <a:schemeClr val="dk1"/>
                </a:solidFill>
              </a:rPr>
              <a:t>thống</a:t>
            </a:r>
            <a:endParaRPr lang="vi-VN" dirty="0"/>
          </a:p>
        </p:txBody>
      </p:sp>
      <p:sp>
        <p:nvSpPr>
          <p:cNvPr id="8199" name="Google Shape;99;p2">
            <a:extLst>
              <a:ext uri="{FF2B5EF4-FFF2-40B4-BE49-F238E27FC236}">
                <a16:creationId xmlns:a16="http://schemas.microsoft.com/office/drawing/2014/main" id="{BC016EE2-65F8-78F0-51E3-EA4F89FE98C2}"/>
              </a:ext>
            </a:extLst>
          </p:cNvPr>
          <p:cNvSpPr/>
          <p:nvPr/>
        </p:nvSpPr>
        <p:spPr>
          <a:xfrm>
            <a:off x="1987550" y="1164122"/>
            <a:ext cx="5168900" cy="508000"/>
          </a:xfrm>
          <a:prstGeom prst="roundRect">
            <a:avLst>
              <a:gd name="adj" fmla="val 50000"/>
            </a:avLst>
          </a:prstGeom>
          <a:noFill/>
          <a:ln w="28575" cap="flat" cmpd="sng">
            <a:solidFill>
              <a:schemeClr val="l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b="1" dirty="0" err="1">
                <a:solidFill>
                  <a:schemeClr val="accent3">
                    <a:lumMod val="40000"/>
                    <a:lumOff val="60000"/>
                  </a:schemeClr>
                </a:solidFill>
              </a:rPr>
              <a:t>Giới</a:t>
            </a:r>
            <a:r>
              <a:rPr lang="en-US" b="1" dirty="0">
                <a:solidFill>
                  <a:schemeClr val="accent3">
                    <a:lumMod val="40000"/>
                    <a:lumOff val="60000"/>
                  </a:schemeClr>
                </a:solidFill>
              </a:rPr>
              <a:t> </a:t>
            </a:r>
            <a:r>
              <a:rPr lang="en-US" b="1" dirty="0" err="1">
                <a:solidFill>
                  <a:schemeClr val="accent3">
                    <a:lumMod val="40000"/>
                    <a:lumOff val="60000"/>
                  </a:schemeClr>
                </a:solidFill>
              </a:rPr>
              <a:t>thiệu</a:t>
            </a:r>
            <a:r>
              <a:rPr lang="en-US" b="1" dirty="0">
                <a:solidFill>
                  <a:schemeClr val="accent3">
                    <a:lumMod val="40000"/>
                    <a:lumOff val="60000"/>
                  </a:schemeClr>
                </a:solidFill>
              </a:rPr>
              <a:t> </a:t>
            </a:r>
            <a:r>
              <a:rPr lang="en-US" b="1" dirty="0" err="1">
                <a:solidFill>
                  <a:schemeClr val="accent3">
                    <a:lumMod val="40000"/>
                    <a:lumOff val="60000"/>
                  </a:schemeClr>
                </a:solidFill>
              </a:rPr>
              <a:t>đề</a:t>
            </a:r>
            <a:r>
              <a:rPr lang="en-US" b="1" dirty="0">
                <a:solidFill>
                  <a:schemeClr val="accent3">
                    <a:lumMod val="40000"/>
                    <a:lumOff val="60000"/>
                  </a:schemeClr>
                </a:solidFill>
              </a:rPr>
              <a:t> </a:t>
            </a:r>
            <a:r>
              <a:rPr lang="en-US" b="1" dirty="0" err="1">
                <a:solidFill>
                  <a:schemeClr val="accent3">
                    <a:lumMod val="40000"/>
                    <a:lumOff val="60000"/>
                  </a:schemeClr>
                </a:solidFill>
              </a:rPr>
              <a:t>tài</a:t>
            </a:r>
            <a:endParaRPr dirty="0">
              <a:solidFill>
                <a:schemeClr val="accent3">
                  <a:lumMod val="40000"/>
                  <a:lumOff val="60000"/>
                </a:schemeClr>
              </a:solidFill>
            </a:endParaRPr>
          </a:p>
        </p:txBody>
      </p:sp>
      <p:grpSp>
        <p:nvGrpSpPr>
          <p:cNvPr id="8200" name="Google Shape;100;p2">
            <a:extLst>
              <a:ext uri="{FF2B5EF4-FFF2-40B4-BE49-F238E27FC236}">
                <a16:creationId xmlns:a16="http://schemas.microsoft.com/office/drawing/2014/main" id="{9CDE687D-1CDA-54C4-6931-F6505A7D1016}"/>
              </a:ext>
            </a:extLst>
          </p:cNvPr>
          <p:cNvGrpSpPr/>
          <p:nvPr/>
        </p:nvGrpSpPr>
        <p:grpSpPr>
          <a:xfrm>
            <a:off x="1462085" y="1258450"/>
            <a:ext cx="381000" cy="381000"/>
            <a:chOff x="2078" y="1680"/>
            <a:chExt cx="1615" cy="1615"/>
          </a:xfrm>
        </p:grpSpPr>
        <p:sp>
          <p:nvSpPr>
            <p:cNvPr id="8201" name="Google Shape;101;p2">
              <a:extLst>
                <a:ext uri="{FF2B5EF4-FFF2-40B4-BE49-F238E27FC236}">
                  <a16:creationId xmlns:a16="http://schemas.microsoft.com/office/drawing/2014/main" id="{852AFF29-C63A-D93C-F441-6C712B34C2DD}"/>
                </a:ext>
              </a:extLst>
            </p:cNvPr>
            <p:cNvSpPr/>
            <p:nvPr/>
          </p:nvSpPr>
          <p:spPr>
            <a:xfrm>
              <a:off x="2078" y="1680"/>
              <a:ext cx="1615" cy="1615"/>
            </a:xfrm>
            <a:prstGeom prst="ellipse">
              <a:avLst/>
            </a:prstGeom>
            <a:gradFill>
              <a:gsLst>
                <a:gs pos="0">
                  <a:srgbClr val="B3B3B3"/>
                </a:gs>
                <a:gs pos="50000">
                  <a:srgbClr val="FFFFFF"/>
                </a:gs>
                <a:gs pos="100000">
                  <a:srgbClr val="B3B3B3"/>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02" name="Google Shape;102;p2">
              <a:extLst>
                <a:ext uri="{FF2B5EF4-FFF2-40B4-BE49-F238E27FC236}">
                  <a16:creationId xmlns:a16="http://schemas.microsoft.com/office/drawing/2014/main" id="{1820422F-D757-917D-3E37-5D209663E3CE}"/>
                </a:ext>
              </a:extLst>
            </p:cNvPr>
            <p:cNvSpPr/>
            <p:nvPr/>
          </p:nvSpPr>
          <p:spPr>
            <a:xfrm>
              <a:off x="2170" y="1771"/>
              <a:ext cx="1430" cy="1430"/>
            </a:xfrm>
            <a:prstGeom prst="ellipse">
              <a:avLst/>
            </a:prstGeom>
            <a:gradFill>
              <a:gsLst>
                <a:gs pos="0">
                  <a:srgbClr val="CFCFCF"/>
                </a:gs>
                <a:gs pos="50000">
                  <a:srgbClr val="FFFFFF"/>
                </a:gs>
                <a:gs pos="100000">
                  <a:srgbClr val="CFCFCF"/>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03" name="Google Shape;103;p2">
              <a:extLst>
                <a:ext uri="{FF2B5EF4-FFF2-40B4-BE49-F238E27FC236}">
                  <a16:creationId xmlns:a16="http://schemas.microsoft.com/office/drawing/2014/main" id="{D32215D9-20F5-BED4-369C-E2B1E5FDD1DE}"/>
                </a:ext>
              </a:extLst>
            </p:cNvPr>
            <p:cNvSpPr/>
            <p:nvPr/>
          </p:nvSpPr>
          <p:spPr>
            <a:xfrm>
              <a:off x="2254" y="1856"/>
              <a:ext cx="1262" cy="1264"/>
            </a:xfrm>
            <a:prstGeom prst="ellipse">
              <a:avLst/>
            </a:prstGeom>
            <a:gradFill>
              <a:gsLst>
                <a:gs pos="0">
                  <a:srgbClr val="FFFFFF"/>
                </a:gs>
                <a:gs pos="50000">
                  <a:schemeClr val="hlink"/>
                </a:gs>
                <a:gs pos="100000">
                  <a:srgbClr val="FFFFFF"/>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04" name="Google Shape;104;p2">
              <a:extLst>
                <a:ext uri="{FF2B5EF4-FFF2-40B4-BE49-F238E27FC236}">
                  <a16:creationId xmlns:a16="http://schemas.microsoft.com/office/drawing/2014/main" id="{A6C05B03-31D3-C789-ACFE-97EACB04183B}"/>
                </a:ext>
              </a:extLst>
            </p:cNvPr>
            <p:cNvSpPr/>
            <p:nvPr/>
          </p:nvSpPr>
          <p:spPr>
            <a:xfrm>
              <a:off x="2254" y="1856"/>
              <a:ext cx="1262" cy="1264"/>
            </a:xfrm>
            <a:prstGeom prst="ellipse">
              <a:avLst/>
            </a:prstGeom>
            <a:gradFill>
              <a:gsLst>
                <a:gs pos="0">
                  <a:srgbClr val="000000"/>
                </a:gs>
                <a:gs pos="100000">
                  <a:srgbClr val="FFCC00"/>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05" name="Google Shape;105;p2">
              <a:extLst>
                <a:ext uri="{FF2B5EF4-FFF2-40B4-BE49-F238E27FC236}">
                  <a16:creationId xmlns:a16="http://schemas.microsoft.com/office/drawing/2014/main" id="{C89F9AC0-94E5-9824-AC52-0A071388969C}"/>
                </a:ext>
              </a:extLst>
            </p:cNvPr>
            <p:cNvSpPr/>
            <p:nvPr/>
          </p:nvSpPr>
          <p:spPr>
            <a:xfrm>
              <a:off x="2337" y="1939"/>
              <a:ext cx="1096" cy="1098"/>
            </a:xfrm>
            <a:prstGeom prst="ellipse">
              <a:avLst/>
            </a:prstGeom>
            <a:gradFill>
              <a:gsLst>
                <a:gs pos="0">
                  <a:srgbClr val="034A91"/>
                </a:gs>
                <a:gs pos="50000">
                  <a:schemeClr val="hlink"/>
                </a:gs>
                <a:gs pos="100000">
                  <a:srgbClr val="034A91"/>
                </a:gs>
              </a:gsLst>
              <a:lin ang="189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06" name="Google Shape;106;p2">
              <a:extLst>
                <a:ext uri="{FF2B5EF4-FFF2-40B4-BE49-F238E27FC236}">
                  <a16:creationId xmlns:a16="http://schemas.microsoft.com/office/drawing/2014/main" id="{00F97772-F195-83C4-4C54-54B277334708}"/>
                </a:ext>
              </a:extLst>
            </p:cNvPr>
            <p:cNvSpPr/>
            <p:nvPr/>
          </p:nvSpPr>
          <p:spPr>
            <a:xfrm>
              <a:off x="2337" y="1939"/>
              <a:ext cx="1096" cy="1098"/>
            </a:xfrm>
            <a:prstGeom prst="ellipse">
              <a:avLst/>
            </a:prstGeom>
            <a:gradFill>
              <a:gsLst>
                <a:gs pos="0">
                  <a:srgbClr val="FFCC00"/>
                </a:gs>
                <a:gs pos="100000">
                  <a:srgbClr val="B79200"/>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8207" name="Google Shape;107;p2">
            <a:extLst>
              <a:ext uri="{FF2B5EF4-FFF2-40B4-BE49-F238E27FC236}">
                <a16:creationId xmlns:a16="http://schemas.microsoft.com/office/drawing/2014/main" id="{645FB762-CB8A-2523-0F2F-42E15D36F324}"/>
              </a:ext>
            </a:extLst>
          </p:cNvPr>
          <p:cNvGrpSpPr/>
          <p:nvPr/>
        </p:nvGrpSpPr>
        <p:grpSpPr>
          <a:xfrm>
            <a:off x="2268817" y="2454610"/>
            <a:ext cx="381000" cy="381000"/>
            <a:chOff x="2078" y="1680"/>
            <a:chExt cx="1615" cy="1615"/>
          </a:xfrm>
        </p:grpSpPr>
        <p:sp>
          <p:nvSpPr>
            <p:cNvPr id="8208" name="Google Shape;108;p2">
              <a:extLst>
                <a:ext uri="{FF2B5EF4-FFF2-40B4-BE49-F238E27FC236}">
                  <a16:creationId xmlns:a16="http://schemas.microsoft.com/office/drawing/2014/main" id="{F8FB3DFC-423F-A723-AF0A-1ED1285E8F38}"/>
                </a:ext>
              </a:extLst>
            </p:cNvPr>
            <p:cNvSpPr/>
            <p:nvPr/>
          </p:nvSpPr>
          <p:spPr>
            <a:xfrm>
              <a:off x="2078" y="1680"/>
              <a:ext cx="1615" cy="1615"/>
            </a:xfrm>
            <a:prstGeom prst="ellipse">
              <a:avLst/>
            </a:prstGeom>
            <a:gradFill>
              <a:gsLst>
                <a:gs pos="0">
                  <a:srgbClr val="B3B3B3"/>
                </a:gs>
                <a:gs pos="50000">
                  <a:srgbClr val="FFFFFF"/>
                </a:gs>
                <a:gs pos="100000">
                  <a:srgbClr val="B3B3B3"/>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09" name="Google Shape;109;p2">
              <a:extLst>
                <a:ext uri="{FF2B5EF4-FFF2-40B4-BE49-F238E27FC236}">
                  <a16:creationId xmlns:a16="http://schemas.microsoft.com/office/drawing/2014/main" id="{93AFB3A1-5ADD-8A54-688E-9170770B5A3A}"/>
                </a:ext>
              </a:extLst>
            </p:cNvPr>
            <p:cNvSpPr/>
            <p:nvPr/>
          </p:nvSpPr>
          <p:spPr>
            <a:xfrm>
              <a:off x="2170" y="1771"/>
              <a:ext cx="1430" cy="1430"/>
            </a:xfrm>
            <a:prstGeom prst="ellipse">
              <a:avLst/>
            </a:prstGeom>
            <a:gradFill>
              <a:gsLst>
                <a:gs pos="0">
                  <a:srgbClr val="CFCFCF"/>
                </a:gs>
                <a:gs pos="50000">
                  <a:srgbClr val="FFFFFF"/>
                </a:gs>
                <a:gs pos="100000">
                  <a:srgbClr val="CFCFCF"/>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0" name="Google Shape;110;p2">
              <a:extLst>
                <a:ext uri="{FF2B5EF4-FFF2-40B4-BE49-F238E27FC236}">
                  <a16:creationId xmlns:a16="http://schemas.microsoft.com/office/drawing/2014/main" id="{7F592AEF-AD8D-1520-FE96-09D1C65D0C88}"/>
                </a:ext>
              </a:extLst>
            </p:cNvPr>
            <p:cNvSpPr/>
            <p:nvPr/>
          </p:nvSpPr>
          <p:spPr>
            <a:xfrm>
              <a:off x="2254" y="1856"/>
              <a:ext cx="1262" cy="1264"/>
            </a:xfrm>
            <a:prstGeom prst="ellipse">
              <a:avLst/>
            </a:prstGeom>
            <a:gradFill>
              <a:gsLst>
                <a:gs pos="0">
                  <a:srgbClr val="FFFFFF"/>
                </a:gs>
                <a:gs pos="50000">
                  <a:schemeClr val="hlink"/>
                </a:gs>
                <a:gs pos="100000">
                  <a:srgbClr val="FFFFFF"/>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1" name="Google Shape;111;p2">
              <a:extLst>
                <a:ext uri="{FF2B5EF4-FFF2-40B4-BE49-F238E27FC236}">
                  <a16:creationId xmlns:a16="http://schemas.microsoft.com/office/drawing/2014/main" id="{01E7DFEA-02B7-2015-A0E2-0A9C75797315}"/>
                </a:ext>
              </a:extLst>
            </p:cNvPr>
            <p:cNvSpPr/>
            <p:nvPr/>
          </p:nvSpPr>
          <p:spPr>
            <a:xfrm>
              <a:off x="2254" y="1856"/>
              <a:ext cx="1262" cy="1264"/>
            </a:xfrm>
            <a:prstGeom prst="ellipse">
              <a:avLst/>
            </a:prstGeom>
            <a:gradFill>
              <a:gsLst>
                <a:gs pos="0">
                  <a:srgbClr val="000000"/>
                </a:gs>
                <a:gs pos="100000">
                  <a:srgbClr val="48BE67"/>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2" name="Google Shape;112;p2">
              <a:extLst>
                <a:ext uri="{FF2B5EF4-FFF2-40B4-BE49-F238E27FC236}">
                  <a16:creationId xmlns:a16="http://schemas.microsoft.com/office/drawing/2014/main" id="{0219A3C5-0E4A-22FD-DFE0-D660BE75A40D}"/>
                </a:ext>
              </a:extLst>
            </p:cNvPr>
            <p:cNvSpPr/>
            <p:nvPr/>
          </p:nvSpPr>
          <p:spPr>
            <a:xfrm>
              <a:off x="2337" y="1939"/>
              <a:ext cx="1096" cy="1098"/>
            </a:xfrm>
            <a:prstGeom prst="ellipse">
              <a:avLst/>
            </a:prstGeom>
            <a:gradFill>
              <a:gsLst>
                <a:gs pos="0">
                  <a:srgbClr val="034A91"/>
                </a:gs>
                <a:gs pos="50000">
                  <a:schemeClr val="hlink"/>
                </a:gs>
                <a:gs pos="100000">
                  <a:srgbClr val="034A91"/>
                </a:gs>
              </a:gsLst>
              <a:lin ang="189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3" name="Google Shape;113;p2">
              <a:extLst>
                <a:ext uri="{FF2B5EF4-FFF2-40B4-BE49-F238E27FC236}">
                  <a16:creationId xmlns:a16="http://schemas.microsoft.com/office/drawing/2014/main" id="{DD9B9C1C-0E8B-DE9D-BFC9-21FACC6941C1}"/>
                </a:ext>
              </a:extLst>
            </p:cNvPr>
            <p:cNvSpPr/>
            <p:nvPr/>
          </p:nvSpPr>
          <p:spPr>
            <a:xfrm>
              <a:off x="2337" y="1939"/>
              <a:ext cx="1096" cy="1098"/>
            </a:xfrm>
            <a:prstGeom prst="ellipse">
              <a:avLst/>
            </a:prstGeom>
            <a:gradFill>
              <a:gsLst>
                <a:gs pos="0">
                  <a:srgbClr val="48BE67"/>
                </a:gs>
                <a:gs pos="100000">
                  <a:srgbClr val="33884A"/>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8214" name="Google Shape;128;p2">
            <a:extLst>
              <a:ext uri="{FF2B5EF4-FFF2-40B4-BE49-F238E27FC236}">
                <a16:creationId xmlns:a16="http://schemas.microsoft.com/office/drawing/2014/main" id="{9613F38C-B9F0-37DD-60B9-3DFD45745525}"/>
              </a:ext>
            </a:extLst>
          </p:cNvPr>
          <p:cNvSpPr/>
          <p:nvPr/>
        </p:nvSpPr>
        <p:spPr>
          <a:xfrm>
            <a:off x="2823719" y="3795345"/>
            <a:ext cx="5343421" cy="529445"/>
          </a:xfrm>
          <a:prstGeom prst="roundRect">
            <a:avLst>
              <a:gd name="adj" fmla="val 50000"/>
            </a:avLst>
          </a:prstGeom>
          <a:noFill/>
          <a:ln w="28575" cap="flat" cmpd="sng">
            <a:solidFill>
              <a:schemeClr val="l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b="1" dirty="0" err="1">
                <a:solidFill>
                  <a:schemeClr val="accent3">
                    <a:lumMod val="40000"/>
                    <a:lumOff val="60000"/>
                  </a:schemeClr>
                </a:solidFill>
              </a:rPr>
              <a:t>Triển</a:t>
            </a:r>
            <a:r>
              <a:rPr lang="en-US" sz="1800" b="1" dirty="0">
                <a:solidFill>
                  <a:schemeClr val="accent3">
                    <a:lumMod val="40000"/>
                    <a:lumOff val="60000"/>
                  </a:schemeClr>
                </a:solidFill>
              </a:rPr>
              <a:t> </a:t>
            </a:r>
            <a:r>
              <a:rPr lang="en-US" sz="1800" b="1" dirty="0" err="1">
                <a:solidFill>
                  <a:schemeClr val="accent3">
                    <a:lumMod val="40000"/>
                    <a:lumOff val="60000"/>
                  </a:schemeClr>
                </a:solidFill>
              </a:rPr>
              <a:t>khai</a:t>
            </a:r>
            <a:r>
              <a:rPr lang="en-US" sz="1800" b="1" dirty="0">
                <a:solidFill>
                  <a:schemeClr val="accent3">
                    <a:lumMod val="40000"/>
                    <a:lumOff val="60000"/>
                  </a:schemeClr>
                </a:solidFill>
              </a:rPr>
              <a:t> </a:t>
            </a:r>
            <a:r>
              <a:rPr lang="en-US" sz="1800" b="1" dirty="0" err="1">
                <a:solidFill>
                  <a:schemeClr val="accent3">
                    <a:lumMod val="40000"/>
                    <a:lumOff val="60000"/>
                  </a:schemeClr>
                </a:solidFill>
              </a:rPr>
              <a:t>và</a:t>
            </a:r>
            <a:r>
              <a:rPr lang="en-US" sz="1800" b="1" dirty="0">
                <a:solidFill>
                  <a:schemeClr val="accent3">
                    <a:lumMod val="40000"/>
                    <a:lumOff val="60000"/>
                  </a:schemeClr>
                </a:solidFill>
              </a:rPr>
              <a:t> </a:t>
            </a:r>
            <a:r>
              <a:rPr lang="en-US" sz="1800" b="1" dirty="0" err="1">
                <a:solidFill>
                  <a:schemeClr val="accent3">
                    <a:lumMod val="40000"/>
                    <a:lumOff val="60000"/>
                  </a:schemeClr>
                </a:solidFill>
              </a:rPr>
              <a:t>thực</a:t>
            </a:r>
            <a:r>
              <a:rPr lang="en-US" sz="1800" b="1" dirty="0">
                <a:solidFill>
                  <a:schemeClr val="accent3">
                    <a:lumMod val="40000"/>
                    <a:lumOff val="60000"/>
                  </a:schemeClr>
                </a:solidFill>
              </a:rPr>
              <a:t> </a:t>
            </a:r>
            <a:r>
              <a:rPr lang="en-US" sz="1800" b="1" dirty="0" err="1">
                <a:solidFill>
                  <a:schemeClr val="accent3">
                    <a:lumMod val="40000"/>
                    <a:lumOff val="60000"/>
                  </a:schemeClr>
                </a:solidFill>
              </a:rPr>
              <a:t>nghiệm</a:t>
            </a:r>
            <a:endParaRPr lang="en-US" dirty="0">
              <a:solidFill>
                <a:schemeClr val="accent3">
                  <a:lumMod val="40000"/>
                  <a:lumOff val="60000"/>
                </a:schemeClr>
              </a:solidFill>
            </a:endParaRPr>
          </a:p>
        </p:txBody>
      </p:sp>
      <p:grpSp>
        <p:nvGrpSpPr>
          <p:cNvPr id="8215" name="Google Shape;129;p2">
            <a:extLst>
              <a:ext uri="{FF2B5EF4-FFF2-40B4-BE49-F238E27FC236}">
                <a16:creationId xmlns:a16="http://schemas.microsoft.com/office/drawing/2014/main" id="{D533B246-CE98-49E3-9F2C-2C5E42030DB2}"/>
              </a:ext>
            </a:extLst>
          </p:cNvPr>
          <p:cNvGrpSpPr/>
          <p:nvPr/>
        </p:nvGrpSpPr>
        <p:grpSpPr>
          <a:xfrm>
            <a:off x="2402936" y="3873408"/>
            <a:ext cx="381000" cy="381000"/>
            <a:chOff x="2078" y="1680"/>
            <a:chExt cx="1615" cy="1615"/>
          </a:xfrm>
        </p:grpSpPr>
        <p:sp>
          <p:nvSpPr>
            <p:cNvPr id="8216" name="Google Shape;130;p2">
              <a:extLst>
                <a:ext uri="{FF2B5EF4-FFF2-40B4-BE49-F238E27FC236}">
                  <a16:creationId xmlns:a16="http://schemas.microsoft.com/office/drawing/2014/main" id="{27EE66EC-C764-C91B-1CB2-173C5B7FCAC8}"/>
                </a:ext>
              </a:extLst>
            </p:cNvPr>
            <p:cNvSpPr/>
            <p:nvPr/>
          </p:nvSpPr>
          <p:spPr>
            <a:xfrm>
              <a:off x="2078" y="1680"/>
              <a:ext cx="1615" cy="1615"/>
            </a:xfrm>
            <a:prstGeom prst="ellipse">
              <a:avLst/>
            </a:prstGeom>
            <a:gradFill>
              <a:gsLst>
                <a:gs pos="0">
                  <a:srgbClr val="B3B3B3"/>
                </a:gs>
                <a:gs pos="50000">
                  <a:srgbClr val="FFFFFF"/>
                </a:gs>
                <a:gs pos="100000">
                  <a:srgbClr val="B3B3B3"/>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7" name="Google Shape;131;p2">
              <a:extLst>
                <a:ext uri="{FF2B5EF4-FFF2-40B4-BE49-F238E27FC236}">
                  <a16:creationId xmlns:a16="http://schemas.microsoft.com/office/drawing/2014/main" id="{FD3930E3-36A3-BDFC-411B-97368A642F3F}"/>
                </a:ext>
              </a:extLst>
            </p:cNvPr>
            <p:cNvSpPr/>
            <p:nvPr/>
          </p:nvSpPr>
          <p:spPr>
            <a:xfrm>
              <a:off x="2170" y="1771"/>
              <a:ext cx="1430" cy="1430"/>
            </a:xfrm>
            <a:prstGeom prst="ellipse">
              <a:avLst/>
            </a:prstGeom>
            <a:gradFill>
              <a:gsLst>
                <a:gs pos="0">
                  <a:srgbClr val="CFCFCF"/>
                </a:gs>
                <a:gs pos="50000">
                  <a:srgbClr val="FFFFFF"/>
                </a:gs>
                <a:gs pos="100000">
                  <a:srgbClr val="CFCFCF"/>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8" name="Google Shape;132;p2">
              <a:extLst>
                <a:ext uri="{FF2B5EF4-FFF2-40B4-BE49-F238E27FC236}">
                  <a16:creationId xmlns:a16="http://schemas.microsoft.com/office/drawing/2014/main" id="{241E9621-3686-7CF9-4A13-F7EE50BF3DBD}"/>
                </a:ext>
              </a:extLst>
            </p:cNvPr>
            <p:cNvSpPr/>
            <p:nvPr/>
          </p:nvSpPr>
          <p:spPr>
            <a:xfrm>
              <a:off x="2254" y="1856"/>
              <a:ext cx="1262" cy="1264"/>
            </a:xfrm>
            <a:prstGeom prst="ellipse">
              <a:avLst/>
            </a:prstGeom>
            <a:gradFill>
              <a:gsLst>
                <a:gs pos="0">
                  <a:srgbClr val="FFFFFF"/>
                </a:gs>
                <a:gs pos="50000">
                  <a:schemeClr val="hlink"/>
                </a:gs>
                <a:gs pos="100000">
                  <a:srgbClr val="FFFFFF"/>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9" name="Google Shape;133;p2">
              <a:extLst>
                <a:ext uri="{FF2B5EF4-FFF2-40B4-BE49-F238E27FC236}">
                  <a16:creationId xmlns:a16="http://schemas.microsoft.com/office/drawing/2014/main" id="{66B6C701-7903-EB2C-AC6B-5B9EDC66C1FF}"/>
                </a:ext>
              </a:extLst>
            </p:cNvPr>
            <p:cNvSpPr/>
            <p:nvPr/>
          </p:nvSpPr>
          <p:spPr>
            <a:xfrm>
              <a:off x="2254" y="1856"/>
              <a:ext cx="1262" cy="1264"/>
            </a:xfrm>
            <a:prstGeom prst="ellipse">
              <a:avLst/>
            </a:prstGeom>
            <a:gradFill>
              <a:gsLst>
                <a:gs pos="0">
                  <a:srgbClr val="000000"/>
                </a:gs>
                <a:gs pos="100000">
                  <a:srgbClr val="8D67E1"/>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20" name="Google Shape;134;p2">
              <a:extLst>
                <a:ext uri="{FF2B5EF4-FFF2-40B4-BE49-F238E27FC236}">
                  <a16:creationId xmlns:a16="http://schemas.microsoft.com/office/drawing/2014/main" id="{4D46E428-A8F0-97D1-2FA3-A9F291683C56}"/>
                </a:ext>
              </a:extLst>
            </p:cNvPr>
            <p:cNvSpPr/>
            <p:nvPr/>
          </p:nvSpPr>
          <p:spPr>
            <a:xfrm>
              <a:off x="2337" y="1939"/>
              <a:ext cx="1096" cy="1098"/>
            </a:xfrm>
            <a:prstGeom prst="ellipse">
              <a:avLst/>
            </a:prstGeom>
            <a:gradFill>
              <a:gsLst>
                <a:gs pos="0">
                  <a:srgbClr val="034A91"/>
                </a:gs>
                <a:gs pos="50000">
                  <a:schemeClr val="hlink"/>
                </a:gs>
                <a:gs pos="100000">
                  <a:srgbClr val="034A91"/>
                </a:gs>
              </a:gsLst>
              <a:lin ang="189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21" name="Google Shape;135;p2">
              <a:extLst>
                <a:ext uri="{FF2B5EF4-FFF2-40B4-BE49-F238E27FC236}">
                  <a16:creationId xmlns:a16="http://schemas.microsoft.com/office/drawing/2014/main" id="{C9F71FC9-3803-B422-3C3A-18F2DD027A03}"/>
                </a:ext>
              </a:extLst>
            </p:cNvPr>
            <p:cNvSpPr/>
            <p:nvPr/>
          </p:nvSpPr>
          <p:spPr>
            <a:xfrm>
              <a:off x="2337" y="1939"/>
              <a:ext cx="1096" cy="1098"/>
            </a:xfrm>
            <a:prstGeom prst="ellipse">
              <a:avLst/>
            </a:prstGeom>
            <a:gradFill>
              <a:gsLst>
                <a:gs pos="0">
                  <a:srgbClr val="8D67E1"/>
                </a:gs>
                <a:gs pos="100000">
                  <a:srgbClr val="654AA2"/>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8222" name="Google Shape;136;p2">
            <a:extLst>
              <a:ext uri="{FF2B5EF4-FFF2-40B4-BE49-F238E27FC236}">
                <a16:creationId xmlns:a16="http://schemas.microsoft.com/office/drawing/2014/main" id="{9BB75C5D-02BF-130A-6715-1436AFA9863C}"/>
              </a:ext>
            </a:extLst>
          </p:cNvPr>
          <p:cNvSpPr/>
          <p:nvPr/>
        </p:nvSpPr>
        <p:spPr>
          <a:xfrm rot="5400000">
            <a:off x="-2403921" y="1239529"/>
            <a:ext cx="4824413" cy="4770438"/>
          </a:xfrm>
          <a:custGeom>
            <a:avLst/>
            <a:gdLst/>
            <a:ahLst/>
            <a:cxnLst/>
            <a:rect l="l" t="t" r="r" b="b"/>
            <a:pathLst>
              <a:path w="21600" h="21600" extrusionOk="0">
                <a:moveTo>
                  <a:pt x="323" y="10641"/>
                </a:moveTo>
                <a:cubicBezTo>
                  <a:pt x="410" y="4916"/>
                  <a:pt x="5075" y="321"/>
                  <a:pt x="10800" y="322"/>
                </a:cubicBezTo>
                <a:cubicBezTo>
                  <a:pt x="16524" y="322"/>
                  <a:pt x="21189" y="4916"/>
                  <a:pt x="21276" y="10641"/>
                </a:cubicBezTo>
                <a:lnTo>
                  <a:pt x="21598" y="10636"/>
                </a:lnTo>
                <a:cubicBezTo>
                  <a:pt x="21509" y="4736"/>
                  <a:pt x="16700" y="-1"/>
                  <a:pt x="10799" y="0"/>
                </a:cubicBezTo>
                <a:cubicBezTo>
                  <a:pt x="4899" y="0"/>
                  <a:pt x="90" y="4736"/>
                  <a:pt x="1" y="10636"/>
                </a:cubicBezTo>
                <a:close/>
              </a:path>
            </a:pathLst>
          </a:custGeom>
          <a:gradFill>
            <a:gsLst>
              <a:gs pos="0">
                <a:srgbClr val="F4F4F4"/>
              </a:gs>
              <a:gs pos="50000">
                <a:schemeClr val="lt2"/>
              </a:gs>
              <a:gs pos="100000">
                <a:srgbClr val="F4F4F4"/>
              </a:gs>
            </a:gsLst>
            <a:lin ang="0" scaled="0"/>
          </a:gradFill>
          <a:ln w="9525" cap="flat" cmpd="sng">
            <a:solidFill>
              <a:srgbClr val="B3ABE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23" name="Google Shape;137;p2">
            <a:extLst>
              <a:ext uri="{FF2B5EF4-FFF2-40B4-BE49-F238E27FC236}">
                <a16:creationId xmlns:a16="http://schemas.microsoft.com/office/drawing/2014/main" id="{C59C0FED-0568-FFF5-36C0-45ADBD3BD604}"/>
              </a:ext>
            </a:extLst>
          </p:cNvPr>
          <p:cNvSpPr/>
          <p:nvPr/>
        </p:nvSpPr>
        <p:spPr>
          <a:xfrm rot="5400000" flipH="1">
            <a:off x="-1998313" y="1675297"/>
            <a:ext cx="4032250" cy="3929063"/>
          </a:xfrm>
          <a:custGeom>
            <a:avLst/>
            <a:gdLst/>
            <a:ahLst/>
            <a:cxnLst/>
            <a:rect l="l" t="t" r="r" b="b"/>
            <a:pathLst>
              <a:path w="21600" h="21600" extrusionOk="0">
                <a:moveTo>
                  <a:pt x="10744" y="10800"/>
                </a:moveTo>
                <a:cubicBezTo>
                  <a:pt x="10744" y="10769"/>
                  <a:pt x="10769" y="10744"/>
                  <a:pt x="10800" y="10744"/>
                </a:cubicBezTo>
                <a:cubicBezTo>
                  <a:pt x="10830" y="10743"/>
                  <a:pt x="10855" y="10769"/>
                  <a:pt x="10856" y="10799"/>
                </a:cubicBezTo>
                <a:lnTo>
                  <a:pt x="21600" y="10800"/>
                </a:lnTo>
                <a:cubicBezTo>
                  <a:pt x="21600" y="4835"/>
                  <a:pt x="16764" y="0"/>
                  <a:pt x="10800" y="0"/>
                </a:cubicBezTo>
                <a:cubicBezTo>
                  <a:pt x="4835" y="0"/>
                  <a:pt x="0" y="4835"/>
                  <a:pt x="0" y="10800"/>
                </a:cubicBezTo>
                <a:close/>
              </a:path>
            </a:pathLst>
          </a:custGeom>
          <a:solidFill>
            <a:schemeClr val="accent6">
              <a:lumMod val="60000"/>
              <a:lumOff val="40000"/>
            </a:schemeClr>
          </a:solidFill>
          <a:ln>
            <a:solidFill>
              <a:schemeClr val="accent6">
                <a:lumMod val="60000"/>
                <a:lumOff val="40000"/>
              </a:schemeClr>
            </a:solid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456" name="Google Shape;139;p2">
            <a:extLst>
              <a:ext uri="{FF2B5EF4-FFF2-40B4-BE49-F238E27FC236}">
                <a16:creationId xmlns:a16="http://schemas.microsoft.com/office/drawing/2014/main" id="{4B28B476-02B6-86C6-DB0C-5091A303D8B1}"/>
              </a:ext>
            </a:extLst>
          </p:cNvPr>
          <p:cNvSpPr/>
          <p:nvPr/>
        </p:nvSpPr>
        <p:spPr>
          <a:xfrm>
            <a:off x="2310338" y="5230563"/>
            <a:ext cx="5168900" cy="508000"/>
          </a:xfrm>
          <a:prstGeom prst="roundRect">
            <a:avLst>
              <a:gd name="adj" fmla="val 50000"/>
            </a:avLst>
          </a:prstGeom>
          <a:noFill/>
          <a:ln w="28575" cap="flat" cmpd="sng">
            <a:solidFill>
              <a:schemeClr val="l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b="1" dirty="0" err="1">
                <a:solidFill>
                  <a:schemeClr val="accent3">
                    <a:lumMod val="40000"/>
                    <a:lumOff val="60000"/>
                  </a:schemeClr>
                </a:solidFill>
                <a:latin typeface="Arial"/>
                <a:ea typeface="Arial"/>
                <a:cs typeface="Arial"/>
                <a:sym typeface="Arial"/>
              </a:rPr>
              <a:t>Kết</a:t>
            </a:r>
            <a:r>
              <a:rPr lang="en-US" b="1" dirty="0">
                <a:solidFill>
                  <a:schemeClr val="accent3">
                    <a:lumMod val="40000"/>
                    <a:lumOff val="60000"/>
                  </a:schemeClr>
                </a:solidFill>
                <a:latin typeface="Arial"/>
                <a:ea typeface="Arial"/>
                <a:cs typeface="Arial"/>
                <a:sym typeface="Arial"/>
              </a:rPr>
              <a:t> </a:t>
            </a:r>
            <a:r>
              <a:rPr lang="en-US" b="1" dirty="0" err="1">
                <a:solidFill>
                  <a:schemeClr val="accent3">
                    <a:lumMod val="40000"/>
                    <a:lumOff val="60000"/>
                  </a:schemeClr>
                </a:solidFill>
                <a:latin typeface="Arial"/>
                <a:ea typeface="Arial"/>
                <a:cs typeface="Arial"/>
                <a:sym typeface="Arial"/>
              </a:rPr>
              <a:t>luận</a:t>
            </a:r>
            <a:r>
              <a:rPr lang="en-US" b="1" dirty="0">
                <a:solidFill>
                  <a:schemeClr val="accent3">
                    <a:lumMod val="40000"/>
                    <a:lumOff val="60000"/>
                  </a:schemeClr>
                </a:solidFill>
                <a:latin typeface="Arial"/>
                <a:ea typeface="Arial"/>
                <a:cs typeface="Arial"/>
                <a:sym typeface="Arial"/>
              </a:rPr>
              <a:t> </a:t>
            </a:r>
            <a:r>
              <a:rPr lang="en-US" b="1" dirty="0" err="1">
                <a:solidFill>
                  <a:schemeClr val="accent3">
                    <a:lumMod val="40000"/>
                    <a:lumOff val="60000"/>
                  </a:schemeClr>
                </a:solidFill>
                <a:latin typeface="Arial"/>
                <a:ea typeface="Arial"/>
                <a:cs typeface="Arial"/>
                <a:sym typeface="Arial"/>
              </a:rPr>
              <a:t>và</a:t>
            </a:r>
            <a:r>
              <a:rPr lang="en-US" b="1" dirty="0">
                <a:solidFill>
                  <a:schemeClr val="accent3">
                    <a:lumMod val="40000"/>
                    <a:lumOff val="60000"/>
                  </a:schemeClr>
                </a:solidFill>
                <a:latin typeface="Arial"/>
                <a:ea typeface="Arial"/>
                <a:cs typeface="Arial"/>
                <a:sym typeface="Arial"/>
              </a:rPr>
              <a:t> </a:t>
            </a:r>
            <a:r>
              <a:rPr lang="en-US" b="1" dirty="0" err="1">
                <a:solidFill>
                  <a:schemeClr val="accent3">
                    <a:lumMod val="40000"/>
                    <a:lumOff val="60000"/>
                  </a:schemeClr>
                </a:solidFill>
                <a:latin typeface="Arial"/>
                <a:ea typeface="Arial"/>
                <a:cs typeface="Arial"/>
                <a:sym typeface="Arial"/>
              </a:rPr>
              <a:t>hướng</a:t>
            </a:r>
            <a:r>
              <a:rPr lang="en-US" b="1" dirty="0">
                <a:solidFill>
                  <a:schemeClr val="accent3">
                    <a:lumMod val="40000"/>
                    <a:lumOff val="60000"/>
                  </a:schemeClr>
                </a:solidFill>
                <a:latin typeface="Arial"/>
                <a:ea typeface="Arial"/>
                <a:cs typeface="Arial"/>
                <a:sym typeface="Arial"/>
              </a:rPr>
              <a:t> </a:t>
            </a:r>
            <a:r>
              <a:rPr lang="en-US" b="1" dirty="0" err="1">
                <a:solidFill>
                  <a:schemeClr val="accent3">
                    <a:lumMod val="40000"/>
                    <a:lumOff val="60000"/>
                  </a:schemeClr>
                </a:solidFill>
                <a:latin typeface="Arial"/>
                <a:ea typeface="Arial"/>
                <a:cs typeface="Arial"/>
                <a:sym typeface="Arial"/>
              </a:rPr>
              <a:t>phát</a:t>
            </a:r>
            <a:r>
              <a:rPr lang="en-US" b="1" dirty="0">
                <a:solidFill>
                  <a:schemeClr val="accent3">
                    <a:lumMod val="40000"/>
                    <a:lumOff val="60000"/>
                  </a:schemeClr>
                </a:solidFill>
                <a:latin typeface="Arial"/>
                <a:ea typeface="Arial"/>
                <a:cs typeface="Arial"/>
                <a:sym typeface="Arial"/>
              </a:rPr>
              <a:t> </a:t>
            </a:r>
            <a:r>
              <a:rPr lang="en-US" b="1" dirty="0" err="1">
                <a:solidFill>
                  <a:schemeClr val="accent3">
                    <a:lumMod val="40000"/>
                    <a:lumOff val="60000"/>
                  </a:schemeClr>
                </a:solidFill>
                <a:latin typeface="Arial"/>
                <a:ea typeface="Arial"/>
                <a:cs typeface="Arial"/>
                <a:sym typeface="Arial"/>
              </a:rPr>
              <a:t>triển</a:t>
            </a:r>
            <a:endParaRPr sz="1800" b="1" dirty="0">
              <a:solidFill>
                <a:schemeClr val="accent3">
                  <a:lumMod val="40000"/>
                  <a:lumOff val="60000"/>
                </a:schemeClr>
              </a:solidFill>
              <a:latin typeface="Arial"/>
              <a:ea typeface="Arial"/>
              <a:cs typeface="Arial"/>
              <a:sym typeface="Arial"/>
            </a:endParaRPr>
          </a:p>
        </p:txBody>
      </p:sp>
      <p:grpSp>
        <p:nvGrpSpPr>
          <p:cNvPr id="19457" name="Google Shape;140;p2">
            <a:extLst>
              <a:ext uri="{FF2B5EF4-FFF2-40B4-BE49-F238E27FC236}">
                <a16:creationId xmlns:a16="http://schemas.microsoft.com/office/drawing/2014/main" id="{4752686D-9623-9394-D09D-598FA21B8C19}"/>
              </a:ext>
            </a:extLst>
          </p:cNvPr>
          <p:cNvGrpSpPr/>
          <p:nvPr/>
        </p:nvGrpSpPr>
        <p:grpSpPr>
          <a:xfrm>
            <a:off x="1817252" y="5238327"/>
            <a:ext cx="381000" cy="381000"/>
            <a:chOff x="2078" y="1680"/>
            <a:chExt cx="1615" cy="1615"/>
          </a:xfrm>
        </p:grpSpPr>
        <p:sp>
          <p:nvSpPr>
            <p:cNvPr id="19459" name="Google Shape;141;p2">
              <a:extLst>
                <a:ext uri="{FF2B5EF4-FFF2-40B4-BE49-F238E27FC236}">
                  <a16:creationId xmlns:a16="http://schemas.microsoft.com/office/drawing/2014/main" id="{3DFFCD2A-4E70-044E-98F8-36E86AE142E5}"/>
                </a:ext>
              </a:extLst>
            </p:cNvPr>
            <p:cNvSpPr/>
            <p:nvPr/>
          </p:nvSpPr>
          <p:spPr>
            <a:xfrm>
              <a:off x="2078" y="1680"/>
              <a:ext cx="1615" cy="1615"/>
            </a:xfrm>
            <a:prstGeom prst="ellipse">
              <a:avLst/>
            </a:prstGeom>
            <a:gradFill>
              <a:gsLst>
                <a:gs pos="0">
                  <a:srgbClr val="B3B3B3"/>
                </a:gs>
                <a:gs pos="50000">
                  <a:srgbClr val="FFFFFF"/>
                </a:gs>
                <a:gs pos="100000">
                  <a:srgbClr val="B3B3B3"/>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460" name="Google Shape;142;p2">
              <a:extLst>
                <a:ext uri="{FF2B5EF4-FFF2-40B4-BE49-F238E27FC236}">
                  <a16:creationId xmlns:a16="http://schemas.microsoft.com/office/drawing/2014/main" id="{1D683BF0-FCDB-3C6D-B2E7-3AED347DEFF1}"/>
                </a:ext>
              </a:extLst>
            </p:cNvPr>
            <p:cNvSpPr/>
            <p:nvPr/>
          </p:nvSpPr>
          <p:spPr>
            <a:xfrm>
              <a:off x="2170" y="1771"/>
              <a:ext cx="1430" cy="1430"/>
            </a:xfrm>
            <a:prstGeom prst="ellipse">
              <a:avLst/>
            </a:prstGeom>
            <a:gradFill>
              <a:gsLst>
                <a:gs pos="0">
                  <a:srgbClr val="CFCFCF"/>
                </a:gs>
                <a:gs pos="50000">
                  <a:srgbClr val="FFFFFF"/>
                </a:gs>
                <a:gs pos="100000">
                  <a:srgbClr val="CFCFCF"/>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461" name="Google Shape;143;p2">
              <a:extLst>
                <a:ext uri="{FF2B5EF4-FFF2-40B4-BE49-F238E27FC236}">
                  <a16:creationId xmlns:a16="http://schemas.microsoft.com/office/drawing/2014/main" id="{30C1002C-9540-C1A8-34F0-BABDE51B7474}"/>
                </a:ext>
              </a:extLst>
            </p:cNvPr>
            <p:cNvSpPr/>
            <p:nvPr/>
          </p:nvSpPr>
          <p:spPr>
            <a:xfrm>
              <a:off x="2254" y="1856"/>
              <a:ext cx="1262" cy="1264"/>
            </a:xfrm>
            <a:prstGeom prst="ellipse">
              <a:avLst/>
            </a:prstGeom>
            <a:gradFill>
              <a:gsLst>
                <a:gs pos="0">
                  <a:srgbClr val="FFFFFF"/>
                </a:gs>
                <a:gs pos="50000">
                  <a:schemeClr val="hlink"/>
                </a:gs>
                <a:gs pos="100000">
                  <a:srgbClr val="FFFFFF"/>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462" name="Google Shape;144;p2">
              <a:extLst>
                <a:ext uri="{FF2B5EF4-FFF2-40B4-BE49-F238E27FC236}">
                  <a16:creationId xmlns:a16="http://schemas.microsoft.com/office/drawing/2014/main" id="{1AF1E0CB-DF89-3B27-B6E4-CC293E752DFE}"/>
                </a:ext>
              </a:extLst>
            </p:cNvPr>
            <p:cNvSpPr/>
            <p:nvPr/>
          </p:nvSpPr>
          <p:spPr>
            <a:xfrm>
              <a:off x="2254" y="1856"/>
              <a:ext cx="1262" cy="1264"/>
            </a:xfrm>
            <a:prstGeom prst="ellipse">
              <a:avLst/>
            </a:prstGeom>
            <a:gradFill>
              <a:gsLst>
                <a:gs pos="0">
                  <a:srgbClr val="000000"/>
                </a:gs>
                <a:gs pos="100000">
                  <a:srgbClr val="FFCC00"/>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463" name="Google Shape;145;p2">
              <a:extLst>
                <a:ext uri="{FF2B5EF4-FFF2-40B4-BE49-F238E27FC236}">
                  <a16:creationId xmlns:a16="http://schemas.microsoft.com/office/drawing/2014/main" id="{CA33577C-3A80-9E3C-F3AE-CD211868B112}"/>
                </a:ext>
              </a:extLst>
            </p:cNvPr>
            <p:cNvSpPr/>
            <p:nvPr/>
          </p:nvSpPr>
          <p:spPr>
            <a:xfrm>
              <a:off x="2337" y="1939"/>
              <a:ext cx="1096" cy="1098"/>
            </a:xfrm>
            <a:prstGeom prst="ellipse">
              <a:avLst/>
            </a:prstGeom>
            <a:gradFill>
              <a:gsLst>
                <a:gs pos="0">
                  <a:srgbClr val="034A91"/>
                </a:gs>
                <a:gs pos="50000">
                  <a:schemeClr val="hlink"/>
                </a:gs>
                <a:gs pos="100000">
                  <a:srgbClr val="034A91"/>
                </a:gs>
              </a:gsLst>
              <a:lin ang="189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464" name="Google Shape;146;p2">
              <a:extLst>
                <a:ext uri="{FF2B5EF4-FFF2-40B4-BE49-F238E27FC236}">
                  <a16:creationId xmlns:a16="http://schemas.microsoft.com/office/drawing/2014/main" id="{8E7FBADA-3266-F3C8-3B64-01E12FB22152}"/>
                </a:ext>
              </a:extLst>
            </p:cNvPr>
            <p:cNvSpPr/>
            <p:nvPr/>
          </p:nvSpPr>
          <p:spPr>
            <a:xfrm>
              <a:off x="2337" y="1939"/>
              <a:ext cx="1096" cy="1098"/>
            </a:xfrm>
            <a:prstGeom prst="ellipse">
              <a:avLst/>
            </a:prstGeom>
            <a:gradFill>
              <a:gsLst>
                <a:gs pos="0">
                  <a:srgbClr val="FFCC00"/>
                </a:gs>
                <a:gs pos="100000">
                  <a:srgbClr val="B79200"/>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Tree>
    <p:extLst>
      <p:ext uri="{BB962C8B-B14F-4D97-AF65-F5344CB8AC3E}">
        <p14:creationId xmlns:p14="http://schemas.microsoft.com/office/powerpoint/2010/main" val="2355617707"/>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2DFB4A-C710-0FF5-2091-E79B433B5B53}"/>
            </a:ext>
          </a:extLst>
        </p:cNvPr>
        <p:cNvGrpSpPr/>
        <p:nvPr/>
      </p:nvGrpSpPr>
      <p:grpSpPr>
        <a:xfrm>
          <a:off x="0" y="0"/>
          <a:ext cx="0" cy="0"/>
          <a:chOff x="0" y="0"/>
          <a:chExt cx="0" cy="0"/>
        </a:xfrm>
      </p:grpSpPr>
      <p:sp>
        <p:nvSpPr>
          <p:cNvPr id="19458" name="Slide Number Placeholder 5">
            <a:extLst>
              <a:ext uri="{FF2B5EF4-FFF2-40B4-BE49-F238E27FC236}">
                <a16:creationId xmlns:a16="http://schemas.microsoft.com/office/drawing/2014/main" id="{2BBB442C-666A-BFDA-A793-75DA3BBAB9C3}"/>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Verdana" panose="020B0604030504040204" pitchFamily="34" charset="0"/>
              </a:defRPr>
            </a:lvl1pPr>
            <a:lvl2pPr marL="742950" indent="-285750">
              <a:spcBef>
                <a:spcPct val="20000"/>
              </a:spcBef>
              <a:buChar char="–"/>
              <a:defRPr sz="2800">
                <a:solidFill>
                  <a:schemeClr val="tx1"/>
                </a:solidFill>
                <a:latin typeface="Verdana" panose="020B0604030504040204" pitchFamily="34" charset="0"/>
              </a:defRPr>
            </a:lvl2pPr>
            <a:lvl3pPr marL="1143000" indent="-228600">
              <a:spcBef>
                <a:spcPct val="20000"/>
              </a:spcBef>
              <a:buChar char="•"/>
              <a:defRPr sz="2400">
                <a:solidFill>
                  <a:schemeClr val="tx1"/>
                </a:solidFill>
                <a:latin typeface="Verdana" panose="020B0604030504040204" pitchFamily="34" charset="0"/>
              </a:defRPr>
            </a:lvl3pPr>
            <a:lvl4pPr marL="1600200" indent="-228600">
              <a:spcBef>
                <a:spcPct val="20000"/>
              </a:spcBef>
              <a:buChar char="–"/>
              <a:defRPr sz="2000">
                <a:solidFill>
                  <a:schemeClr val="tx1"/>
                </a:solidFill>
                <a:latin typeface="Verdana" panose="020B0604030504040204" pitchFamily="34" charset="0"/>
              </a:defRPr>
            </a:lvl4pPr>
            <a:lvl5pPr marL="2057400" indent="-228600">
              <a:spcBef>
                <a:spcPct val="20000"/>
              </a:spcBef>
              <a:buChar char="»"/>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Verdana" panose="020B0604030504040204" pitchFamily="34" charset="0"/>
              </a:defRPr>
            </a:lvl9pPr>
          </a:lstStyle>
          <a:p>
            <a:pPr>
              <a:spcBef>
                <a:spcPct val="0"/>
              </a:spcBef>
              <a:buFontTx/>
              <a:buNone/>
            </a:pPr>
            <a:fld id="{7A12D7E3-E12C-46AD-95DA-2B3BA076F846}" type="slidenum">
              <a:rPr lang="en-US" altLang="en-US" sz="1400"/>
              <a:t>6</a:t>
            </a:fld>
            <a:endParaRPr lang="en-US" altLang="en-US" sz="1400"/>
          </a:p>
        </p:txBody>
      </p:sp>
      <p:sp>
        <p:nvSpPr>
          <p:cNvPr id="2" name="Rectangle 2">
            <a:extLst>
              <a:ext uri="{FF2B5EF4-FFF2-40B4-BE49-F238E27FC236}">
                <a16:creationId xmlns:a16="http://schemas.microsoft.com/office/drawing/2014/main" id="{76E8327F-0F75-EC8C-3A4D-C6437B00A304}"/>
              </a:ext>
            </a:extLst>
          </p:cNvPr>
          <p:cNvSpPr>
            <a:spLocks noGrp="1" noChangeArrowheads="1"/>
          </p:cNvSpPr>
          <p:nvPr>
            <p:ph type="title"/>
          </p:nvPr>
        </p:nvSpPr>
        <p:spPr>
          <a:xfrm>
            <a:off x="906236" y="144624"/>
            <a:ext cx="8077200" cy="609600"/>
          </a:xfrm>
        </p:spPr>
        <p:txBody>
          <a:bodyPr>
            <a:normAutofit/>
          </a:bodyPr>
          <a:lstStyle/>
          <a:p>
            <a:pPr>
              <a:defRPr/>
            </a:pPr>
            <a:r>
              <a:rPr lang="en-US" altLang="en-US" b="1" dirty="0">
                <a:latin typeface="Arial" panose="020B0604020202020204" pitchFamily="34" charset="0"/>
                <a:cs typeface="Arial" panose="020B0604020202020204" pitchFamily="34" charset="0"/>
              </a:rPr>
              <a:t>Phân </a:t>
            </a:r>
            <a:r>
              <a:rPr lang="en-US" altLang="en-US" b="1" dirty="0" err="1">
                <a:latin typeface="Arial" panose="020B0604020202020204" pitchFamily="34" charset="0"/>
                <a:cs typeface="Arial" panose="020B0604020202020204" pitchFamily="34" charset="0"/>
              </a:rPr>
              <a:t>tích</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và</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thiết</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kế</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hệ</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thống</a:t>
            </a:r>
            <a:endParaRPr lang="en-US" altLang="en-US" b="1" dirty="0">
              <a:latin typeface="Arial" panose="020B0604020202020204" pitchFamily="34" charset="0"/>
              <a:cs typeface="Arial" panose="020B0604020202020204" pitchFamily="34" charset="0"/>
            </a:endParaRPr>
          </a:p>
        </p:txBody>
      </p:sp>
      <p:sp>
        <p:nvSpPr>
          <p:cNvPr id="8195" name="Rectangle 3">
            <a:extLst>
              <a:ext uri="{FF2B5EF4-FFF2-40B4-BE49-F238E27FC236}">
                <a16:creationId xmlns:a16="http://schemas.microsoft.com/office/drawing/2014/main" id="{2416CE11-0063-0E8D-3F74-4C41664B5998}"/>
              </a:ext>
            </a:extLst>
          </p:cNvPr>
          <p:cNvSpPr>
            <a:spLocks noGrp="1" noChangeArrowheads="1"/>
          </p:cNvSpPr>
          <p:nvPr>
            <p:ph type="body" idx="1"/>
          </p:nvPr>
        </p:nvSpPr>
        <p:spPr>
          <a:xfrm>
            <a:off x="571940" y="1180275"/>
            <a:ext cx="5435570" cy="5328526"/>
          </a:xfrm>
        </p:spPr>
        <p:txBody>
          <a:bodyPr>
            <a:normAutofit/>
          </a:bodyPr>
          <a:lstStyle/>
          <a:p>
            <a:pPr marL="0" indent="0" algn="just">
              <a:lnSpc>
                <a:spcPct val="150000"/>
              </a:lnSpc>
              <a:spcBef>
                <a:spcPts val="0"/>
              </a:spcBef>
              <a:buNone/>
              <a:defRPr/>
            </a:pPr>
            <a:r>
              <a:rPr lang="vi-VN" sz="2000" dirty="0">
                <a:latin typeface="Arial" panose="020B0604020202020204" pitchFamily="34" charset="0"/>
                <a:cs typeface="Arial" panose="020B0604020202020204" pitchFamily="34" charset="0"/>
              </a:rPr>
              <a:t>Hệ thống được xây dựng theo mô hình Hybrid Framework, kết hợp:</a:t>
            </a:r>
            <a:endParaRPr lang="en-US" sz="2000" dirty="0">
              <a:latin typeface="Arial" panose="020B0604020202020204" pitchFamily="34" charset="0"/>
              <a:cs typeface="Arial" panose="020B0604020202020204" pitchFamily="34" charset="0"/>
            </a:endParaRPr>
          </a:p>
          <a:p>
            <a:pPr algn="just">
              <a:lnSpc>
                <a:spcPct val="150000"/>
              </a:lnSpc>
              <a:spcBef>
                <a:spcPts val="0"/>
              </a:spcBef>
              <a:defRPr/>
            </a:pPr>
            <a:r>
              <a:rPr lang="vi-VN" sz="2000" dirty="0">
                <a:latin typeface="Arial" panose="020B0604020202020204" pitchFamily="34" charset="0"/>
                <a:cs typeface="Arial" panose="020B0604020202020204" pitchFamily="34" charset="0"/>
              </a:rPr>
              <a:t>Keyword-Driven Testing (KDT)</a:t>
            </a:r>
            <a:endParaRPr lang="en-US" sz="2000" dirty="0">
              <a:latin typeface="Arial" panose="020B0604020202020204" pitchFamily="34" charset="0"/>
              <a:cs typeface="Arial" panose="020B0604020202020204" pitchFamily="34" charset="0"/>
            </a:endParaRPr>
          </a:p>
          <a:p>
            <a:pPr algn="just">
              <a:lnSpc>
                <a:spcPct val="150000"/>
              </a:lnSpc>
              <a:spcBef>
                <a:spcPts val="0"/>
              </a:spcBef>
              <a:defRPr/>
            </a:pPr>
            <a:r>
              <a:rPr lang="vi-VN" sz="2000" dirty="0">
                <a:latin typeface="Arial" panose="020B0604020202020204" pitchFamily="34" charset="0"/>
                <a:cs typeface="Arial" panose="020B0604020202020204" pitchFamily="34" charset="0"/>
              </a:rPr>
              <a:t>Data-Driven Testing (DDT)</a:t>
            </a:r>
            <a:endParaRPr lang="en-US" sz="2000" dirty="0">
              <a:latin typeface="Arial" panose="020B0604020202020204" pitchFamily="34" charset="0"/>
              <a:cs typeface="Arial" panose="020B0604020202020204" pitchFamily="34" charset="0"/>
            </a:endParaRPr>
          </a:p>
          <a:p>
            <a:pPr algn="just">
              <a:lnSpc>
                <a:spcPct val="150000"/>
              </a:lnSpc>
              <a:spcBef>
                <a:spcPts val="0"/>
              </a:spcBef>
              <a:defRPr/>
            </a:pPr>
            <a:r>
              <a:rPr lang="vi-VN" sz="2000" dirty="0">
                <a:latin typeface="Arial" panose="020B0604020202020204" pitchFamily="34" charset="0"/>
                <a:cs typeface="Arial" panose="020B0604020202020204" pitchFamily="34" charset="0"/>
              </a:rPr>
              <a:t>Page Object Model (POM)</a:t>
            </a:r>
            <a:endParaRPr lang="en-US" sz="2000"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222527E7-D920-1779-96D7-DA2CB8B50086}"/>
              </a:ext>
            </a:extLst>
          </p:cNvPr>
          <p:cNvSpPr txBox="1"/>
          <p:nvPr/>
        </p:nvSpPr>
        <p:spPr>
          <a:xfrm>
            <a:off x="6189298" y="5306707"/>
            <a:ext cx="5624052" cy="338554"/>
          </a:xfrm>
          <a:prstGeom prst="rect">
            <a:avLst/>
          </a:prstGeom>
          <a:noFill/>
        </p:spPr>
        <p:txBody>
          <a:bodyPr wrap="square" rtlCol="0">
            <a:spAutoFit/>
          </a:bodyPr>
          <a:lstStyle/>
          <a:p>
            <a:pPr algn="ctr"/>
            <a:r>
              <a:rPr lang="en-GB" sz="1600" dirty="0" err="1">
                <a:latin typeface="Arial" panose="020B0604020202020204" pitchFamily="34" charset="0"/>
                <a:cs typeface="Arial" panose="020B0604020202020204" pitchFamily="34" charset="0"/>
              </a:rPr>
              <a:t>Hình</a:t>
            </a:r>
            <a:r>
              <a:rPr lang="en-GB" sz="1600" dirty="0">
                <a:latin typeface="Arial" panose="020B0604020202020204" pitchFamily="34" charset="0"/>
                <a:cs typeface="Arial" panose="020B0604020202020204" pitchFamily="34" charset="0"/>
              </a:rPr>
              <a:t> 1. Hybrid Framework</a:t>
            </a:r>
            <a:endParaRPr lang="en-US" sz="1600" dirty="0">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BDF66DD1-7A0A-A2A3-35FF-4B59C454877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85037" y="1180275"/>
            <a:ext cx="5196798" cy="3869658"/>
          </a:xfrm>
          <a:prstGeom prst="rect">
            <a:avLst/>
          </a:prstGeom>
        </p:spPr>
      </p:pic>
    </p:spTree>
    <p:extLst>
      <p:ext uri="{BB962C8B-B14F-4D97-AF65-F5344CB8AC3E}">
        <p14:creationId xmlns:p14="http://schemas.microsoft.com/office/powerpoint/2010/main" val="81067572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ircle(in)">
                                      <p:cBhvr>
                                        <p:cTn id="7" dur="2000"/>
                                        <p:tgtEl>
                                          <p:spTgt spid="9"/>
                                        </p:tgtEl>
                                      </p:cBhvr>
                                    </p:animEffect>
                                  </p:childTnLst>
                                </p:cTn>
                              </p:par>
                              <p:par>
                                <p:cTn id="8" presetID="6" presetClass="entr" presetSubtype="16"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circle(in)">
                                      <p:cBhvr>
                                        <p:cTn id="10" dur="20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8195">
                                            <p:txEl>
                                              <p:pRg st="0" end="0"/>
                                            </p:txEl>
                                          </p:spTgt>
                                        </p:tgtEl>
                                        <p:attrNameLst>
                                          <p:attrName>style.visibility</p:attrName>
                                        </p:attrNameLst>
                                      </p:cBhvr>
                                      <p:to>
                                        <p:strVal val="visible"/>
                                      </p:to>
                                    </p:set>
                                    <p:animEffect transition="in" filter="wipe(down)">
                                      <p:cBhvr>
                                        <p:cTn id="15" dur="500"/>
                                        <p:tgtEl>
                                          <p:spTgt spid="8195">
                                            <p:txEl>
                                              <p:pRg st="0" end="0"/>
                                            </p:txEl>
                                          </p:spTgt>
                                        </p:tgtEl>
                                      </p:cBhvr>
                                    </p:animEffect>
                                  </p:childTnLst>
                                </p:cTn>
                              </p:par>
                              <p:par>
                                <p:cTn id="16" presetID="22" presetClass="entr" presetSubtype="4" fill="hold" nodeType="withEffect">
                                  <p:stCondLst>
                                    <p:cond delay="0"/>
                                  </p:stCondLst>
                                  <p:childTnLst>
                                    <p:set>
                                      <p:cBhvr>
                                        <p:cTn id="17" dur="1" fill="hold">
                                          <p:stCondLst>
                                            <p:cond delay="0"/>
                                          </p:stCondLst>
                                        </p:cTn>
                                        <p:tgtEl>
                                          <p:spTgt spid="8195">
                                            <p:txEl>
                                              <p:pRg st="1" end="1"/>
                                            </p:txEl>
                                          </p:spTgt>
                                        </p:tgtEl>
                                        <p:attrNameLst>
                                          <p:attrName>style.visibility</p:attrName>
                                        </p:attrNameLst>
                                      </p:cBhvr>
                                      <p:to>
                                        <p:strVal val="visible"/>
                                      </p:to>
                                    </p:set>
                                    <p:animEffect transition="in" filter="wipe(down)">
                                      <p:cBhvr>
                                        <p:cTn id="18" dur="500"/>
                                        <p:tgtEl>
                                          <p:spTgt spid="8195">
                                            <p:txEl>
                                              <p:pRg st="1" end="1"/>
                                            </p:txEl>
                                          </p:spTgt>
                                        </p:tgtEl>
                                      </p:cBhvr>
                                    </p:animEffect>
                                  </p:childTnLst>
                                </p:cTn>
                              </p:par>
                              <p:par>
                                <p:cTn id="19" presetID="22" presetClass="entr" presetSubtype="4" fill="hold" nodeType="withEffect">
                                  <p:stCondLst>
                                    <p:cond delay="0"/>
                                  </p:stCondLst>
                                  <p:childTnLst>
                                    <p:set>
                                      <p:cBhvr>
                                        <p:cTn id="20" dur="1" fill="hold">
                                          <p:stCondLst>
                                            <p:cond delay="0"/>
                                          </p:stCondLst>
                                        </p:cTn>
                                        <p:tgtEl>
                                          <p:spTgt spid="8195">
                                            <p:txEl>
                                              <p:pRg st="2" end="2"/>
                                            </p:txEl>
                                          </p:spTgt>
                                        </p:tgtEl>
                                        <p:attrNameLst>
                                          <p:attrName>style.visibility</p:attrName>
                                        </p:attrNameLst>
                                      </p:cBhvr>
                                      <p:to>
                                        <p:strVal val="visible"/>
                                      </p:to>
                                    </p:set>
                                    <p:animEffect transition="in" filter="wipe(down)">
                                      <p:cBhvr>
                                        <p:cTn id="21" dur="500"/>
                                        <p:tgtEl>
                                          <p:spTgt spid="8195">
                                            <p:txEl>
                                              <p:pRg st="2" end="2"/>
                                            </p:txEl>
                                          </p:spTgt>
                                        </p:tgtEl>
                                      </p:cBhvr>
                                    </p:animEffect>
                                  </p:childTnLst>
                                </p:cTn>
                              </p:par>
                              <p:par>
                                <p:cTn id="22" presetID="22" presetClass="entr" presetSubtype="4" fill="hold" nodeType="withEffect">
                                  <p:stCondLst>
                                    <p:cond delay="0"/>
                                  </p:stCondLst>
                                  <p:childTnLst>
                                    <p:set>
                                      <p:cBhvr>
                                        <p:cTn id="23" dur="1" fill="hold">
                                          <p:stCondLst>
                                            <p:cond delay="0"/>
                                          </p:stCondLst>
                                        </p:cTn>
                                        <p:tgtEl>
                                          <p:spTgt spid="8195">
                                            <p:txEl>
                                              <p:pRg st="3" end="3"/>
                                            </p:txEl>
                                          </p:spTgt>
                                        </p:tgtEl>
                                        <p:attrNameLst>
                                          <p:attrName>style.visibility</p:attrName>
                                        </p:attrNameLst>
                                      </p:cBhvr>
                                      <p:to>
                                        <p:strVal val="visible"/>
                                      </p:to>
                                    </p:set>
                                    <p:animEffect transition="in" filter="wipe(down)">
                                      <p:cBhvr>
                                        <p:cTn id="24" dur="500"/>
                                        <p:tgtEl>
                                          <p:spTgt spid="819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24D590-8C97-2ACA-0434-C9CE7FB4E8A0}"/>
            </a:ext>
          </a:extLst>
        </p:cNvPr>
        <p:cNvGrpSpPr/>
        <p:nvPr/>
      </p:nvGrpSpPr>
      <p:grpSpPr>
        <a:xfrm>
          <a:off x="0" y="0"/>
          <a:ext cx="0" cy="0"/>
          <a:chOff x="0" y="0"/>
          <a:chExt cx="0" cy="0"/>
        </a:xfrm>
      </p:grpSpPr>
      <p:sp>
        <p:nvSpPr>
          <p:cNvPr id="19458" name="Slide Number Placeholder 5">
            <a:extLst>
              <a:ext uri="{FF2B5EF4-FFF2-40B4-BE49-F238E27FC236}">
                <a16:creationId xmlns:a16="http://schemas.microsoft.com/office/drawing/2014/main" id="{A1AC0909-5FBB-4D78-0764-3519C7928574}"/>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Verdana" panose="020B0604030504040204" pitchFamily="34" charset="0"/>
              </a:defRPr>
            </a:lvl1pPr>
            <a:lvl2pPr marL="742950" indent="-285750">
              <a:spcBef>
                <a:spcPct val="20000"/>
              </a:spcBef>
              <a:buChar char="–"/>
              <a:defRPr sz="2800">
                <a:solidFill>
                  <a:schemeClr val="tx1"/>
                </a:solidFill>
                <a:latin typeface="Verdana" panose="020B0604030504040204" pitchFamily="34" charset="0"/>
              </a:defRPr>
            </a:lvl2pPr>
            <a:lvl3pPr marL="1143000" indent="-228600">
              <a:spcBef>
                <a:spcPct val="20000"/>
              </a:spcBef>
              <a:buChar char="•"/>
              <a:defRPr sz="2400">
                <a:solidFill>
                  <a:schemeClr val="tx1"/>
                </a:solidFill>
                <a:latin typeface="Verdana" panose="020B0604030504040204" pitchFamily="34" charset="0"/>
              </a:defRPr>
            </a:lvl3pPr>
            <a:lvl4pPr marL="1600200" indent="-228600">
              <a:spcBef>
                <a:spcPct val="20000"/>
              </a:spcBef>
              <a:buChar char="–"/>
              <a:defRPr sz="2000">
                <a:solidFill>
                  <a:schemeClr val="tx1"/>
                </a:solidFill>
                <a:latin typeface="Verdana" panose="020B0604030504040204" pitchFamily="34" charset="0"/>
              </a:defRPr>
            </a:lvl4pPr>
            <a:lvl5pPr marL="2057400" indent="-228600">
              <a:spcBef>
                <a:spcPct val="20000"/>
              </a:spcBef>
              <a:buChar char="»"/>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Verdana" panose="020B0604030504040204" pitchFamily="34" charset="0"/>
              </a:defRPr>
            </a:lvl9pPr>
          </a:lstStyle>
          <a:p>
            <a:pPr>
              <a:spcBef>
                <a:spcPct val="0"/>
              </a:spcBef>
              <a:buFontTx/>
              <a:buNone/>
            </a:pPr>
            <a:fld id="{7A12D7E3-E12C-46AD-95DA-2B3BA076F846}" type="slidenum">
              <a:rPr lang="en-US" altLang="en-US" sz="1400"/>
              <a:t>7</a:t>
            </a:fld>
            <a:endParaRPr lang="en-US" altLang="en-US" sz="1400"/>
          </a:p>
        </p:txBody>
      </p:sp>
      <p:sp>
        <p:nvSpPr>
          <p:cNvPr id="2" name="Rectangle 2">
            <a:extLst>
              <a:ext uri="{FF2B5EF4-FFF2-40B4-BE49-F238E27FC236}">
                <a16:creationId xmlns:a16="http://schemas.microsoft.com/office/drawing/2014/main" id="{19A8ECCF-EEB5-5F57-9F40-F31E5CACD989}"/>
              </a:ext>
            </a:extLst>
          </p:cNvPr>
          <p:cNvSpPr>
            <a:spLocks noGrp="1" noChangeArrowheads="1"/>
          </p:cNvSpPr>
          <p:nvPr>
            <p:ph type="title"/>
          </p:nvPr>
        </p:nvSpPr>
        <p:spPr>
          <a:xfrm>
            <a:off x="906236" y="144624"/>
            <a:ext cx="8077200" cy="609600"/>
          </a:xfrm>
        </p:spPr>
        <p:txBody>
          <a:bodyPr>
            <a:normAutofit/>
          </a:bodyPr>
          <a:lstStyle/>
          <a:p>
            <a:pPr>
              <a:defRPr/>
            </a:pPr>
            <a:r>
              <a:rPr lang="en-US" altLang="en-US" b="1" dirty="0">
                <a:latin typeface="Arial" panose="020B0604020202020204" pitchFamily="34" charset="0"/>
                <a:cs typeface="Arial" panose="020B0604020202020204" pitchFamily="34" charset="0"/>
              </a:rPr>
              <a:t>Phân </a:t>
            </a:r>
            <a:r>
              <a:rPr lang="en-US" altLang="en-US" b="1" dirty="0" err="1">
                <a:latin typeface="Arial" panose="020B0604020202020204" pitchFamily="34" charset="0"/>
                <a:cs typeface="Arial" panose="020B0604020202020204" pitchFamily="34" charset="0"/>
              </a:rPr>
              <a:t>tích</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và</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thiết</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kế</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hệ</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thống</a:t>
            </a:r>
            <a:endParaRPr lang="en-US" altLang="en-US" b="1"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72001508-C6DE-1AA0-1FF7-B6C27B5C61B0}"/>
              </a:ext>
            </a:extLst>
          </p:cNvPr>
          <p:cNvSpPr txBox="1"/>
          <p:nvPr/>
        </p:nvSpPr>
        <p:spPr>
          <a:xfrm>
            <a:off x="6698607" y="5380623"/>
            <a:ext cx="5279923" cy="338554"/>
          </a:xfrm>
          <a:prstGeom prst="rect">
            <a:avLst/>
          </a:prstGeom>
          <a:noFill/>
        </p:spPr>
        <p:txBody>
          <a:bodyPr wrap="square" rtlCol="0">
            <a:spAutoFit/>
          </a:bodyPr>
          <a:lstStyle/>
          <a:p>
            <a:pPr algn="ctr"/>
            <a:r>
              <a:rPr lang="en-GB" sz="1600" dirty="0" err="1">
                <a:latin typeface="Arial" panose="020B0604020202020204" pitchFamily="34" charset="0"/>
                <a:cs typeface="Arial" panose="020B0604020202020204" pitchFamily="34" charset="0"/>
              </a:rPr>
              <a:t>Hình</a:t>
            </a:r>
            <a:r>
              <a:rPr lang="en-GB" sz="1600" dirty="0">
                <a:latin typeface="Arial" panose="020B0604020202020204" pitchFamily="34" charset="0"/>
                <a:cs typeface="Arial" panose="020B0604020202020204" pitchFamily="34" charset="0"/>
              </a:rPr>
              <a:t> 3. </a:t>
            </a:r>
            <a:r>
              <a:rPr lang="en-GB" sz="1600" dirty="0" err="1">
                <a:latin typeface="Arial" panose="020B0604020202020204" pitchFamily="34" charset="0"/>
                <a:cs typeface="Arial" panose="020B0604020202020204" pitchFamily="34" charset="0"/>
              </a:rPr>
              <a:t>Cấu</a:t>
            </a:r>
            <a:r>
              <a:rPr lang="en-GB" sz="1600" dirty="0">
                <a:latin typeface="Arial" panose="020B0604020202020204" pitchFamily="34" charset="0"/>
                <a:cs typeface="Arial" panose="020B0604020202020204" pitchFamily="34" charset="0"/>
              </a:rPr>
              <a:t> </a:t>
            </a:r>
            <a:r>
              <a:rPr lang="en-GB" sz="1600" dirty="0" err="1">
                <a:latin typeface="Arial" panose="020B0604020202020204" pitchFamily="34" charset="0"/>
                <a:cs typeface="Arial" panose="020B0604020202020204" pitchFamily="34" charset="0"/>
              </a:rPr>
              <a:t>trúc</a:t>
            </a:r>
            <a:r>
              <a:rPr lang="en-GB" sz="1600" dirty="0">
                <a:latin typeface="Arial" panose="020B0604020202020204" pitchFamily="34" charset="0"/>
                <a:cs typeface="Arial" panose="020B0604020202020204" pitchFamily="34" charset="0"/>
              </a:rPr>
              <a:t> </a:t>
            </a:r>
            <a:r>
              <a:rPr lang="en-GB" sz="1600" dirty="0" err="1">
                <a:latin typeface="Arial" panose="020B0604020202020204" pitchFamily="34" charset="0"/>
                <a:cs typeface="Arial" panose="020B0604020202020204" pitchFamily="34" charset="0"/>
              </a:rPr>
              <a:t>thư</a:t>
            </a:r>
            <a:r>
              <a:rPr lang="en-GB" sz="1600" dirty="0">
                <a:latin typeface="Arial" panose="020B0604020202020204" pitchFamily="34" charset="0"/>
                <a:cs typeface="Arial" panose="020B0604020202020204" pitchFamily="34" charset="0"/>
              </a:rPr>
              <a:t> </a:t>
            </a:r>
            <a:r>
              <a:rPr lang="en-GB" sz="1600" dirty="0" err="1">
                <a:latin typeface="Arial" panose="020B0604020202020204" pitchFamily="34" charset="0"/>
                <a:cs typeface="Arial" panose="020B0604020202020204" pitchFamily="34" charset="0"/>
              </a:rPr>
              <a:t>mục</a:t>
            </a:r>
            <a:r>
              <a:rPr lang="en-GB" sz="1600" dirty="0">
                <a:latin typeface="Arial" panose="020B0604020202020204" pitchFamily="34" charset="0"/>
                <a:cs typeface="Arial" panose="020B0604020202020204" pitchFamily="34" charset="0"/>
              </a:rPr>
              <a:t> </a:t>
            </a:r>
            <a:r>
              <a:rPr lang="en-GB" sz="1600" dirty="0" err="1">
                <a:latin typeface="Arial" panose="020B0604020202020204" pitchFamily="34" charset="0"/>
                <a:cs typeface="Arial" panose="020B0604020202020204" pitchFamily="34" charset="0"/>
              </a:rPr>
              <a:t>trong</a:t>
            </a:r>
            <a:r>
              <a:rPr lang="en-GB" sz="1600" dirty="0">
                <a:latin typeface="Arial" panose="020B0604020202020204" pitchFamily="34" charset="0"/>
                <a:cs typeface="Arial" panose="020B0604020202020204" pitchFamily="34" charset="0"/>
              </a:rPr>
              <a:t> framework</a:t>
            </a:r>
            <a:endParaRPr lang="en-US" sz="1600"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BDE90603-0A1E-8771-C391-6603E00FF94C}"/>
              </a:ext>
            </a:extLst>
          </p:cNvPr>
          <p:cNvSpPr txBox="1"/>
          <p:nvPr/>
        </p:nvSpPr>
        <p:spPr>
          <a:xfrm>
            <a:off x="996745" y="5380623"/>
            <a:ext cx="5279923" cy="338554"/>
          </a:xfrm>
          <a:prstGeom prst="rect">
            <a:avLst/>
          </a:prstGeom>
          <a:noFill/>
        </p:spPr>
        <p:txBody>
          <a:bodyPr wrap="square" rtlCol="0">
            <a:spAutoFit/>
          </a:bodyPr>
          <a:lstStyle/>
          <a:p>
            <a:pPr algn="ctr"/>
            <a:r>
              <a:rPr lang="en-GB" sz="1600" dirty="0" err="1">
                <a:latin typeface="Arial" panose="020B0604020202020204" pitchFamily="34" charset="0"/>
                <a:cs typeface="Arial" panose="020B0604020202020204" pitchFamily="34" charset="0"/>
              </a:rPr>
              <a:t>Hình</a:t>
            </a:r>
            <a:r>
              <a:rPr lang="en-GB" sz="1600" dirty="0">
                <a:latin typeface="Arial" panose="020B0604020202020204" pitchFamily="34" charset="0"/>
                <a:cs typeface="Arial" panose="020B0604020202020204" pitchFamily="34" charset="0"/>
              </a:rPr>
              <a:t> 2. Use case </a:t>
            </a:r>
            <a:r>
              <a:rPr lang="en-GB" sz="1600" dirty="0" err="1">
                <a:latin typeface="Arial" panose="020B0604020202020204" pitchFamily="34" charset="0"/>
                <a:cs typeface="Arial" panose="020B0604020202020204" pitchFamily="34" charset="0"/>
              </a:rPr>
              <a:t>tổng</a:t>
            </a:r>
            <a:r>
              <a:rPr lang="en-GB" sz="1600" dirty="0">
                <a:latin typeface="Arial" panose="020B0604020202020204" pitchFamily="34" charset="0"/>
                <a:cs typeface="Arial" panose="020B0604020202020204" pitchFamily="34" charset="0"/>
              </a:rPr>
              <a:t> </a:t>
            </a:r>
            <a:r>
              <a:rPr lang="en-GB" sz="1600" dirty="0" err="1">
                <a:latin typeface="Arial" panose="020B0604020202020204" pitchFamily="34" charset="0"/>
                <a:cs typeface="Arial" panose="020B0604020202020204" pitchFamily="34" charset="0"/>
              </a:rPr>
              <a:t>quát</a:t>
            </a:r>
            <a:endParaRPr lang="en-US" sz="1600" dirty="0">
              <a:latin typeface="Arial" panose="020B0604020202020204" pitchFamily="34" charset="0"/>
              <a:cs typeface="Arial" panose="020B0604020202020204" pitchFamily="34" charset="0"/>
            </a:endParaRPr>
          </a:p>
        </p:txBody>
      </p:sp>
      <p:pic>
        <p:nvPicPr>
          <p:cNvPr id="12" name="Picture 11">
            <a:extLst>
              <a:ext uri="{FF2B5EF4-FFF2-40B4-BE49-F238E27FC236}">
                <a16:creationId xmlns:a16="http://schemas.microsoft.com/office/drawing/2014/main" id="{5E5B383D-2011-47BB-843B-B25572655283}"/>
              </a:ext>
            </a:extLst>
          </p:cNvPr>
          <p:cNvPicPr>
            <a:picLocks noChangeAspect="1"/>
          </p:cNvPicPr>
          <p:nvPr/>
        </p:nvPicPr>
        <p:blipFill>
          <a:blip r:embed="rId3"/>
          <a:stretch>
            <a:fillRect/>
          </a:stretch>
        </p:blipFill>
        <p:spPr>
          <a:xfrm>
            <a:off x="598759" y="1184989"/>
            <a:ext cx="5581650" cy="4000500"/>
          </a:xfrm>
          <a:prstGeom prst="rect">
            <a:avLst/>
          </a:prstGeom>
        </p:spPr>
      </p:pic>
      <p:pic>
        <p:nvPicPr>
          <p:cNvPr id="13" name="Picture 12">
            <a:extLst>
              <a:ext uri="{FF2B5EF4-FFF2-40B4-BE49-F238E27FC236}">
                <a16:creationId xmlns:a16="http://schemas.microsoft.com/office/drawing/2014/main" id="{5D3893DE-4877-3D45-9167-649419591BBE}"/>
              </a:ext>
            </a:extLst>
          </p:cNvPr>
          <p:cNvPicPr>
            <a:picLocks noChangeAspect="1"/>
          </p:cNvPicPr>
          <p:nvPr/>
        </p:nvPicPr>
        <p:blipFill>
          <a:blip r:embed="rId4"/>
          <a:stretch>
            <a:fillRect/>
          </a:stretch>
        </p:blipFill>
        <p:spPr>
          <a:xfrm>
            <a:off x="7813316" y="1202848"/>
            <a:ext cx="3050506" cy="4042494"/>
          </a:xfrm>
          <a:prstGeom prst="rect">
            <a:avLst/>
          </a:prstGeom>
        </p:spPr>
      </p:pic>
    </p:spTree>
    <p:extLst>
      <p:ext uri="{BB962C8B-B14F-4D97-AF65-F5344CB8AC3E}">
        <p14:creationId xmlns:p14="http://schemas.microsoft.com/office/powerpoint/2010/main" val="3441830157"/>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down)">
                                      <p:cBhvr>
                                        <p:cTn id="7" dur="500"/>
                                        <p:tgtEl>
                                          <p:spTgt spid="12"/>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down)">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down)">
                                      <p:cBhvr>
                                        <p:cTn id="15" dur="500"/>
                                        <p:tgtEl>
                                          <p:spTgt spid="13"/>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wipe(down)">
                                      <p:cBhvr>
                                        <p:cTn id="1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A7943-2C5F-4316-E6F3-A0AAF17C9709}"/>
            </a:ext>
          </a:extLst>
        </p:cNvPr>
        <p:cNvGrpSpPr/>
        <p:nvPr/>
      </p:nvGrpSpPr>
      <p:grpSpPr>
        <a:xfrm>
          <a:off x="0" y="0"/>
          <a:ext cx="0" cy="0"/>
          <a:chOff x="0" y="0"/>
          <a:chExt cx="0" cy="0"/>
        </a:xfrm>
      </p:grpSpPr>
      <p:sp>
        <p:nvSpPr>
          <p:cNvPr id="19458" name="Slide Number Placeholder 5">
            <a:extLst>
              <a:ext uri="{FF2B5EF4-FFF2-40B4-BE49-F238E27FC236}">
                <a16:creationId xmlns:a16="http://schemas.microsoft.com/office/drawing/2014/main" id="{65CD407F-44A9-DFD7-E506-A20453AEB428}"/>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Verdana" panose="020B0604030504040204" pitchFamily="34" charset="0"/>
              </a:defRPr>
            </a:lvl1pPr>
            <a:lvl2pPr marL="742950" indent="-285750">
              <a:spcBef>
                <a:spcPct val="20000"/>
              </a:spcBef>
              <a:buChar char="–"/>
              <a:defRPr sz="2800">
                <a:solidFill>
                  <a:schemeClr val="tx1"/>
                </a:solidFill>
                <a:latin typeface="Verdana" panose="020B0604030504040204" pitchFamily="34" charset="0"/>
              </a:defRPr>
            </a:lvl2pPr>
            <a:lvl3pPr marL="1143000" indent="-228600">
              <a:spcBef>
                <a:spcPct val="20000"/>
              </a:spcBef>
              <a:buChar char="•"/>
              <a:defRPr sz="2400">
                <a:solidFill>
                  <a:schemeClr val="tx1"/>
                </a:solidFill>
                <a:latin typeface="Verdana" panose="020B0604030504040204" pitchFamily="34" charset="0"/>
              </a:defRPr>
            </a:lvl3pPr>
            <a:lvl4pPr marL="1600200" indent="-228600">
              <a:spcBef>
                <a:spcPct val="20000"/>
              </a:spcBef>
              <a:buChar char="–"/>
              <a:defRPr sz="2000">
                <a:solidFill>
                  <a:schemeClr val="tx1"/>
                </a:solidFill>
                <a:latin typeface="Verdana" panose="020B0604030504040204" pitchFamily="34" charset="0"/>
              </a:defRPr>
            </a:lvl4pPr>
            <a:lvl5pPr marL="2057400" indent="-228600">
              <a:spcBef>
                <a:spcPct val="20000"/>
              </a:spcBef>
              <a:buChar char="»"/>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Verdana" panose="020B0604030504040204" pitchFamily="34" charset="0"/>
              </a:defRPr>
            </a:lvl9pPr>
          </a:lstStyle>
          <a:p>
            <a:pPr>
              <a:spcBef>
                <a:spcPct val="0"/>
              </a:spcBef>
              <a:buFontTx/>
              <a:buNone/>
            </a:pPr>
            <a:fld id="{7A12D7E3-E12C-46AD-95DA-2B3BA076F846}" type="slidenum">
              <a:rPr lang="en-US" altLang="en-US" sz="1400"/>
              <a:t>8</a:t>
            </a:fld>
            <a:endParaRPr lang="en-US" altLang="en-US" sz="1400"/>
          </a:p>
        </p:txBody>
      </p:sp>
      <p:sp>
        <p:nvSpPr>
          <p:cNvPr id="2" name="Rectangle 2">
            <a:extLst>
              <a:ext uri="{FF2B5EF4-FFF2-40B4-BE49-F238E27FC236}">
                <a16:creationId xmlns:a16="http://schemas.microsoft.com/office/drawing/2014/main" id="{C4ADBB7E-4499-615A-01F8-590ECBAFD5C5}"/>
              </a:ext>
            </a:extLst>
          </p:cNvPr>
          <p:cNvSpPr>
            <a:spLocks noGrp="1" noChangeArrowheads="1"/>
          </p:cNvSpPr>
          <p:nvPr>
            <p:ph type="title"/>
          </p:nvPr>
        </p:nvSpPr>
        <p:spPr>
          <a:xfrm>
            <a:off x="906236" y="144624"/>
            <a:ext cx="8077200" cy="609600"/>
          </a:xfrm>
        </p:spPr>
        <p:txBody>
          <a:bodyPr>
            <a:normAutofit/>
          </a:bodyPr>
          <a:lstStyle/>
          <a:p>
            <a:pPr>
              <a:defRPr/>
            </a:pPr>
            <a:r>
              <a:rPr lang="en-US" altLang="en-US" b="1" dirty="0" err="1">
                <a:latin typeface="Arial" panose="020B0604020202020204" pitchFamily="34" charset="0"/>
                <a:cs typeface="Arial" panose="020B0604020202020204" pitchFamily="34" charset="0"/>
              </a:rPr>
              <a:t>Nội</a:t>
            </a:r>
            <a:r>
              <a:rPr lang="en-US" altLang="en-US" b="1" dirty="0">
                <a:latin typeface="Arial" panose="020B0604020202020204" pitchFamily="34" charset="0"/>
                <a:cs typeface="Arial" panose="020B0604020202020204" pitchFamily="34" charset="0"/>
              </a:rPr>
              <a:t> dung</a:t>
            </a:r>
          </a:p>
        </p:txBody>
      </p:sp>
      <p:sp>
        <p:nvSpPr>
          <p:cNvPr id="8198" name="Google Shape;98;p2">
            <a:extLst>
              <a:ext uri="{FF2B5EF4-FFF2-40B4-BE49-F238E27FC236}">
                <a16:creationId xmlns:a16="http://schemas.microsoft.com/office/drawing/2014/main" id="{B52BAADE-BEF7-3D46-F8A2-5427352103D1}"/>
              </a:ext>
            </a:extLst>
          </p:cNvPr>
          <p:cNvSpPr/>
          <p:nvPr/>
        </p:nvSpPr>
        <p:spPr>
          <a:xfrm>
            <a:off x="2742180" y="2358132"/>
            <a:ext cx="5424985" cy="508000"/>
          </a:xfrm>
          <a:prstGeom prst="roundRect">
            <a:avLst>
              <a:gd name="adj" fmla="val 50000"/>
            </a:avLst>
          </a:prstGeom>
          <a:noFill/>
          <a:ln w="28575" cap="flat" cmpd="sng">
            <a:solidFill>
              <a:schemeClr val="l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b="1" dirty="0">
                <a:solidFill>
                  <a:schemeClr val="accent3">
                    <a:lumMod val="40000"/>
                    <a:lumOff val="60000"/>
                  </a:schemeClr>
                </a:solidFill>
              </a:rPr>
              <a:t>Phân </a:t>
            </a:r>
            <a:r>
              <a:rPr lang="en-US" sz="1800" b="1" dirty="0" err="1">
                <a:solidFill>
                  <a:schemeClr val="accent3">
                    <a:lumMod val="40000"/>
                    <a:lumOff val="60000"/>
                  </a:schemeClr>
                </a:solidFill>
              </a:rPr>
              <a:t>tích</a:t>
            </a:r>
            <a:r>
              <a:rPr lang="en-US" sz="1800" b="1" dirty="0">
                <a:solidFill>
                  <a:schemeClr val="accent3">
                    <a:lumMod val="40000"/>
                    <a:lumOff val="60000"/>
                  </a:schemeClr>
                </a:solidFill>
              </a:rPr>
              <a:t> </a:t>
            </a:r>
            <a:r>
              <a:rPr lang="en-US" b="1" dirty="0" err="1">
                <a:solidFill>
                  <a:schemeClr val="accent3">
                    <a:lumMod val="40000"/>
                    <a:lumOff val="60000"/>
                  </a:schemeClr>
                </a:solidFill>
              </a:rPr>
              <a:t>và</a:t>
            </a:r>
            <a:r>
              <a:rPr lang="en-US" b="1" dirty="0">
                <a:solidFill>
                  <a:schemeClr val="accent3">
                    <a:lumMod val="40000"/>
                    <a:lumOff val="60000"/>
                  </a:schemeClr>
                </a:solidFill>
              </a:rPr>
              <a:t> </a:t>
            </a:r>
            <a:r>
              <a:rPr lang="en-US" b="1" dirty="0" err="1">
                <a:solidFill>
                  <a:schemeClr val="accent3">
                    <a:lumMod val="40000"/>
                    <a:lumOff val="60000"/>
                  </a:schemeClr>
                </a:solidFill>
              </a:rPr>
              <a:t>thiết</a:t>
            </a:r>
            <a:r>
              <a:rPr lang="en-US" b="1" dirty="0">
                <a:solidFill>
                  <a:schemeClr val="accent3">
                    <a:lumMod val="40000"/>
                    <a:lumOff val="60000"/>
                  </a:schemeClr>
                </a:solidFill>
              </a:rPr>
              <a:t> </a:t>
            </a:r>
            <a:r>
              <a:rPr lang="en-US" b="1" dirty="0" err="1">
                <a:solidFill>
                  <a:schemeClr val="accent3">
                    <a:lumMod val="40000"/>
                    <a:lumOff val="60000"/>
                  </a:schemeClr>
                </a:solidFill>
              </a:rPr>
              <a:t>kế</a:t>
            </a:r>
            <a:r>
              <a:rPr lang="en-US" b="1" dirty="0">
                <a:solidFill>
                  <a:schemeClr val="accent3">
                    <a:lumMod val="40000"/>
                    <a:lumOff val="60000"/>
                  </a:schemeClr>
                </a:solidFill>
              </a:rPr>
              <a:t> </a:t>
            </a:r>
            <a:r>
              <a:rPr lang="en-US" b="1" dirty="0" err="1">
                <a:solidFill>
                  <a:schemeClr val="accent3">
                    <a:lumMod val="40000"/>
                    <a:lumOff val="60000"/>
                  </a:schemeClr>
                </a:solidFill>
              </a:rPr>
              <a:t>hệ</a:t>
            </a:r>
            <a:r>
              <a:rPr lang="en-US" b="1" dirty="0">
                <a:solidFill>
                  <a:schemeClr val="accent3">
                    <a:lumMod val="40000"/>
                    <a:lumOff val="60000"/>
                  </a:schemeClr>
                </a:solidFill>
              </a:rPr>
              <a:t> </a:t>
            </a:r>
            <a:r>
              <a:rPr lang="en-US" b="1" dirty="0" err="1">
                <a:solidFill>
                  <a:schemeClr val="accent3">
                    <a:lumMod val="40000"/>
                    <a:lumOff val="60000"/>
                  </a:schemeClr>
                </a:solidFill>
              </a:rPr>
              <a:t>thống</a:t>
            </a:r>
            <a:endParaRPr lang="vi-VN" dirty="0">
              <a:solidFill>
                <a:schemeClr val="accent3">
                  <a:lumMod val="40000"/>
                  <a:lumOff val="60000"/>
                </a:schemeClr>
              </a:solidFill>
            </a:endParaRPr>
          </a:p>
        </p:txBody>
      </p:sp>
      <p:sp>
        <p:nvSpPr>
          <p:cNvPr id="8199" name="Google Shape;99;p2">
            <a:extLst>
              <a:ext uri="{FF2B5EF4-FFF2-40B4-BE49-F238E27FC236}">
                <a16:creationId xmlns:a16="http://schemas.microsoft.com/office/drawing/2014/main" id="{87694698-1CBC-67BC-6F91-2967B50EBBC3}"/>
              </a:ext>
            </a:extLst>
          </p:cNvPr>
          <p:cNvSpPr/>
          <p:nvPr/>
        </p:nvSpPr>
        <p:spPr>
          <a:xfrm>
            <a:off x="1987550" y="1164122"/>
            <a:ext cx="5168900" cy="508000"/>
          </a:xfrm>
          <a:prstGeom prst="roundRect">
            <a:avLst>
              <a:gd name="adj" fmla="val 50000"/>
            </a:avLst>
          </a:prstGeom>
          <a:noFill/>
          <a:ln w="28575" cap="flat" cmpd="sng">
            <a:solidFill>
              <a:schemeClr val="l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b="1" dirty="0" err="1">
                <a:solidFill>
                  <a:schemeClr val="accent3">
                    <a:lumMod val="40000"/>
                    <a:lumOff val="60000"/>
                  </a:schemeClr>
                </a:solidFill>
              </a:rPr>
              <a:t>Giới</a:t>
            </a:r>
            <a:r>
              <a:rPr lang="en-US" b="1" dirty="0">
                <a:solidFill>
                  <a:schemeClr val="accent3">
                    <a:lumMod val="40000"/>
                    <a:lumOff val="60000"/>
                  </a:schemeClr>
                </a:solidFill>
              </a:rPr>
              <a:t> </a:t>
            </a:r>
            <a:r>
              <a:rPr lang="en-US" b="1" dirty="0" err="1">
                <a:solidFill>
                  <a:schemeClr val="accent3">
                    <a:lumMod val="40000"/>
                    <a:lumOff val="60000"/>
                  </a:schemeClr>
                </a:solidFill>
              </a:rPr>
              <a:t>thiệu</a:t>
            </a:r>
            <a:r>
              <a:rPr lang="en-US" b="1" dirty="0">
                <a:solidFill>
                  <a:schemeClr val="accent3">
                    <a:lumMod val="40000"/>
                    <a:lumOff val="60000"/>
                  </a:schemeClr>
                </a:solidFill>
              </a:rPr>
              <a:t> </a:t>
            </a:r>
            <a:r>
              <a:rPr lang="en-US" b="1" dirty="0" err="1">
                <a:solidFill>
                  <a:schemeClr val="accent3">
                    <a:lumMod val="40000"/>
                    <a:lumOff val="60000"/>
                  </a:schemeClr>
                </a:solidFill>
              </a:rPr>
              <a:t>đề</a:t>
            </a:r>
            <a:r>
              <a:rPr lang="en-US" b="1" dirty="0">
                <a:solidFill>
                  <a:schemeClr val="accent3">
                    <a:lumMod val="40000"/>
                    <a:lumOff val="60000"/>
                  </a:schemeClr>
                </a:solidFill>
              </a:rPr>
              <a:t> </a:t>
            </a:r>
            <a:r>
              <a:rPr lang="en-US" b="1" dirty="0" err="1">
                <a:solidFill>
                  <a:schemeClr val="accent3">
                    <a:lumMod val="40000"/>
                    <a:lumOff val="60000"/>
                  </a:schemeClr>
                </a:solidFill>
              </a:rPr>
              <a:t>tài</a:t>
            </a:r>
            <a:endParaRPr dirty="0">
              <a:solidFill>
                <a:schemeClr val="accent3">
                  <a:lumMod val="40000"/>
                  <a:lumOff val="60000"/>
                </a:schemeClr>
              </a:solidFill>
            </a:endParaRPr>
          </a:p>
        </p:txBody>
      </p:sp>
      <p:grpSp>
        <p:nvGrpSpPr>
          <p:cNvPr id="8200" name="Google Shape;100;p2">
            <a:extLst>
              <a:ext uri="{FF2B5EF4-FFF2-40B4-BE49-F238E27FC236}">
                <a16:creationId xmlns:a16="http://schemas.microsoft.com/office/drawing/2014/main" id="{DE1DD0A0-52D5-3EA6-F9DD-D5F54E81162B}"/>
              </a:ext>
            </a:extLst>
          </p:cNvPr>
          <p:cNvGrpSpPr/>
          <p:nvPr/>
        </p:nvGrpSpPr>
        <p:grpSpPr>
          <a:xfrm>
            <a:off x="1462085" y="1258450"/>
            <a:ext cx="381000" cy="381000"/>
            <a:chOff x="2078" y="1680"/>
            <a:chExt cx="1615" cy="1615"/>
          </a:xfrm>
        </p:grpSpPr>
        <p:sp>
          <p:nvSpPr>
            <p:cNvPr id="8201" name="Google Shape;101;p2">
              <a:extLst>
                <a:ext uri="{FF2B5EF4-FFF2-40B4-BE49-F238E27FC236}">
                  <a16:creationId xmlns:a16="http://schemas.microsoft.com/office/drawing/2014/main" id="{1CBF8022-39AF-DC1B-FD2E-D40510546185}"/>
                </a:ext>
              </a:extLst>
            </p:cNvPr>
            <p:cNvSpPr/>
            <p:nvPr/>
          </p:nvSpPr>
          <p:spPr>
            <a:xfrm>
              <a:off x="2078" y="1680"/>
              <a:ext cx="1615" cy="1615"/>
            </a:xfrm>
            <a:prstGeom prst="ellipse">
              <a:avLst/>
            </a:prstGeom>
            <a:gradFill>
              <a:gsLst>
                <a:gs pos="0">
                  <a:srgbClr val="B3B3B3"/>
                </a:gs>
                <a:gs pos="50000">
                  <a:srgbClr val="FFFFFF"/>
                </a:gs>
                <a:gs pos="100000">
                  <a:srgbClr val="B3B3B3"/>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02" name="Google Shape;102;p2">
              <a:extLst>
                <a:ext uri="{FF2B5EF4-FFF2-40B4-BE49-F238E27FC236}">
                  <a16:creationId xmlns:a16="http://schemas.microsoft.com/office/drawing/2014/main" id="{CF6BDBF3-F7BF-4865-0BEB-40961C589630}"/>
                </a:ext>
              </a:extLst>
            </p:cNvPr>
            <p:cNvSpPr/>
            <p:nvPr/>
          </p:nvSpPr>
          <p:spPr>
            <a:xfrm>
              <a:off x="2170" y="1771"/>
              <a:ext cx="1430" cy="1430"/>
            </a:xfrm>
            <a:prstGeom prst="ellipse">
              <a:avLst/>
            </a:prstGeom>
            <a:gradFill>
              <a:gsLst>
                <a:gs pos="0">
                  <a:srgbClr val="CFCFCF"/>
                </a:gs>
                <a:gs pos="50000">
                  <a:srgbClr val="FFFFFF"/>
                </a:gs>
                <a:gs pos="100000">
                  <a:srgbClr val="CFCFCF"/>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03" name="Google Shape;103;p2">
              <a:extLst>
                <a:ext uri="{FF2B5EF4-FFF2-40B4-BE49-F238E27FC236}">
                  <a16:creationId xmlns:a16="http://schemas.microsoft.com/office/drawing/2014/main" id="{0CAC69F0-9093-CDD9-FE39-2A08988AFA52}"/>
                </a:ext>
              </a:extLst>
            </p:cNvPr>
            <p:cNvSpPr/>
            <p:nvPr/>
          </p:nvSpPr>
          <p:spPr>
            <a:xfrm>
              <a:off x="2254" y="1856"/>
              <a:ext cx="1262" cy="1264"/>
            </a:xfrm>
            <a:prstGeom prst="ellipse">
              <a:avLst/>
            </a:prstGeom>
            <a:gradFill>
              <a:gsLst>
                <a:gs pos="0">
                  <a:srgbClr val="FFFFFF"/>
                </a:gs>
                <a:gs pos="50000">
                  <a:schemeClr val="hlink"/>
                </a:gs>
                <a:gs pos="100000">
                  <a:srgbClr val="FFFFFF"/>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04" name="Google Shape;104;p2">
              <a:extLst>
                <a:ext uri="{FF2B5EF4-FFF2-40B4-BE49-F238E27FC236}">
                  <a16:creationId xmlns:a16="http://schemas.microsoft.com/office/drawing/2014/main" id="{B0B8048F-2B50-D93B-3533-2C0B3FC9B722}"/>
                </a:ext>
              </a:extLst>
            </p:cNvPr>
            <p:cNvSpPr/>
            <p:nvPr/>
          </p:nvSpPr>
          <p:spPr>
            <a:xfrm>
              <a:off x="2254" y="1856"/>
              <a:ext cx="1262" cy="1264"/>
            </a:xfrm>
            <a:prstGeom prst="ellipse">
              <a:avLst/>
            </a:prstGeom>
            <a:gradFill>
              <a:gsLst>
                <a:gs pos="0">
                  <a:srgbClr val="000000"/>
                </a:gs>
                <a:gs pos="100000">
                  <a:srgbClr val="FFCC00"/>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05" name="Google Shape;105;p2">
              <a:extLst>
                <a:ext uri="{FF2B5EF4-FFF2-40B4-BE49-F238E27FC236}">
                  <a16:creationId xmlns:a16="http://schemas.microsoft.com/office/drawing/2014/main" id="{2676925D-E99B-CB5E-87C1-4BEF9942EEFC}"/>
                </a:ext>
              </a:extLst>
            </p:cNvPr>
            <p:cNvSpPr/>
            <p:nvPr/>
          </p:nvSpPr>
          <p:spPr>
            <a:xfrm>
              <a:off x="2337" y="1939"/>
              <a:ext cx="1096" cy="1098"/>
            </a:xfrm>
            <a:prstGeom prst="ellipse">
              <a:avLst/>
            </a:prstGeom>
            <a:gradFill>
              <a:gsLst>
                <a:gs pos="0">
                  <a:srgbClr val="034A91"/>
                </a:gs>
                <a:gs pos="50000">
                  <a:schemeClr val="hlink"/>
                </a:gs>
                <a:gs pos="100000">
                  <a:srgbClr val="034A91"/>
                </a:gs>
              </a:gsLst>
              <a:lin ang="189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06" name="Google Shape;106;p2">
              <a:extLst>
                <a:ext uri="{FF2B5EF4-FFF2-40B4-BE49-F238E27FC236}">
                  <a16:creationId xmlns:a16="http://schemas.microsoft.com/office/drawing/2014/main" id="{DF82822D-E334-75C8-602D-900B3A0182D4}"/>
                </a:ext>
              </a:extLst>
            </p:cNvPr>
            <p:cNvSpPr/>
            <p:nvPr/>
          </p:nvSpPr>
          <p:spPr>
            <a:xfrm>
              <a:off x="2337" y="1939"/>
              <a:ext cx="1096" cy="1098"/>
            </a:xfrm>
            <a:prstGeom prst="ellipse">
              <a:avLst/>
            </a:prstGeom>
            <a:gradFill>
              <a:gsLst>
                <a:gs pos="0">
                  <a:srgbClr val="FFCC00"/>
                </a:gs>
                <a:gs pos="100000">
                  <a:srgbClr val="B79200"/>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8207" name="Google Shape;107;p2">
            <a:extLst>
              <a:ext uri="{FF2B5EF4-FFF2-40B4-BE49-F238E27FC236}">
                <a16:creationId xmlns:a16="http://schemas.microsoft.com/office/drawing/2014/main" id="{98E01AB8-E076-5C0F-9B2C-4BD3558EE1C3}"/>
              </a:ext>
            </a:extLst>
          </p:cNvPr>
          <p:cNvGrpSpPr/>
          <p:nvPr/>
        </p:nvGrpSpPr>
        <p:grpSpPr>
          <a:xfrm>
            <a:off x="2268817" y="2454610"/>
            <a:ext cx="381000" cy="381000"/>
            <a:chOff x="2078" y="1680"/>
            <a:chExt cx="1615" cy="1615"/>
          </a:xfrm>
        </p:grpSpPr>
        <p:sp>
          <p:nvSpPr>
            <p:cNvPr id="8208" name="Google Shape;108;p2">
              <a:extLst>
                <a:ext uri="{FF2B5EF4-FFF2-40B4-BE49-F238E27FC236}">
                  <a16:creationId xmlns:a16="http://schemas.microsoft.com/office/drawing/2014/main" id="{E98FD743-9214-2B0D-6012-9762578EE855}"/>
                </a:ext>
              </a:extLst>
            </p:cNvPr>
            <p:cNvSpPr/>
            <p:nvPr/>
          </p:nvSpPr>
          <p:spPr>
            <a:xfrm>
              <a:off x="2078" y="1680"/>
              <a:ext cx="1615" cy="1615"/>
            </a:xfrm>
            <a:prstGeom prst="ellipse">
              <a:avLst/>
            </a:prstGeom>
            <a:gradFill>
              <a:gsLst>
                <a:gs pos="0">
                  <a:srgbClr val="B3B3B3"/>
                </a:gs>
                <a:gs pos="50000">
                  <a:srgbClr val="FFFFFF"/>
                </a:gs>
                <a:gs pos="100000">
                  <a:srgbClr val="B3B3B3"/>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09" name="Google Shape;109;p2">
              <a:extLst>
                <a:ext uri="{FF2B5EF4-FFF2-40B4-BE49-F238E27FC236}">
                  <a16:creationId xmlns:a16="http://schemas.microsoft.com/office/drawing/2014/main" id="{BFEC8C63-1F93-A248-4433-D52DDE1F2043}"/>
                </a:ext>
              </a:extLst>
            </p:cNvPr>
            <p:cNvSpPr/>
            <p:nvPr/>
          </p:nvSpPr>
          <p:spPr>
            <a:xfrm>
              <a:off x="2170" y="1771"/>
              <a:ext cx="1430" cy="1430"/>
            </a:xfrm>
            <a:prstGeom prst="ellipse">
              <a:avLst/>
            </a:prstGeom>
            <a:gradFill>
              <a:gsLst>
                <a:gs pos="0">
                  <a:srgbClr val="CFCFCF"/>
                </a:gs>
                <a:gs pos="50000">
                  <a:srgbClr val="FFFFFF"/>
                </a:gs>
                <a:gs pos="100000">
                  <a:srgbClr val="CFCFCF"/>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0" name="Google Shape;110;p2">
              <a:extLst>
                <a:ext uri="{FF2B5EF4-FFF2-40B4-BE49-F238E27FC236}">
                  <a16:creationId xmlns:a16="http://schemas.microsoft.com/office/drawing/2014/main" id="{E7394FC5-86BA-42BD-F598-244157023215}"/>
                </a:ext>
              </a:extLst>
            </p:cNvPr>
            <p:cNvSpPr/>
            <p:nvPr/>
          </p:nvSpPr>
          <p:spPr>
            <a:xfrm>
              <a:off x="2254" y="1856"/>
              <a:ext cx="1262" cy="1264"/>
            </a:xfrm>
            <a:prstGeom prst="ellipse">
              <a:avLst/>
            </a:prstGeom>
            <a:gradFill>
              <a:gsLst>
                <a:gs pos="0">
                  <a:srgbClr val="FFFFFF"/>
                </a:gs>
                <a:gs pos="50000">
                  <a:schemeClr val="hlink"/>
                </a:gs>
                <a:gs pos="100000">
                  <a:srgbClr val="FFFFFF"/>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1" name="Google Shape;111;p2">
              <a:extLst>
                <a:ext uri="{FF2B5EF4-FFF2-40B4-BE49-F238E27FC236}">
                  <a16:creationId xmlns:a16="http://schemas.microsoft.com/office/drawing/2014/main" id="{63641237-2961-D179-2C08-1E792BE6C108}"/>
                </a:ext>
              </a:extLst>
            </p:cNvPr>
            <p:cNvSpPr/>
            <p:nvPr/>
          </p:nvSpPr>
          <p:spPr>
            <a:xfrm>
              <a:off x="2254" y="1856"/>
              <a:ext cx="1262" cy="1264"/>
            </a:xfrm>
            <a:prstGeom prst="ellipse">
              <a:avLst/>
            </a:prstGeom>
            <a:gradFill>
              <a:gsLst>
                <a:gs pos="0">
                  <a:srgbClr val="000000"/>
                </a:gs>
                <a:gs pos="100000">
                  <a:srgbClr val="48BE67"/>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2" name="Google Shape;112;p2">
              <a:extLst>
                <a:ext uri="{FF2B5EF4-FFF2-40B4-BE49-F238E27FC236}">
                  <a16:creationId xmlns:a16="http://schemas.microsoft.com/office/drawing/2014/main" id="{D57B08D2-53AD-59EC-4663-B9D457DAD56F}"/>
                </a:ext>
              </a:extLst>
            </p:cNvPr>
            <p:cNvSpPr/>
            <p:nvPr/>
          </p:nvSpPr>
          <p:spPr>
            <a:xfrm>
              <a:off x="2337" y="1939"/>
              <a:ext cx="1096" cy="1098"/>
            </a:xfrm>
            <a:prstGeom prst="ellipse">
              <a:avLst/>
            </a:prstGeom>
            <a:gradFill>
              <a:gsLst>
                <a:gs pos="0">
                  <a:srgbClr val="034A91"/>
                </a:gs>
                <a:gs pos="50000">
                  <a:schemeClr val="hlink"/>
                </a:gs>
                <a:gs pos="100000">
                  <a:srgbClr val="034A91"/>
                </a:gs>
              </a:gsLst>
              <a:lin ang="189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3" name="Google Shape;113;p2">
              <a:extLst>
                <a:ext uri="{FF2B5EF4-FFF2-40B4-BE49-F238E27FC236}">
                  <a16:creationId xmlns:a16="http://schemas.microsoft.com/office/drawing/2014/main" id="{0281297B-4617-9BA1-E34F-7DB24F182D81}"/>
                </a:ext>
              </a:extLst>
            </p:cNvPr>
            <p:cNvSpPr/>
            <p:nvPr/>
          </p:nvSpPr>
          <p:spPr>
            <a:xfrm>
              <a:off x="2337" y="1939"/>
              <a:ext cx="1096" cy="1098"/>
            </a:xfrm>
            <a:prstGeom prst="ellipse">
              <a:avLst/>
            </a:prstGeom>
            <a:gradFill>
              <a:gsLst>
                <a:gs pos="0">
                  <a:srgbClr val="48BE67"/>
                </a:gs>
                <a:gs pos="100000">
                  <a:srgbClr val="33884A"/>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8214" name="Google Shape;128;p2">
            <a:extLst>
              <a:ext uri="{FF2B5EF4-FFF2-40B4-BE49-F238E27FC236}">
                <a16:creationId xmlns:a16="http://schemas.microsoft.com/office/drawing/2014/main" id="{24341D5E-ACF0-D0AC-BA90-DBEEF37F6C04}"/>
              </a:ext>
            </a:extLst>
          </p:cNvPr>
          <p:cNvSpPr/>
          <p:nvPr/>
        </p:nvSpPr>
        <p:spPr>
          <a:xfrm>
            <a:off x="2823719" y="3795345"/>
            <a:ext cx="5343421" cy="529445"/>
          </a:xfrm>
          <a:prstGeom prst="roundRect">
            <a:avLst>
              <a:gd name="adj" fmla="val 50000"/>
            </a:avLst>
          </a:prstGeom>
          <a:noFill/>
          <a:ln w="28575" cap="flat" cmpd="sng">
            <a:solidFill>
              <a:schemeClr val="l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b="1" dirty="0" err="1">
                <a:solidFill>
                  <a:schemeClr val="dk1"/>
                </a:solidFill>
              </a:rPr>
              <a:t>Triển</a:t>
            </a:r>
            <a:r>
              <a:rPr lang="en-US" sz="1800" b="1" dirty="0">
                <a:solidFill>
                  <a:schemeClr val="dk1"/>
                </a:solidFill>
              </a:rPr>
              <a:t> </a:t>
            </a:r>
            <a:r>
              <a:rPr lang="en-US" sz="1800" b="1" dirty="0" err="1">
                <a:solidFill>
                  <a:schemeClr val="dk1"/>
                </a:solidFill>
              </a:rPr>
              <a:t>khai</a:t>
            </a:r>
            <a:r>
              <a:rPr lang="en-US" sz="1800" b="1" dirty="0">
                <a:solidFill>
                  <a:schemeClr val="dk1"/>
                </a:solidFill>
              </a:rPr>
              <a:t> </a:t>
            </a:r>
            <a:r>
              <a:rPr lang="en-US" sz="1800" b="1" dirty="0" err="1">
                <a:solidFill>
                  <a:schemeClr val="dk1"/>
                </a:solidFill>
              </a:rPr>
              <a:t>và</a:t>
            </a:r>
            <a:r>
              <a:rPr lang="en-US" sz="1800" b="1" dirty="0">
                <a:solidFill>
                  <a:schemeClr val="dk1"/>
                </a:solidFill>
              </a:rPr>
              <a:t> </a:t>
            </a:r>
            <a:r>
              <a:rPr lang="en-US" sz="1800" b="1" dirty="0" err="1">
                <a:solidFill>
                  <a:schemeClr val="dk1"/>
                </a:solidFill>
              </a:rPr>
              <a:t>thực</a:t>
            </a:r>
            <a:r>
              <a:rPr lang="en-US" sz="1800" b="1" dirty="0">
                <a:solidFill>
                  <a:schemeClr val="dk1"/>
                </a:solidFill>
              </a:rPr>
              <a:t> </a:t>
            </a:r>
            <a:r>
              <a:rPr lang="en-US" sz="1800" b="1" dirty="0" err="1">
                <a:solidFill>
                  <a:schemeClr val="dk1"/>
                </a:solidFill>
              </a:rPr>
              <a:t>nghiệm</a:t>
            </a:r>
            <a:endParaRPr lang="en-US" dirty="0"/>
          </a:p>
        </p:txBody>
      </p:sp>
      <p:grpSp>
        <p:nvGrpSpPr>
          <p:cNvPr id="8215" name="Google Shape;129;p2">
            <a:extLst>
              <a:ext uri="{FF2B5EF4-FFF2-40B4-BE49-F238E27FC236}">
                <a16:creationId xmlns:a16="http://schemas.microsoft.com/office/drawing/2014/main" id="{1021A23A-22DA-185D-71E4-DC722F1055E9}"/>
              </a:ext>
            </a:extLst>
          </p:cNvPr>
          <p:cNvGrpSpPr/>
          <p:nvPr/>
        </p:nvGrpSpPr>
        <p:grpSpPr>
          <a:xfrm>
            <a:off x="2402936" y="3873408"/>
            <a:ext cx="381000" cy="381000"/>
            <a:chOff x="2078" y="1680"/>
            <a:chExt cx="1615" cy="1615"/>
          </a:xfrm>
        </p:grpSpPr>
        <p:sp>
          <p:nvSpPr>
            <p:cNvPr id="8216" name="Google Shape;130;p2">
              <a:extLst>
                <a:ext uri="{FF2B5EF4-FFF2-40B4-BE49-F238E27FC236}">
                  <a16:creationId xmlns:a16="http://schemas.microsoft.com/office/drawing/2014/main" id="{D9D152A0-9F34-1ABF-55AB-7D3E46FE1AF7}"/>
                </a:ext>
              </a:extLst>
            </p:cNvPr>
            <p:cNvSpPr/>
            <p:nvPr/>
          </p:nvSpPr>
          <p:spPr>
            <a:xfrm>
              <a:off x="2078" y="1680"/>
              <a:ext cx="1615" cy="1615"/>
            </a:xfrm>
            <a:prstGeom prst="ellipse">
              <a:avLst/>
            </a:prstGeom>
            <a:gradFill>
              <a:gsLst>
                <a:gs pos="0">
                  <a:srgbClr val="B3B3B3"/>
                </a:gs>
                <a:gs pos="50000">
                  <a:srgbClr val="FFFFFF"/>
                </a:gs>
                <a:gs pos="100000">
                  <a:srgbClr val="B3B3B3"/>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7" name="Google Shape;131;p2">
              <a:extLst>
                <a:ext uri="{FF2B5EF4-FFF2-40B4-BE49-F238E27FC236}">
                  <a16:creationId xmlns:a16="http://schemas.microsoft.com/office/drawing/2014/main" id="{63B4329E-E892-A312-1EEC-DBDCF4636996}"/>
                </a:ext>
              </a:extLst>
            </p:cNvPr>
            <p:cNvSpPr/>
            <p:nvPr/>
          </p:nvSpPr>
          <p:spPr>
            <a:xfrm>
              <a:off x="2170" y="1771"/>
              <a:ext cx="1430" cy="1430"/>
            </a:xfrm>
            <a:prstGeom prst="ellipse">
              <a:avLst/>
            </a:prstGeom>
            <a:gradFill>
              <a:gsLst>
                <a:gs pos="0">
                  <a:srgbClr val="CFCFCF"/>
                </a:gs>
                <a:gs pos="50000">
                  <a:srgbClr val="FFFFFF"/>
                </a:gs>
                <a:gs pos="100000">
                  <a:srgbClr val="CFCFCF"/>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8" name="Google Shape;132;p2">
              <a:extLst>
                <a:ext uri="{FF2B5EF4-FFF2-40B4-BE49-F238E27FC236}">
                  <a16:creationId xmlns:a16="http://schemas.microsoft.com/office/drawing/2014/main" id="{6F87C0E9-256A-0E63-70C2-94A5F667A0D7}"/>
                </a:ext>
              </a:extLst>
            </p:cNvPr>
            <p:cNvSpPr/>
            <p:nvPr/>
          </p:nvSpPr>
          <p:spPr>
            <a:xfrm>
              <a:off x="2254" y="1856"/>
              <a:ext cx="1262" cy="1264"/>
            </a:xfrm>
            <a:prstGeom prst="ellipse">
              <a:avLst/>
            </a:prstGeom>
            <a:gradFill>
              <a:gsLst>
                <a:gs pos="0">
                  <a:srgbClr val="FFFFFF"/>
                </a:gs>
                <a:gs pos="50000">
                  <a:schemeClr val="hlink"/>
                </a:gs>
                <a:gs pos="100000">
                  <a:srgbClr val="FFFFFF"/>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9" name="Google Shape;133;p2">
              <a:extLst>
                <a:ext uri="{FF2B5EF4-FFF2-40B4-BE49-F238E27FC236}">
                  <a16:creationId xmlns:a16="http://schemas.microsoft.com/office/drawing/2014/main" id="{E6A424F8-1FB2-A22A-5319-270A8D9213B2}"/>
                </a:ext>
              </a:extLst>
            </p:cNvPr>
            <p:cNvSpPr/>
            <p:nvPr/>
          </p:nvSpPr>
          <p:spPr>
            <a:xfrm>
              <a:off x="2254" y="1856"/>
              <a:ext cx="1262" cy="1264"/>
            </a:xfrm>
            <a:prstGeom prst="ellipse">
              <a:avLst/>
            </a:prstGeom>
            <a:gradFill>
              <a:gsLst>
                <a:gs pos="0">
                  <a:srgbClr val="000000"/>
                </a:gs>
                <a:gs pos="100000">
                  <a:srgbClr val="8D67E1"/>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20" name="Google Shape;134;p2">
              <a:extLst>
                <a:ext uri="{FF2B5EF4-FFF2-40B4-BE49-F238E27FC236}">
                  <a16:creationId xmlns:a16="http://schemas.microsoft.com/office/drawing/2014/main" id="{42DDB7A6-99F9-F2A7-78A6-A7A2AC17C956}"/>
                </a:ext>
              </a:extLst>
            </p:cNvPr>
            <p:cNvSpPr/>
            <p:nvPr/>
          </p:nvSpPr>
          <p:spPr>
            <a:xfrm>
              <a:off x="2337" y="1939"/>
              <a:ext cx="1096" cy="1098"/>
            </a:xfrm>
            <a:prstGeom prst="ellipse">
              <a:avLst/>
            </a:prstGeom>
            <a:gradFill>
              <a:gsLst>
                <a:gs pos="0">
                  <a:srgbClr val="034A91"/>
                </a:gs>
                <a:gs pos="50000">
                  <a:schemeClr val="hlink"/>
                </a:gs>
                <a:gs pos="100000">
                  <a:srgbClr val="034A91"/>
                </a:gs>
              </a:gsLst>
              <a:lin ang="189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21" name="Google Shape;135;p2">
              <a:extLst>
                <a:ext uri="{FF2B5EF4-FFF2-40B4-BE49-F238E27FC236}">
                  <a16:creationId xmlns:a16="http://schemas.microsoft.com/office/drawing/2014/main" id="{203D30FF-AA59-3AF2-5F14-CE68354FB76C}"/>
                </a:ext>
              </a:extLst>
            </p:cNvPr>
            <p:cNvSpPr/>
            <p:nvPr/>
          </p:nvSpPr>
          <p:spPr>
            <a:xfrm>
              <a:off x="2337" y="1939"/>
              <a:ext cx="1096" cy="1098"/>
            </a:xfrm>
            <a:prstGeom prst="ellipse">
              <a:avLst/>
            </a:prstGeom>
            <a:gradFill>
              <a:gsLst>
                <a:gs pos="0">
                  <a:srgbClr val="8D67E1"/>
                </a:gs>
                <a:gs pos="100000">
                  <a:srgbClr val="654AA2"/>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8222" name="Google Shape;136;p2">
            <a:extLst>
              <a:ext uri="{FF2B5EF4-FFF2-40B4-BE49-F238E27FC236}">
                <a16:creationId xmlns:a16="http://schemas.microsoft.com/office/drawing/2014/main" id="{3103D6A8-185C-ADDB-B5CD-9B34FDCBD889}"/>
              </a:ext>
            </a:extLst>
          </p:cNvPr>
          <p:cNvSpPr/>
          <p:nvPr/>
        </p:nvSpPr>
        <p:spPr>
          <a:xfrm rot="5400000">
            <a:off x="-2403921" y="1239529"/>
            <a:ext cx="4824413" cy="4770438"/>
          </a:xfrm>
          <a:custGeom>
            <a:avLst/>
            <a:gdLst/>
            <a:ahLst/>
            <a:cxnLst/>
            <a:rect l="l" t="t" r="r" b="b"/>
            <a:pathLst>
              <a:path w="21600" h="21600" extrusionOk="0">
                <a:moveTo>
                  <a:pt x="323" y="10641"/>
                </a:moveTo>
                <a:cubicBezTo>
                  <a:pt x="410" y="4916"/>
                  <a:pt x="5075" y="321"/>
                  <a:pt x="10800" y="322"/>
                </a:cubicBezTo>
                <a:cubicBezTo>
                  <a:pt x="16524" y="322"/>
                  <a:pt x="21189" y="4916"/>
                  <a:pt x="21276" y="10641"/>
                </a:cubicBezTo>
                <a:lnTo>
                  <a:pt x="21598" y="10636"/>
                </a:lnTo>
                <a:cubicBezTo>
                  <a:pt x="21509" y="4736"/>
                  <a:pt x="16700" y="-1"/>
                  <a:pt x="10799" y="0"/>
                </a:cubicBezTo>
                <a:cubicBezTo>
                  <a:pt x="4899" y="0"/>
                  <a:pt x="90" y="4736"/>
                  <a:pt x="1" y="10636"/>
                </a:cubicBezTo>
                <a:close/>
              </a:path>
            </a:pathLst>
          </a:custGeom>
          <a:gradFill>
            <a:gsLst>
              <a:gs pos="0">
                <a:srgbClr val="F4F4F4"/>
              </a:gs>
              <a:gs pos="50000">
                <a:schemeClr val="lt2"/>
              </a:gs>
              <a:gs pos="100000">
                <a:srgbClr val="F4F4F4"/>
              </a:gs>
            </a:gsLst>
            <a:lin ang="0" scaled="0"/>
          </a:gradFill>
          <a:ln w="9525" cap="flat" cmpd="sng">
            <a:solidFill>
              <a:srgbClr val="B3ABE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23" name="Google Shape;137;p2">
            <a:extLst>
              <a:ext uri="{FF2B5EF4-FFF2-40B4-BE49-F238E27FC236}">
                <a16:creationId xmlns:a16="http://schemas.microsoft.com/office/drawing/2014/main" id="{4A857069-F530-942B-2F2A-AEDD2C42DA6F}"/>
              </a:ext>
            </a:extLst>
          </p:cNvPr>
          <p:cNvSpPr/>
          <p:nvPr/>
        </p:nvSpPr>
        <p:spPr>
          <a:xfrm rot="5400000" flipH="1">
            <a:off x="-1998313" y="1675297"/>
            <a:ext cx="4032250" cy="3929063"/>
          </a:xfrm>
          <a:custGeom>
            <a:avLst/>
            <a:gdLst/>
            <a:ahLst/>
            <a:cxnLst/>
            <a:rect l="l" t="t" r="r" b="b"/>
            <a:pathLst>
              <a:path w="21600" h="21600" extrusionOk="0">
                <a:moveTo>
                  <a:pt x="10744" y="10800"/>
                </a:moveTo>
                <a:cubicBezTo>
                  <a:pt x="10744" y="10769"/>
                  <a:pt x="10769" y="10744"/>
                  <a:pt x="10800" y="10744"/>
                </a:cubicBezTo>
                <a:cubicBezTo>
                  <a:pt x="10830" y="10743"/>
                  <a:pt x="10855" y="10769"/>
                  <a:pt x="10856" y="10799"/>
                </a:cubicBezTo>
                <a:lnTo>
                  <a:pt x="21600" y="10800"/>
                </a:lnTo>
                <a:cubicBezTo>
                  <a:pt x="21600" y="4835"/>
                  <a:pt x="16764" y="0"/>
                  <a:pt x="10800" y="0"/>
                </a:cubicBezTo>
                <a:cubicBezTo>
                  <a:pt x="4835" y="0"/>
                  <a:pt x="0" y="4835"/>
                  <a:pt x="0" y="10800"/>
                </a:cubicBezTo>
                <a:close/>
              </a:path>
            </a:pathLst>
          </a:custGeom>
          <a:solidFill>
            <a:schemeClr val="accent6">
              <a:lumMod val="60000"/>
              <a:lumOff val="40000"/>
            </a:schemeClr>
          </a:solidFill>
          <a:ln>
            <a:solidFill>
              <a:schemeClr val="accent6">
                <a:lumMod val="60000"/>
                <a:lumOff val="40000"/>
              </a:schemeClr>
            </a:solid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456" name="Google Shape;139;p2">
            <a:extLst>
              <a:ext uri="{FF2B5EF4-FFF2-40B4-BE49-F238E27FC236}">
                <a16:creationId xmlns:a16="http://schemas.microsoft.com/office/drawing/2014/main" id="{525E3BDC-5876-AEEE-3890-E645A3D7EC2D}"/>
              </a:ext>
            </a:extLst>
          </p:cNvPr>
          <p:cNvSpPr/>
          <p:nvPr/>
        </p:nvSpPr>
        <p:spPr>
          <a:xfrm>
            <a:off x="2310338" y="5230563"/>
            <a:ext cx="5168900" cy="508000"/>
          </a:xfrm>
          <a:prstGeom prst="roundRect">
            <a:avLst>
              <a:gd name="adj" fmla="val 50000"/>
            </a:avLst>
          </a:prstGeom>
          <a:noFill/>
          <a:ln w="28575" cap="flat" cmpd="sng">
            <a:solidFill>
              <a:schemeClr val="l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b="1" dirty="0" err="1">
                <a:solidFill>
                  <a:schemeClr val="accent3">
                    <a:lumMod val="40000"/>
                    <a:lumOff val="60000"/>
                  </a:schemeClr>
                </a:solidFill>
                <a:latin typeface="Arial"/>
                <a:ea typeface="Arial"/>
                <a:cs typeface="Arial"/>
                <a:sym typeface="Arial"/>
              </a:rPr>
              <a:t>Kết</a:t>
            </a:r>
            <a:r>
              <a:rPr lang="en-US" b="1" dirty="0">
                <a:solidFill>
                  <a:schemeClr val="accent3">
                    <a:lumMod val="40000"/>
                    <a:lumOff val="60000"/>
                  </a:schemeClr>
                </a:solidFill>
                <a:latin typeface="Arial"/>
                <a:ea typeface="Arial"/>
                <a:cs typeface="Arial"/>
                <a:sym typeface="Arial"/>
              </a:rPr>
              <a:t> </a:t>
            </a:r>
            <a:r>
              <a:rPr lang="en-US" b="1" dirty="0" err="1">
                <a:solidFill>
                  <a:schemeClr val="accent3">
                    <a:lumMod val="40000"/>
                    <a:lumOff val="60000"/>
                  </a:schemeClr>
                </a:solidFill>
                <a:latin typeface="Arial"/>
                <a:ea typeface="Arial"/>
                <a:cs typeface="Arial"/>
                <a:sym typeface="Arial"/>
              </a:rPr>
              <a:t>luận</a:t>
            </a:r>
            <a:r>
              <a:rPr lang="en-US" b="1" dirty="0">
                <a:solidFill>
                  <a:schemeClr val="accent3">
                    <a:lumMod val="40000"/>
                    <a:lumOff val="60000"/>
                  </a:schemeClr>
                </a:solidFill>
                <a:latin typeface="Arial"/>
                <a:ea typeface="Arial"/>
                <a:cs typeface="Arial"/>
                <a:sym typeface="Arial"/>
              </a:rPr>
              <a:t> </a:t>
            </a:r>
            <a:r>
              <a:rPr lang="en-US" b="1" dirty="0" err="1">
                <a:solidFill>
                  <a:schemeClr val="accent3">
                    <a:lumMod val="40000"/>
                    <a:lumOff val="60000"/>
                  </a:schemeClr>
                </a:solidFill>
                <a:latin typeface="Arial"/>
                <a:ea typeface="Arial"/>
                <a:cs typeface="Arial"/>
                <a:sym typeface="Arial"/>
              </a:rPr>
              <a:t>và</a:t>
            </a:r>
            <a:r>
              <a:rPr lang="en-US" b="1" dirty="0">
                <a:solidFill>
                  <a:schemeClr val="accent3">
                    <a:lumMod val="40000"/>
                    <a:lumOff val="60000"/>
                  </a:schemeClr>
                </a:solidFill>
                <a:latin typeface="Arial"/>
                <a:ea typeface="Arial"/>
                <a:cs typeface="Arial"/>
                <a:sym typeface="Arial"/>
              </a:rPr>
              <a:t> </a:t>
            </a:r>
            <a:r>
              <a:rPr lang="en-US" b="1" dirty="0" err="1">
                <a:solidFill>
                  <a:schemeClr val="accent3">
                    <a:lumMod val="40000"/>
                    <a:lumOff val="60000"/>
                  </a:schemeClr>
                </a:solidFill>
                <a:latin typeface="Arial"/>
                <a:ea typeface="Arial"/>
                <a:cs typeface="Arial"/>
                <a:sym typeface="Arial"/>
              </a:rPr>
              <a:t>hướng</a:t>
            </a:r>
            <a:r>
              <a:rPr lang="en-US" b="1" dirty="0">
                <a:solidFill>
                  <a:schemeClr val="accent3">
                    <a:lumMod val="40000"/>
                    <a:lumOff val="60000"/>
                  </a:schemeClr>
                </a:solidFill>
                <a:latin typeface="Arial"/>
                <a:ea typeface="Arial"/>
                <a:cs typeface="Arial"/>
                <a:sym typeface="Arial"/>
              </a:rPr>
              <a:t> </a:t>
            </a:r>
            <a:r>
              <a:rPr lang="en-US" b="1" dirty="0" err="1">
                <a:solidFill>
                  <a:schemeClr val="accent3">
                    <a:lumMod val="40000"/>
                    <a:lumOff val="60000"/>
                  </a:schemeClr>
                </a:solidFill>
                <a:latin typeface="Arial"/>
                <a:ea typeface="Arial"/>
                <a:cs typeface="Arial"/>
                <a:sym typeface="Arial"/>
              </a:rPr>
              <a:t>phát</a:t>
            </a:r>
            <a:r>
              <a:rPr lang="en-US" b="1" dirty="0">
                <a:solidFill>
                  <a:schemeClr val="accent3">
                    <a:lumMod val="40000"/>
                    <a:lumOff val="60000"/>
                  </a:schemeClr>
                </a:solidFill>
                <a:latin typeface="Arial"/>
                <a:ea typeface="Arial"/>
                <a:cs typeface="Arial"/>
                <a:sym typeface="Arial"/>
              </a:rPr>
              <a:t> </a:t>
            </a:r>
            <a:r>
              <a:rPr lang="en-US" b="1" dirty="0" err="1">
                <a:solidFill>
                  <a:schemeClr val="accent3">
                    <a:lumMod val="40000"/>
                    <a:lumOff val="60000"/>
                  </a:schemeClr>
                </a:solidFill>
                <a:latin typeface="Arial"/>
                <a:ea typeface="Arial"/>
                <a:cs typeface="Arial"/>
                <a:sym typeface="Arial"/>
              </a:rPr>
              <a:t>triển</a:t>
            </a:r>
            <a:endParaRPr sz="1800" b="1" dirty="0">
              <a:solidFill>
                <a:schemeClr val="accent3">
                  <a:lumMod val="40000"/>
                  <a:lumOff val="60000"/>
                </a:schemeClr>
              </a:solidFill>
              <a:latin typeface="Arial"/>
              <a:ea typeface="Arial"/>
              <a:cs typeface="Arial"/>
              <a:sym typeface="Arial"/>
            </a:endParaRPr>
          </a:p>
        </p:txBody>
      </p:sp>
      <p:grpSp>
        <p:nvGrpSpPr>
          <p:cNvPr id="19457" name="Google Shape;140;p2">
            <a:extLst>
              <a:ext uri="{FF2B5EF4-FFF2-40B4-BE49-F238E27FC236}">
                <a16:creationId xmlns:a16="http://schemas.microsoft.com/office/drawing/2014/main" id="{916B9477-942A-4DB1-B8B9-E65ADA4E82CF}"/>
              </a:ext>
            </a:extLst>
          </p:cNvPr>
          <p:cNvGrpSpPr/>
          <p:nvPr/>
        </p:nvGrpSpPr>
        <p:grpSpPr>
          <a:xfrm>
            <a:off x="1817252" y="5238327"/>
            <a:ext cx="381000" cy="381000"/>
            <a:chOff x="2078" y="1680"/>
            <a:chExt cx="1615" cy="1615"/>
          </a:xfrm>
        </p:grpSpPr>
        <p:sp>
          <p:nvSpPr>
            <p:cNvPr id="19459" name="Google Shape;141;p2">
              <a:extLst>
                <a:ext uri="{FF2B5EF4-FFF2-40B4-BE49-F238E27FC236}">
                  <a16:creationId xmlns:a16="http://schemas.microsoft.com/office/drawing/2014/main" id="{64C76410-C259-58AA-EAE4-BEA7853E3204}"/>
                </a:ext>
              </a:extLst>
            </p:cNvPr>
            <p:cNvSpPr/>
            <p:nvPr/>
          </p:nvSpPr>
          <p:spPr>
            <a:xfrm>
              <a:off x="2078" y="1680"/>
              <a:ext cx="1615" cy="1615"/>
            </a:xfrm>
            <a:prstGeom prst="ellipse">
              <a:avLst/>
            </a:prstGeom>
            <a:gradFill>
              <a:gsLst>
                <a:gs pos="0">
                  <a:srgbClr val="B3B3B3"/>
                </a:gs>
                <a:gs pos="50000">
                  <a:srgbClr val="FFFFFF"/>
                </a:gs>
                <a:gs pos="100000">
                  <a:srgbClr val="B3B3B3"/>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460" name="Google Shape;142;p2">
              <a:extLst>
                <a:ext uri="{FF2B5EF4-FFF2-40B4-BE49-F238E27FC236}">
                  <a16:creationId xmlns:a16="http://schemas.microsoft.com/office/drawing/2014/main" id="{DD7BB28C-B6CC-7F70-E91E-A6D035778230}"/>
                </a:ext>
              </a:extLst>
            </p:cNvPr>
            <p:cNvSpPr/>
            <p:nvPr/>
          </p:nvSpPr>
          <p:spPr>
            <a:xfrm>
              <a:off x="2170" y="1771"/>
              <a:ext cx="1430" cy="1430"/>
            </a:xfrm>
            <a:prstGeom prst="ellipse">
              <a:avLst/>
            </a:prstGeom>
            <a:gradFill>
              <a:gsLst>
                <a:gs pos="0">
                  <a:srgbClr val="CFCFCF"/>
                </a:gs>
                <a:gs pos="50000">
                  <a:srgbClr val="FFFFFF"/>
                </a:gs>
                <a:gs pos="100000">
                  <a:srgbClr val="CFCFCF"/>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461" name="Google Shape;143;p2">
              <a:extLst>
                <a:ext uri="{FF2B5EF4-FFF2-40B4-BE49-F238E27FC236}">
                  <a16:creationId xmlns:a16="http://schemas.microsoft.com/office/drawing/2014/main" id="{D1A04E47-2AD1-3119-EE2E-399A398B5D30}"/>
                </a:ext>
              </a:extLst>
            </p:cNvPr>
            <p:cNvSpPr/>
            <p:nvPr/>
          </p:nvSpPr>
          <p:spPr>
            <a:xfrm>
              <a:off x="2254" y="1856"/>
              <a:ext cx="1262" cy="1264"/>
            </a:xfrm>
            <a:prstGeom prst="ellipse">
              <a:avLst/>
            </a:prstGeom>
            <a:gradFill>
              <a:gsLst>
                <a:gs pos="0">
                  <a:srgbClr val="FFFFFF"/>
                </a:gs>
                <a:gs pos="50000">
                  <a:schemeClr val="hlink"/>
                </a:gs>
                <a:gs pos="100000">
                  <a:srgbClr val="FFFFFF"/>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462" name="Google Shape;144;p2">
              <a:extLst>
                <a:ext uri="{FF2B5EF4-FFF2-40B4-BE49-F238E27FC236}">
                  <a16:creationId xmlns:a16="http://schemas.microsoft.com/office/drawing/2014/main" id="{83B306C1-0B69-FB6F-DE12-B2A338FB799F}"/>
                </a:ext>
              </a:extLst>
            </p:cNvPr>
            <p:cNvSpPr/>
            <p:nvPr/>
          </p:nvSpPr>
          <p:spPr>
            <a:xfrm>
              <a:off x="2254" y="1856"/>
              <a:ext cx="1262" cy="1264"/>
            </a:xfrm>
            <a:prstGeom prst="ellipse">
              <a:avLst/>
            </a:prstGeom>
            <a:gradFill>
              <a:gsLst>
                <a:gs pos="0">
                  <a:srgbClr val="000000"/>
                </a:gs>
                <a:gs pos="100000">
                  <a:srgbClr val="FFCC00"/>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463" name="Google Shape;145;p2">
              <a:extLst>
                <a:ext uri="{FF2B5EF4-FFF2-40B4-BE49-F238E27FC236}">
                  <a16:creationId xmlns:a16="http://schemas.microsoft.com/office/drawing/2014/main" id="{A2630A5B-B60D-185F-8547-76166F56832F}"/>
                </a:ext>
              </a:extLst>
            </p:cNvPr>
            <p:cNvSpPr/>
            <p:nvPr/>
          </p:nvSpPr>
          <p:spPr>
            <a:xfrm>
              <a:off x="2337" y="1939"/>
              <a:ext cx="1096" cy="1098"/>
            </a:xfrm>
            <a:prstGeom prst="ellipse">
              <a:avLst/>
            </a:prstGeom>
            <a:gradFill>
              <a:gsLst>
                <a:gs pos="0">
                  <a:srgbClr val="034A91"/>
                </a:gs>
                <a:gs pos="50000">
                  <a:schemeClr val="hlink"/>
                </a:gs>
                <a:gs pos="100000">
                  <a:srgbClr val="034A91"/>
                </a:gs>
              </a:gsLst>
              <a:lin ang="189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464" name="Google Shape;146;p2">
              <a:extLst>
                <a:ext uri="{FF2B5EF4-FFF2-40B4-BE49-F238E27FC236}">
                  <a16:creationId xmlns:a16="http://schemas.microsoft.com/office/drawing/2014/main" id="{37ED86A4-BA4D-2A48-09E7-F1A5F513922D}"/>
                </a:ext>
              </a:extLst>
            </p:cNvPr>
            <p:cNvSpPr/>
            <p:nvPr/>
          </p:nvSpPr>
          <p:spPr>
            <a:xfrm>
              <a:off x="2337" y="1939"/>
              <a:ext cx="1096" cy="1098"/>
            </a:xfrm>
            <a:prstGeom prst="ellipse">
              <a:avLst/>
            </a:prstGeom>
            <a:gradFill>
              <a:gsLst>
                <a:gs pos="0">
                  <a:srgbClr val="FFCC00"/>
                </a:gs>
                <a:gs pos="100000">
                  <a:srgbClr val="B79200"/>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Tree>
    <p:extLst>
      <p:ext uri="{BB962C8B-B14F-4D97-AF65-F5344CB8AC3E}">
        <p14:creationId xmlns:p14="http://schemas.microsoft.com/office/powerpoint/2010/main" val="1872637056"/>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D85A8E-DD7C-94BC-7B19-28BAC4D0D8D8}"/>
            </a:ext>
          </a:extLst>
        </p:cNvPr>
        <p:cNvGrpSpPr/>
        <p:nvPr/>
      </p:nvGrpSpPr>
      <p:grpSpPr>
        <a:xfrm>
          <a:off x="0" y="0"/>
          <a:ext cx="0" cy="0"/>
          <a:chOff x="0" y="0"/>
          <a:chExt cx="0" cy="0"/>
        </a:xfrm>
      </p:grpSpPr>
      <p:sp>
        <p:nvSpPr>
          <p:cNvPr id="19458" name="Slide Number Placeholder 5">
            <a:extLst>
              <a:ext uri="{FF2B5EF4-FFF2-40B4-BE49-F238E27FC236}">
                <a16:creationId xmlns:a16="http://schemas.microsoft.com/office/drawing/2014/main" id="{66D08B43-E0FA-76C5-2B59-AEEDB808193C}"/>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Verdana" panose="020B0604030504040204" pitchFamily="34" charset="0"/>
              </a:defRPr>
            </a:lvl1pPr>
            <a:lvl2pPr marL="742950" indent="-285750">
              <a:spcBef>
                <a:spcPct val="20000"/>
              </a:spcBef>
              <a:buChar char="–"/>
              <a:defRPr sz="2800">
                <a:solidFill>
                  <a:schemeClr val="tx1"/>
                </a:solidFill>
                <a:latin typeface="Verdana" panose="020B0604030504040204" pitchFamily="34" charset="0"/>
              </a:defRPr>
            </a:lvl2pPr>
            <a:lvl3pPr marL="1143000" indent="-228600">
              <a:spcBef>
                <a:spcPct val="20000"/>
              </a:spcBef>
              <a:buChar char="•"/>
              <a:defRPr sz="2400">
                <a:solidFill>
                  <a:schemeClr val="tx1"/>
                </a:solidFill>
                <a:latin typeface="Verdana" panose="020B0604030504040204" pitchFamily="34" charset="0"/>
              </a:defRPr>
            </a:lvl3pPr>
            <a:lvl4pPr marL="1600200" indent="-228600">
              <a:spcBef>
                <a:spcPct val="20000"/>
              </a:spcBef>
              <a:buChar char="–"/>
              <a:defRPr sz="2000">
                <a:solidFill>
                  <a:schemeClr val="tx1"/>
                </a:solidFill>
                <a:latin typeface="Verdana" panose="020B0604030504040204" pitchFamily="34" charset="0"/>
              </a:defRPr>
            </a:lvl4pPr>
            <a:lvl5pPr marL="2057400" indent="-228600">
              <a:spcBef>
                <a:spcPct val="20000"/>
              </a:spcBef>
              <a:buChar char="»"/>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Verdana" panose="020B0604030504040204" pitchFamily="34" charset="0"/>
              </a:defRPr>
            </a:lvl9pPr>
          </a:lstStyle>
          <a:p>
            <a:pPr>
              <a:spcBef>
                <a:spcPct val="0"/>
              </a:spcBef>
              <a:buFontTx/>
              <a:buNone/>
            </a:pPr>
            <a:fld id="{7A12D7E3-E12C-46AD-95DA-2B3BA076F846}" type="slidenum">
              <a:rPr lang="en-US" altLang="en-US" sz="1400"/>
              <a:t>9</a:t>
            </a:fld>
            <a:endParaRPr lang="en-US" altLang="en-US" sz="1400"/>
          </a:p>
        </p:txBody>
      </p:sp>
      <p:sp>
        <p:nvSpPr>
          <p:cNvPr id="2" name="Rectangle 2">
            <a:extLst>
              <a:ext uri="{FF2B5EF4-FFF2-40B4-BE49-F238E27FC236}">
                <a16:creationId xmlns:a16="http://schemas.microsoft.com/office/drawing/2014/main" id="{002079E8-FA6B-8E4E-E7F5-DA4BE180C93D}"/>
              </a:ext>
            </a:extLst>
          </p:cNvPr>
          <p:cNvSpPr>
            <a:spLocks noGrp="1" noChangeArrowheads="1"/>
          </p:cNvSpPr>
          <p:nvPr>
            <p:ph type="title"/>
          </p:nvPr>
        </p:nvSpPr>
        <p:spPr>
          <a:xfrm>
            <a:off x="906236" y="144624"/>
            <a:ext cx="8077200" cy="609600"/>
          </a:xfrm>
        </p:spPr>
        <p:txBody>
          <a:bodyPr>
            <a:normAutofit/>
          </a:bodyPr>
          <a:lstStyle/>
          <a:p>
            <a:pPr>
              <a:defRPr/>
            </a:pPr>
            <a:r>
              <a:rPr lang="en-US" altLang="en-US" b="1" dirty="0" err="1">
                <a:latin typeface="Arial" panose="020B0604020202020204" pitchFamily="34" charset="0"/>
                <a:cs typeface="Arial" panose="020B0604020202020204" pitchFamily="34" charset="0"/>
              </a:rPr>
              <a:t>Triển</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khai</a:t>
            </a:r>
            <a:r>
              <a:rPr lang="en-US" altLang="en-US" b="1" dirty="0">
                <a:latin typeface="Arial" panose="020B0604020202020204" pitchFamily="34" charset="0"/>
                <a:cs typeface="Arial" panose="020B0604020202020204" pitchFamily="34" charset="0"/>
              </a:rPr>
              <a:t> &amp; </a:t>
            </a:r>
            <a:r>
              <a:rPr lang="en-US" altLang="en-US" b="1" dirty="0" err="1">
                <a:latin typeface="Arial" panose="020B0604020202020204" pitchFamily="34" charset="0"/>
                <a:cs typeface="Arial" panose="020B0604020202020204" pitchFamily="34" charset="0"/>
              </a:rPr>
              <a:t>thực</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nghiệm</a:t>
            </a:r>
            <a:endParaRPr lang="en-US" altLang="en-US" b="1" dirty="0">
              <a:latin typeface="Arial" panose="020B0604020202020204" pitchFamily="34" charset="0"/>
              <a:cs typeface="Arial" panose="020B0604020202020204" pitchFamily="34" charset="0"/>
            </a:endParaRPr>
          </a:p>
        </p:txBody>
      </p:sp>
      <p:sp>
        <p:nvSpPr>
          <p:cNvPr id="8195" name="Rectangle 3">
            <a:extLst>
              <a:ext uri="{FF2B5EF4-FFF2-40B4-BE49-F238E27FC236}">
                <a16:creationId xmlns:a16="http://schemas.microsoft.com/office/drawing/2014/main" id="{83D07576-5862-9D9B-B706-1F9506391E20}"/>
              </a:ext>
            </a:extLst>
          </p:cNvPr>
          <p:cNvSpPr>
            <a:spLocks noGrp="1" noChangeArrowheads="1"/>
          </p:cNvSpPr>
          <p:nvPr>
            <p:ph type="body" idx="1"/>
          </p:nvPr>
        </p:nvSpPr>
        <p:spPr>
          <a:xfrm>
            <a:off x="585817" y="1085496"/>
            <a:ext cx="4693286" cy="4863359"/>
          </a:xfrm>
        </p:spPr>
        <p:txBody>
          <a:bodyPr>
            <a:normAutofit/>
          </a:bodyPr>
          <a:lstStyle/>
          <a:p>
            <a:pPr marL="0" indent="0" algn="just">
              <a:lnSpc>
                <a:spcPct val="150000"/>
              </a:lnSpc>
              <a:spcBef>
                <a:spcPts val="0"/>
              </a:spcBef>
              <a:buNone/>
              <a:defRPr/>
            </a:pPr>
            <a:r>
              <a:rPr lang="en-US" altLang="en-US" sz="2000" dirty="0" err="1">
                <a:latin typeface="Arial" panose="020B0604020202020204" pitchFamily="34" charset="0"/>
                <a:cs typeface="Arial" panose="020B0604020202020204" pitchFamily="34" charset="0"/>
              </a:rPr>
              <a:t>Sử</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dụng</a:t>
            </a:r>
            <a:r>
              <a:rPr lang="en-US" altLang="en-US" sz="2000" dirty="0">
                <a:latin typeface="Arial" panose="020B0604020202020204" pitchFamily="34" charset="0"/>
                <a:cs typeface="Arial" panose="020B0604020202020204" pitchFamily="34" charset="0"/>
              </a:rPr>
              <a:t> framework </a:t>
            </a:r>
            <a:r>
              <a:rPr lang="en-US" altLang="en-US" sz="2000" dirty="0" err="1">
                <a:latin typeface="Arial" panose="020B0604020202020204" pitchFamily="34" charset="0"/>
                <a:cs typeface="Arial" panose="020B0604020202020204" pitchFamily="34" charset="0"/>
              </a:rPr>
              <a:t>đã</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được</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xây</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dựng</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để</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kiểm</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thử</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tự</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động</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trên</a:t>
            </a:r>
            <a:r>
              <a:rPr lang="en-US" altLang="en-US" sz="2000" dirty="0">
                <a:latin typeface="Arial" panose="020B0604020202020204" pitchFamily="34" charset="0"/>
                <a:cs typeface="Arial" panose="020B0604020202020204" pitchFamily="34" charset="0"/>
              </a:rPr>
              <a:t> website </a:t>
            </a:r>
            <a:r>
              <a:rPr lang="en-US" altLang="en-US" sz="2000" dirty="0" err="1">
                <a:latin typeface="Arial" panose="020B0604020202020204" pitchFamily="34" charset="0"/>
                <a:cs typeface="Arial" panose="020B0604020202020204" pitchFamily="34" charset="0"/>
              </a:rPr>
              <a:t>Bemori</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với</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các</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chức</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năng</a:t>
            </a:r>
            <a:r>
              <a:rPr lang="en-US" altLang="en-US" sz="2000" dirty="0">
                <a:latin typeface="Arial" panose="020B0604020202020204" pitchFamily="34" charset="0"/>
                <a:cs typeface="Arial" panose="020B0604020202020204" pitchFamily="34" charset="0"/>
              </a:rPr>
              <a:t>:</a:t>
            </a:r>
          </a:p>
          <a:p>
            <a:pPr algn="just">
              <a:lnSpc>
                <a:spcPct val="150000"/>
              </a:lnSpc>
              <a:spcBef>
                <a:spcPts val="0"/>
              </a:spcBef>
              <a:defRPr/>
            </a:pPr>
            <a:r>
              <a:rPr lang="en-US" altLang="en-US" sz="2000" dirty="0" err="1">
                <a:latin typeface="Arial" panose="020B0604020202020204" pitchFamily="34" charset="0"/>
                <a:cs typeface="Arial" panose="020B0604020202020204" pitchFamily="34" charset="0"/>
              </a:rPr>
              <a:t>Tìm</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kiếm</a:t>
            </a:r>
            <a:endParaRPr lang="en-US" altLang="en-US" sz="2000" dirty="0">
              <a:latin typeface="Arial" panose="020B0604020202020204" pitchFamily="34" charset="0"/>
              <a:cs typeface="Arial" panose="020B0604020202020204" pitchFamily="34" charset="0"/>
            </a:endParaRPr>
          </a:p>
          <a:p>
            <a:pPr algn="just">
              <a:lnSpc>
                <a:spcPct val="150000"/>
              </a:lnSpc>
              <a:spcBef>
                <a:spcPts val="0"/>
              </a:spcBef>
              <a:defRPr/>
            </a:pPr>
            <a:r>
              <a:rPr lang="en-US" altLang="en-US" sz="2000" dirty="0">
                <a:latin typeface="Arial" panose="020B0604020202020204" pitchFamily="34" charset="0"/>
                <a:cs typeface="Arial" panose="020B0604020202020204" pitchFamily="34" charset="0"/>
              </a:rPr>
              <a:t>Bình </a:t>
            </a:r>
            <a:r>
              <a:rPr lang="en-US" altLang="en-US" sz="2000" dirty="0" err="1">
                <a:latin typeface="Arial" panose="020B0604020202020204" pitchFamily="34" charset="0"/>
                <a:cs typeface="Arial" panose="020B0604020202020204" pitchFamily="34" charset="0"/>
              </a:rPr>
              <a:t>luận</a:t>
            </a:r>
            <a:endParaRPr lang="en-US" altLang="en-US" sz="2000" dirty="0">
              <a:latin typeface="Arial" panose="020B0604020202020204" pitchFamily="34" charset="0"/>
              <a:cs typeface="Arial" panose="020B0604020202020204" pitchFamily="34" charset="0"/>
            </a:endParaRPr>
          </a:p>
          <a:p>
            <a:pPr algn="just">
              <a:lnSpc>
                <a:spcPct val="150000"/>
              </a:lnSpc>
              <a:spcBef>
                <a:spcPts val="0"/>
              </a:spcBef>
              <a:defRPr/>
            </a:pPr>
            <a:r>
              <a:rPr lang="en-US" altLang="en-US" sz="2000" dirty="0">
                <a:latin typeface="Arial" panose="020B0604020202020204" pitchFamily="34" charset="0"/>
                <a:cs typeface="Arial" panose="020B0604020202020204" pitchFamily="34" charset="0"/>
              </a:rPr>
              <a:t>Đặt </a:t>
            </a:r>
            <a:r>
              <a:rPr lang="en-US" altLang="en-US" sz="2000" dirty="0" err="1">
                <a:latin typeface="Arial" panose="020B0604020202020204" pitchFamily="34" charset="0"/>
                <a:cs typeface="Arial" panose="020B0604020202020204" pitchFamily="34" charset="0"/>
              </a:rPr>
              <a:t>hàng</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nhanh</a:t>
            </a:r>
            <a:endParaRPr lang="en-US" altLang="en-US" sz="2000" dirty="0">
              <a:latin typeface="Arial" panose="020B0604020202020204" pitchFamily="34" charset="0"/>
              <a:cs typeface="Arial" panose="020B0604020202020204" pitchFamily="34" charset="0"/>
            </a:endParaRPr>
          </a:p>
          <a:p>
            <a:pPr algn="just">
              <a:lnSpc>
                <a:spcPct val="150000"/>
              </a:lnSpc>
              <a:spcBef>
                <a:spcPts val="0"/>
              </a:spcBef>
              <a:defRPr/>
            </a:pPr>
            <a:r>
              <a:rPr lang="en-US" altLang="en-US" sz="2000" dirty="0">
                <a:latin typeface="Arial" panose="020B0604020202020204" pitchFamily="34" charset="0"/>
                <a:cs typeface="Arial" panose="020B0604020202020204" pitchFamily="34" charset="0"/>
              </a:rPr>
              <a:t>Mua </a:t>
            </a:r>
            <a:r>
              <a:rPr lang="en-US" altLang="en-US" sz="2000" dirty="0" err="1">
                <a:latin typeface="Arial" panose="020B0604020202020204" pitchFamily="34" charset="0"/>
                <a:cs typeface="Arial" panose="020B0604020202020204" pitchFamily="34" charset="0"/>
              </a:rPr>
              <a:t>hàng</a:t>
            </a:r>
            <a:endParaRPr lang="en-US" altLang="en-US" sz="200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2C48E84A-107D-92A1-F1EC-7A9E5FE724A6}"/>
              </a:ext>
            </a:extLst>
          </p:cNvPr>
          <p:cNvSpPr txBox="1"/>
          <p:nvPr/>
        </p:nvSpPr>
        <p:spPr>
          <a:xfrm>
            <a:off x="6390362" y="5516755"/>
            <a:ext cx="4553594" cy="338554"/>
          </a:xfrm>
          <a:prstGeom prst="rect">
            <a:avLst/>
          </a:prstGeom>
          <a:noFill/>
        </p:spPr>
        <p:txBody>
          <a:bodyPr wrap="square" rtlCol="0">
            <a:spAutoFit/>
          </a:bodyPr>
          <a:lstStyle/>
          <a:p>
            <a:pPr algn="ctr"/>
            <a:r>
              <a:rPr lang="en-GB" sz="1600" dirty="0" err="1">
                <a:latin typeface="Arial" panose="020B0604020202020204" pitchFamily="34" charset="0"/>
                <a:cs typeface="Arial" panose="020B0604020202020204" pitchFamily="34" charset="0"/>
              </a:rPr>
              <a:t>Hình</a:t>
            </a:r>
            <a:r>
              <a:rPr lang="en-GB" sz="1600" dirty="0">
                <a:latin typeface="Arial" panose="020B0604020202020204" pitchFamily="34" charset="0"/>
                <a:cs typeface="Arial" panose="020B0604020202020204" pitchFamily="34" charset="0"/>
              </a:rPr>
              <a:t> 4. Giao </a:t>
            </a:r>
            <a:r>
              <a:rPr lang="en-GB" sz="1600" dirty="0" err="1">
                <a:latin typeface="Arial" panose="020B0604020202020204" pitchFamily="34" charset="0"/>
                <a:cs typeface="Arial" panose="020B0604020202020204" pitchFamily="34" charset="0"/>
              </a:rPr>
              <a:t>diện</a:t>
            </a:r>
            <a:r>
              <a:rPr lang="en-GB" sz="1600" dirty="0">
                <a:latin typeface="Arial" panose="020B0604020202020204" pitchFamily="34" charset="0"/>
                <a:cs typeface="Arial" panose="020B0604020202020204" pitchFamily="34" charset="0"/>
              </a:rPr>
              <a:t> </a:t>
            </a:r>
            <a:r>
              <a:rPr lang="en-GB" sz="1600" dirty="0" err="1">
                <a:latin typeface="Arial" panose="020B0604020202020204" pitchFamily="34" charset="0"/>
                <a:cs typeface="Arial" panose="020B0604020202020204" pitchFamily="34" charset="0"/>
              </a:rPr>
              <a:t>các</a:t>
            </a:r>
            <a:r>
              <a:rPr lang="en-GB" sz="1600" dirty="0">
                <a:latin typeface="Arial" panose="020B0604020202020204" pitchFamily="34" charset="0"/>
                <a:cs typeface="Arial" panose="020B0604020202020204" pitchFamily="34" charset="0"/>
              </a:rPr>
              <a:t> </a:t>
            </a:r>
            <a:r>
              <a:rPr lang="en-GB" sz="1600" dirty="0" err="1">
                <a:latin typeface="Arial" panose="020B0604020202020204" pitchFamily="34" charset="0"/>
                <a:cs typeface="Arial" panose="020B0604020202020204" pitchFamily="34" charset="0"/>
              </a:rPr>
              <a:t>chức</a:t>
            </a:r>
            <a:r>
              <a:rPr lang="en-GB" sz="1600" dirty="0">
                <a:latin typeface="Arial" panose="020B0604020202020204" pitchFamily="34" charset="0"/>
                <a:cs typeface="Arial" panose="020B0604020202020204" pitchFamily="34" charset="0"/>
              </a:rPr>
              <a:t> </a:t>
            </a:r>
            <a:r>
              <a:rPr lang="en-GB" sz="1600" dirty="0" err="1">
                <a:latin typeface="Arial" panose="020B0604020202020204" pitchFamily="34" charset="0"/>
                <a:cs typeface="Arial" panose="020B0604020202020204" pitchFamily="34" charset="0"/>
              </a:rPr>
              <a:t>năng</a:t>
            </a:r>
            <a:endParaRPr lang="en-US" sz="160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D3B99CC7-DF7C-3A55-4549-AEA80B378C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36958" y="2124176"/>
            <a:ext cx="5569225" cy="2609648"/>
          </a:xfrm>
          <a:prstGeom prst="rect">
            <a:avLst/>
          </a:prstGeom>
        </p:spPr>
      </p:pic>
      <p:pic>
        <p:nvPicPr>
          <p:cNvPr id="8" name="Picture 7">
            <a:extLst>
              <a:ext uri="{FF2B5EF4-FFF2-40B4-BE49-F238E27FC236}">
                <a16:creationId xmlns:a16="http://schemas.microsoft.com/office/drawing/2014/main" id="{7687AC3A-B959-CF2B-67E5-7F79EC59464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36957" y="2124176"/>
            <a:ext cx="5569225" cy="2609648"/>
          </a:xfrm>
          <a:prstGeom prst="rect">
            <a:avLst/>
          </a:prstGeom>
        </p:spPr>
      </p:pic>
      <p:pic>
        <p:nvPicPr>
          <p:cNvPr id="10" name="Picture 9">
            <a:extLst>
              <a:ext uri="{FF2B5EF4-FFF2-40B4-BE49-F238E27FC236}">
                <a16:creationId xmlns:a16="http://schemas.microsoft.com/office/drawing/2014/main" id="{B70274C6-1E9E-B24F-3FEA-0AC8F5ADC7B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728138" y="1954939"/>
            <a:ext cx="5878043" cy="3124471"/>
          </a:xfrm>
          <a:prstGeom prst="rect">
            <a:avLst/>
          </a:prstGeom>
        </p:spPr>
      </p:pic>
      <p:pic>
        <p:nvPicPr>
          <p:cNvPr id="12" name="Picture 11">
            <a:extLst>
              <a:ext uri="{FF2B5EF4-FFF2-40B4-BE49-F238E27FC236}">
                <a16:creationId xmlns:a16="http://schemas.microsoft.com/office/drawing/2014/main" id="{D5D0ECDF-8407-91E0-A279-B3230A7E7FD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654565" y="1786758"/>
            <a:ext cx="6109481" cy="3509839"/>
          </a:xfrm>
          <a:prstGeom prst="rect">
            <a:avLst/>
          </a:prstGeom>
        </p:spPr>
      </p:pic>
    </p:spTree>
    <p:extLst>
      <p:ext uri="{BB962C8B-B14F-4D97-AF65-F5344CB8AC3E}">
        <p14:creationId xmlns:p14="http://schemas.microsoft.com/office/powerpoint/2010/main" val="154034053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Effect transition="in" filter="fade">
                                      <p:cBhvr>
                                        <p:cTn id="7" dur="1000"/>
                                        <p:tgtEl>
                                          <p:spTgt spid="8195">
                                            <p:txEl>
                                              <p:pRg st="0" end="0"/>
                                            </p:txEl>
                                          </p:spTgt>
                                        </p:tgtEl>
                                      </p:cBhvr>
                                    </p:animEffect>
                                    <p:anim calcmode="lin" valueType="num">
                                      <p:cBhvr>
                                        <p:cTn id="8" dur="1000" fill="hold"/>
                                        <p:tgtEl>
                                          <p:spTgt spid="819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19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195">
                                            <p:txEl>
                                              <p:pRg st="1" end="1"/>
                                            </p:txEl>
                                          </p:spTgt>
                                        </p:tgtEl>
                                        <p:attrNameLst>
                                          <p:attrName>style.visibility</p:attrName>
                                        </p:attrNameLst>
                                      </p:cBhvr>
                                      <p:to>
                                        <p:strVal val="visible"/>
                                      </p:to>
                                    </p:set>
                                    <p:animEffect transition="in" filter="fade">
                                      <p:cBhvr>
                                        <p:cTn id="14" dur="1000"/>
                                        <p:tgtEl>
                                          <p:spTgt spid="8195">
                                            <p:txEl>
                                              <p:pRg st="1" end="1"/>
                                            </p:txEl>
                                          </p:spTgt>
                                        </p:tgtEl>
                                      </p:cBhvr>
                                    </p:animEffect>
                                    <p:anim calcmode="lin" valueType="num">
                                      <p:cBhvr>
                                        <p:cTn id="15" dur="1000" fill="hold"/>
                                        <p:tgtEl>
                                          <p:spTgt spid="8195">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819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1000"/>
                                        <p:tgtEl>
                                          <p:spTgt spid="5"/>
                                        </p:tgtEl>
                                      </p:cBhvr>
                                    </p:animEffect>
                                    <p:anim calcmode="lin" valueType="num">
                                      <p:cBhvr>
                                        <p:cTn id="22" dur="1000" fill="hold"/>
                                        <p:tgtEl>
                                          <p:spTgt spid="5"/>
                                        </p:tgtEl>
                                        <p:attrNameLst>
                                          <p:attrName>ppt_x</p:attrName>
                                        </p:attrNameLst>
                                      </p:cBhvr>
                                      <p:tavLst>
                                        <p:tav tm="0">
                                          <p:val>
                                            <p:strVal val="#ppt_x"/>
                                          </p:val>
                                        </p:tav>
                                        <p:tav tm="100000">
                                          <p:val>
                                            <p:strVal val="#ppt_x"/>
                                          </p:val>
                                        </p:tav>
                                      </p:tavLst>
                                    </p:anim>
                                    <p:anim calcmode="lin" valueType="num">
                                      <p:cBhvr>
                                        <p:cTn id="23"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8195">
                                            <p:txEl>
                                              <p:pRg st="2" end="2"/>
                                            </p:txEl>
                                          </p:spTgt>
                                        </p:tgtEl>
                                        <p:attrNameLst>
                                          <p:attrName>style.visibility</p:attrName>
                                        </p:attrNameLst>
                                      </p:cBhvr>
                                      <p:to>
                                        <p:strVal val="visible"/>
                                      </p:to>
                                    </p:set>
                                    <p:animEffect transition="in" filter="fade">
                                      <p:cBhvr>
                                        <p:cTn id="28" dur="1000"/>
                                        <p:tgtEl>
                                          <p:spTgt spid="8195">
                                            <p:txEl>
                                              <p:pRg st="2" end="2"/>
                                            </p:txEl>
                                          </p:spTgt>
                                        </p:tgtEl>
                                      </p:cBhvr>
                                    </p:animEffect>
                                    <p:anim calcmode="lin" valueType="num">
                                      <p:cBhvr>
                                        <p:cTn id="29" dur="1000" fill="hold"/>
                                        <p:tgtEl>
                                          <p:spTgt spid="8195">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819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fade">
                                      <p:cBhvr>
                                        <p:cTn id="35" dur="1000"/>
                                        <p:tgtEl>
                                          <p:spTgt spid="8"/>
                                        </p:tgtEl>
                                      </p:cBhvr>
                                    </p:animEffect>
                                    <p:anim calcmode="lin" valueType="num">
                                      <p:cBhvr>
                                        <p:cTn id="36" dur="1000" fill="hold"/>
                                        <p:tgtEl>
                                          <p:spTgt spid="8"/>
                                        </p:tgtEl>
                                        <p:attrNameLst>
                                          <p:attrName>ppt_x</p:attrName>
                                        </p:attrNameLst>
                                      </p:cBhvr>
                                      <p:tavLst>
                                        <p:tav tm="0">
                                          <p:val>
                                            <p:strVal val="#ppt_x"/>
                                          </p:val>
                                        </p:tav>
                                        <p:tav tm="100000">
                                          <p:val>
                                            <p:strVal val="#ppt_x"/>
                                          </p:val>
                                        </p:tav>
                                      </p:tavLst>
                                    </p:anim>
                                    <p:anim calcmode="lin" valueType="num">
                                      <p:cBhvr>
                                        <p:cTn id="37"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8195">
                                            <p:txEl>
                                              <p:pRg st="3" end="3"/>
                                            </p:txEl>
                                          </p:spTgt>
                                        </p:tgtEl>
                                        <p:attrNameLst>
                                          <p:attrName>style.visibility</p:attrName>
                                        </p:attrNameLst>
                                      </p:cBhvr>
                                      <p:to>
                                        <p:strVal val="visible"/>
                                      </p:to>
                                    </p:set>
                                    <p:animEffect transition="in" filter="fade">
                                      <p:cBhvr>
                                        <p:cTn id="42" dur="1000"/>
                                        <p:tgtEl>
                                          <p:spTgt spid="8195">
                                            <p:txEl>
                                              <p:pRg st="3" end="3"/>
                                            </p:txEl>
                                          </p:spTgt>
                                        </p:tgtEl>
                                      </p:cBhvr>
                                    </p:animEffect>
                                    <p:anim calcmode="lin" valueType="num">
                                      <p:cBhvr>
                                        <p:cTn id="43" dur="1000" fill="hold"/>
                                        <p:tgtEl>
                                          <p:spTgt spid="8195">
                                            <p:txEl>
                                              <p:pRg st="3" end="3"/>
                                            </p:txEl>
                                          </p:spTgt>
                                        </p:tgtEl>
                                        <p:attrNameLst>
                                          <p:attrName>ppt_x</p:attrName>
                                        </p:attrNameLst>
                                      </p:cBhvr>
                                      <p:tavLst>
                                        <p:tav tm="0">
                                          <p:val>
                                            <p:strVal val="#ppt_x"/>
                                          </p:val>
                                        </p:tav>
                                        <p:tav tm="100000">
                                          <p:val>
                                            <p:strVal val="#ppt_x"/>
                                          </p:val>
                                        </p:tav>
                                      </p:tavLst>
                                    </p:anim>
                                    <p:anim calcmode="lin" valueType="num">
                                      <p:cBhvr>
                                        <p:cTn id="44" dur="1000" fill="hold"/>
                                        <p:tgtEl>
                                          <p:spTgt spid="8195">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10"/>
                                        </p:tgtEl>
                                        <p:attrNameLst>
                                          <p:attrName>style.visibility</p:attrName>
                                        </p:attrNameLst>
                                      </p:cBhvr>
                                      <p:to>
                                        <p:strVal val="visible"/>
                                      </p:to>
                                    </p:set>
                                    <p:animEffect transition="in" filter="fade">
                                      <p:cBhvr>
                                        <p:cTn id="49" dur="1000"/>
                                        <p:tgtEl>
                                          <p:spTgt spid="10"/>
                                        </p:tgtEl>
                                      </p:cBhvr>
                                    </p:animEffect>
                                    <p:anim calcmode="lin" valueType="num">
                                      <p:cBhvr>
                                        <p:cTn id="50" dur="1000" fill="hold"/>
                                        <p:tgtEl>
                                          <p:spTgt spid="10"/>
                                        </p:tgtEl>
                                        <p:attrNameLst>
                                          <p:attrName>ppt_x</p:attrName>
                                        </p:attrNameLst>
                                      </p:cBhvr>
                                      <p:tavLst>
                                        <p:tav tm="0">
                                          <p:val>
                                            <p:strVal val="#ppt_x"/>
                                          </p:val>
                                        </p:tav>
                                        <p:tav tm="100000">
                                          <p:val>
                                            <p:strVal val="#ppt_x"/>
                                          </p:val>
                                        </p:tav>
                                      </p:tavLst>
                                    </p:anim>
                                    <p:anim calcmode="lin" valueType="num">
                                      <p:cBhvr>
                                        <p:cTn id="51"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8195">
                                            <p:txEl>
                                              <p:pRg st="4" end="4"/>
                                            </p:txEl>
                                          </p:spTgt>
                                        </p:tgtEl>
                                        <p:attrNameLst>
                                          <p:attrName>style.visibility</p:attrName>
                                        </p:attrNameLst>
                                      </p:cBhvr>
                                      <p:to>
                                        <p:strVal val="visible"/>
                                      </p:to>
                                    </p:set>
                                    <p:animEffect transition="in" filter="fade">
                                      <p:cBhvr>
                                        <p:cTn id="56" dur="1000"/>
                                        <p:tgtEl>
                                          <p:spTgt spid="8195">
                                            <p:txEl>
                                              <p:pRg st="4" end="4"/>
                                            </p:txEl>
                                          </p:spTgt>
                                        </p:tgtEl>
                                      </p:cBhvr>
                                    </p:animEffect>
                                    <p:anim calcmode="lin" valueType="num">
                                      <p:cBhvr>
                                        <p:cTn id="57" dur="1000" fill="hold"/>
                                        <p:tgtEl>
                                          <p:spTgt spid="8195">
                                            <p:txEl>
                                              <p:pRg st="4" end="4"/>
                                            </p:txEl>
                                          </p:spTgt>
                                        </p:tgtEl>
                                        <p:attrNameLst>
                                          <p:attrName>ppt_x</p:attrName>
                                        </p:attrNameLst>
                                      </p:cBhvr>
                                      <p:tavLst>
                                        <p:tav tm="0">
                                          <p:val>
                                            <p:strVal val="#ppt_x"/>
                                          </p:val>
                                        </p:tav>
                                        <p:tav tm="100000">
                                          <p:val>
                                            <p:strVal val="#ppt_x"/>
                                          </p:val>
                                        </p:tav>
                                      </p:tavLst>
                                    </p:anim>
                                    <p:anim calcmode="lin" valueType="num">
                                      <p:cBhvr>
                                        <p:cTn id="58" dur="1000" fill="hold"/>
                                        <p:tgtEl>
                                          <p:spTgt spid="8195">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nodeType="clickEffect">
                                  <p:stCondLst>
                                    <p:cond delay="0"/>
                                  </p:stCondLst>
                                  <p:childTnLst>
                                    <p:set>
                                      <p:cBhvr>
                                        <p:cTn id="62" dur="1" fill="hold">
                                          <p:stCondLst>
                                            <p:cond delay="0"/>
                                          </p:stCondLst>
                                        </p:cTn>
                                        <p:tgtEl>
                                          <p:spTgt spid="12"/>
                                        </p:tgtEl>
                                        <p:attrNameLst>
                                          <p:attrName>style.visibility</p:attrName>
                                        </p:attrNameLst>
                                      </p:cBhvr>
                                      <p:to>
                                        <p:strVal val="visible"/>
                                      </p:to>
                                    </p:set>
                                    <p:animEffect transition="in" filter="fade">
                                      <p:cBhvr>
                                        <p:cTn id="63" dur="1000"/>
                                        <p:tgtEl>
                                          <p:spTgt spid="12"/>
                                        </p:tgtEl>
                                      </p:cBhvr>
                                    </p:animEffect>
                                    <p:anim calcmode="lin" valueType="num">
                                      <p:cBhvr>
                                        <p:cTn id="64" dur="1000" fill="hold"/>
                                        <p:tgtEl>
                                          <p:spTgt spid="12"/>
                                        </p:tgtEl>
                                        <p:attrNameLst>
                                          <p:attrName>ppt_x</p:attrName>
                                        </p:attrNameLst>
                                      </p:cBhvr>
                                      <p:tavLst>
                                        <p:tav tm="0">
                                          <p:val>
                                            <p:strVal val="#ppt_x"/>
                                          </p:val>
                                        </p:tav>
                                        <p:tav tm="100000">
                                          <p:val>
                                            <p:strVal val="#ppt_x"/>
                                          </p:val>
                                        </p:tav>
                                      </p:tavLst>
                                    </p:anim>
                                    <p:anim calcmode="lin" valueType="num">
                                      <p:cBhvr>
                                        <p:cTn id="65" dur="1000" fill="hold"/>
                                        <p:tgtEl>
                                          <p:spTgt spid="12"/>
                                        </p:tgtEl>
                                        <p:attrNameLst>
                                          <p:attrName>ppt_y</p:attrName>
                                        </p:attrNameLst>
                                      </p:cBhvr>
                                      <p:tavLst>
                                        <p:tav tm="0">
                                          <p:val>
                                            <p:strVal val="#ppt_y+.1"/>
                                          </p:val>
                                        </p:tav>
                                        <p:tav tm="100000">
                                          <p:val>
                                            <p:strVal val="#ppt_y"/>
                                          </p:val>
                                        </p:tav>
                                      </p:tavLst>
                                    </p:anim>
                                  </p:childTnLst>
                                </p:cTn>
                              </p:par>
                              <p:par>
                                <p:cTn id="66" presetID="42" presetClass="entr" presetSubtype="0" fill="hold" grpId="0" nodeType="withEffect">
                                  <p:stCondLst>
                                    <p:cond delay="0"/>
                                  </p:stCondLst>
                                  <p:childTnLst>
                                    <p:set>
                                      <p:cBhvr>
                                        <p:cTn id="67" dur="1" fill="hold">
                                          <p:stCondLst>
                                            <p:cond delay="0"/>
                                          </p:stCondLst>
                                        </p:cTn>
                                        <p:tgtEl>
                                          <p:spTgt spid="3"/>
                                        </p:tgtEl>
                                        <p:attrNameLst>
                                          <p:attrName>style.visibility</p:attrName>
                                        </p:attrNameLst>
                                      </p:cBhvr>
                                      <p:to>
                                        <p:strVal val="visible"/>
                                      </p:to>
                                    </p:set>
                                    <p:animEffect transition="in" filter="fade">
                                      <p:cBhvr>
                                        <p:cTn id="68" dur="1000"/>
                                        <p:tgtEl>
                                          <p:spTgt spid="3"/>
                                        </p:tgtEl>
                                      </p:cBhvr>
                                    </p:animEffect>
                                    <p:anim calcmode="lin" valueType="num">
                                      <p:cBhvr>
                                        <p:cTn id="69" dur="1000" fill="hold"/>
                                        <p:tgtEl>
                                          <p:spTgt spid="3"/>
                                        </p:tgtEl>
                                        <p:attrNameLst>
                                          <p:attrName>ppt_x</p:attrName>
                                        </p:attrNameLst>
                                      </p:cBhvr>
                                      <p:tavLst>
                                        <p:tav tm="0">
                                          <p:val>
                                            <p:strVal val="#ppt_x"/>
                                          </p:val>
                                        </p:tav>
                                        <p:tav tm="100000">
                                          <p:val>
                                            <p:strVal val="#ppt_x"/>
                                          </p:val>
                                        </p:tav>
                                      </p:tavLst>
                                    </p:anim>
                                    <p:anim calcmode="lin" valueType="num">
                                      <p:cBhvr>
                                        <p:cTn id="70"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46C60B-DA74-C975-74B4-1A04F2110F06}"/>
            </a:ext>
          </a:extLst>
        </p:cNvPr>
        <p:cNvGrpSpPr/>
        <p:nvPr/>
      </p:nvGrpSpPr>
      <p:grpSpPr>
        <a:xfrm>
          <a:off x="0" y="0"/>
          <a:ext cx="0" cy="0"/>
          <a:chOff x="0" y="0"/>
          <a:chExt cx="0" cy="0"/>
        </a:xfrm>
      </p:grpSpPr>
      <p:sp>
        <p:nvSpPr>
          <p:cNvPr id="19458" name="Slide Number Placeholder 5">
            <a:extLst>
              <a:ext uri="{FF2B5EF4-FFF2-40B4-BE49-F238E27FC236}">
                <a16:creationId xmlns:a16="http://schemas.microsoft.com/office/drawing/2014/main" id="{9FF2E1B0-68C0-C7C8-0846-3A122EB33D52}"/>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Verdana" panose="020B0604030504040204" pitchFamily="34" charset="0"/>
              </a:defRPr>
            </a:lvl1pPr>
            <a:lvl2pPr marL="742950" indent="-285750">
              <a:spcBef>
                <a:spcPct val="20000"/>
              </a:spcBef>
              <a:buChar char="–"/>
              <a:defRPr sz="2800">
                <a:solidFill>
                  <a:schemeClr val="tx1"/>
                </a:solidFill>
                <a:latin typeface="Verdana" panose="020B0604030504040204" pitchFamily="34" charset="0"/>
              </a:defRPr>
            </a:lvl2pPr>
            <a:lvl3pPr marL="1143000" indent="-228600">
              <a:spcBef>
                <a:spcPct val="20000"/>
              </a:spcBef>
              <a:buChar char="•"/>
              <a:defRPr sz="2400">
                <a:solidFill>
                  <a:schemeClr val="tx1"/>
                </a:solidFill>
                <a:latin typeface="Verdana" panose="020B0604030504040204" pitchFamily="34" charset="0"/>
              </a:defRPr>
            </a:lvl3pPr>
            <a:lvl4pPr marL="1600200" indent="-228600">
              <a:spcBef>
                <a:spcPct val="20000"/>
              </a:spcBef>
              <a:buChar char="–"/>
              <a:defRPr sz="2000">
                <a:solidFill>
                  <a:schemeClr val="tx1"/>
                </a:solidFill>
                <a:latin typeface="Verdana" panose="020B0604030504040204" pitchFamily="34" charset="0"/>
              </a:defRPr>
            </a:lvl4pPr>
            <a:lvl5pPr marL="2057400" indent="-228600">
              <a:spcBef>
                <a:spcPct val="20000"/>
              </a:spcBef>
              <a:buChar char="»"/>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Verdana" panose="020B0604030504040204" pitchFamily="34" charset="0"/>
              </a:defRPr>
            </a:lvl9pPr>
          </a:lstStyle>
          <a:p>
            <a:pPr>
              <a:spcBef>
                <a:spcPct val="0"/>
              </a:spcBef>
              <a:buFontTx/>
              <a:buNone/>
            </a:pPr>
            <a:fld id="{7A12D7E3-E12C-46AD-95DA-2B3BA076F846}" type="slidenum">
              <a:rPr lang="en-US" altLang="en-US" sz="1400"/>
              <a:t>10</a:t>
            </a:fld>
            <a:endParaRPr lang="en-US" altLang="en-US" sz="1400"/>
          </a:p>
        </p:txBody>
      </p:sp>
      <p:sp>
        <p:nvSpPr>
          <p:cNvPr id="2" name="Rectangle 2">
            <a:extLst>
              <a:ext uri="{FF2B5EF4-FFF2-40B4-BE49-F238E27FC236}">
                <a16:creationId xmlns:a16="http://schemas.microsoft.com/office/drawing/2014/main" id="{3B67A104-CE8E-2D92-34AD-863E9AD222F3}"/>
              </a:ext>
            </a:extLst>
          </p:cNvPr>
          <p:cNvSpPr>
            <a:spLocks noGrp="1" noChangeArrowheads="1"/>
          </p:cNvSpPr>
          <p:nvPr>
            <p:ph type="title"/>
          </p:nvPr>
        </p:nvSpPr>
        <p:spPr>
          <a:xfrm>
            <a:off x="906236" y="144624"/>
            <a:ext cx="8077200" cy="609600"/>
          </a:xfrm>
        </p:spPr>
        <p:txBody>
          <a:bodyPr>
            <a:normAutofit/>
          </a:bodyPr>
          <a:lstStyle/>
          <a:p>
            <a:pPr>
              <a:defRPr/>
            </a:pPr>
            <a:r>
              <a:rPr lang="en-US" altLang="en-US" b="1" dirty="0" err="1">
                <a:latin typeface="Arial" panose="020B0604020202020204" pitchFamily="34" charset="0"/>
                <a:cs typeface="Arial" panose="020B0604020202020204" pitchFamily="34" charset="0"/>
              </a:rPr>
              <a:t>Triển</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khai</a:t>
            </a:r>
            <a:r>
              <a:rPr lang="en-US" altLang="en-US" b="1" dirty="0">
                <a:latin typeface="Arial" panose="020B0604020202020204" pitchFamily="34" charset="0"/>
                <a:cs typeface="Arial" panose="020B0604020202020204" pitchFamily="34" charset="0"/>
              </a:rPr>
              <a:t> &amp; </a:t>
            </a:r>
            <a:r>
              <a:rPr lang="en-US" altLang="en-US" b="1" dirty="0" err="1">
                <a:latin typeface="Arial" panose="020B0604020202020204" pitchFamily="34" charset="0"/>
                <a:cs typeface="Arial" panose="020B0604020202020204" pitchFamily="34" charset="0"/>
              </a:rPr>
              <a:t>thực</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nghiệm</a:t>
            </a:r>
            <a:endParaRPr lang="en-US" altLang="en-US" b="1" dirty="0">
              <a:latin typeface="Arial" panose="020B0604020202020204" pitchFamily="34" charset="0"/>
              <a:cs typeface="Arial" panose="020B0604020202020204" pitchFamily="34" charset="0"/>
            </a:endParaRPr>
          </a:p>
        </p:txBody>
      </p:sp>
      <p:sp>
        <p:nvSpPr>
          <p:cNvPr id="8195" name="Rectangle 3">
            <a:extLst>
              <a:ext uri="{FF2B5EF4-FFF2-40B4-BE49-F238E27FC236}">
                <a16:creationId xmlns:a16="http://schemas.microsoft.com/office/drawing/2014/main" id="{58F3B3AF-D428-2A42-F71D-60BF71B25F50}"/>
              </a:ext>
            </a:extLst>
          </p:cNvPr>
          <p:cNvSpPr>
            <a:spLocks noGrp="1" noChangeArrowheads="1"/>
          </p:cNvSpPr>
          <p:nvPr>
            <p:ph type="body" idx="1"/>
          </p:nvPr>
        </p:nvSpPr>
        <p:spPr>
          <a:xfrm>
            <a:off x="906236" y="1184989"/>
            <a:ext cx="10474778" cy="5328526"/>
          </a:xfrm>
        </p:spPr>
        <p:txBody>
          <a:bodyPr>
            <a:normAutofit/>
          </a:bodyPr>
          <a:lstStyle/>
          <a:p>
            <a:pPr marL="0" indent="0" algn="just">
              <a:lnSpc>
                <a:spcPct val="150000"/>
              </a:lnSpc>
              <a:spcBef>
                <a:spcPts val="0"/>
              </a:spcBef>
              <a:buNone/>
              <a:defRPr/>
            </a:pPr>
            <a:r>
              <a:rPr lang="en-US" altLang="en-US" sz="2400" dirty="0" err="1">
                <a:latin typeface="Arial" panose="020B0604020202020204" pitchFamily="34" charset="0"/>
                <a:cs typeface="Arial" panose="020B0604020202020204" pitchFamily="34" charset="0"/>
              </a:rPr>
              <a:t>Kết</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quả</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thực</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thi</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kiểm</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thử</a:t>
            </a:r>
            <a:r>
              <a:rPr lang="en-US" altLang="en-US" sz="2400" dirty="0">
                <a:latin typeface="Arial" panose="020B0604020202020204" pitchFamily="34" charset="0"/>
                <a:cs typeface="Arial" panose="020B0604020202020204" pitchFamily="34" charset="0"/>
              </a:rPr>
              <a:t>:</a:t>
            </a:r>
          </a:p>
          <a:p>
            <a:pPr marL="0" indent="0" algn="just">
              <a:lnSpc>
                <a:spcPct val="150000"/>
              </a:lnSpc>
              <a:spcBef>
                <a:spcPts val="0"/>
              </a:spcBef>
              <a:buNone/>
              <a:defRPr/>
            </a:pPr>
            <a:endParaRPr lang="en-US" altLang="en-US" sz="2400" dirty="0">
              <a:latin typeface="Arial" panose="020B0604020202020204" pitchFamily="34" charset="0"/>
              <a:cs typeface="Arial" panose="020B0604020202020204" pitchFamily="34" charset="0"/>
            </a:endParaRPr>
          </a:p>
          <a:p>
            <a:pPr marL="0" indent="0" algn="just">
              <a:lnSpc>
                <a:spcPct val="150000"/>
              </a:lnSpc>
              <a:spcBef>
                <a:spcPts val="0"/>
              </a:spcBef>
              <a:buNone/>
              <a:defRPr/>
            </a:pPr>
            <a:endParaRPr lang="en-US" altLang="en-US" sz="2400" dirty="0">
              <a:latin typeface="Arial" panose="020B0604020202020204" pitchFamily="34" charset="0"/>
              <a:cs typeface="Arial" panose="020B0604020202020204" pitchFamily="34" charset="0"/>
            </a:endParaRPr>
          </a:p>
        </p:txBody>
      </p:sp>
      <p:graphicFrame>
        <p:nvGraphicFramePr>
          <p:cNvPr id="3" name="Table 2">
            <a:extLst>
              <a:ext uri="{FF2B5EF4-FFF2-40B4-BE49-F238E27FC236}">
                <a16:creationId xmlns:a16="http://schemas.microsoft.com/office/drawing/2014/main" id="{8C453262-C1C9-315A-A86C-7923A4A1975C}"/>
              </a:ext>
            </a:extLst>
          </p:cNvPr>
          <p:cNvGraphicFramePr>
            <a:graphicFrameLocks noGrp="1"/>
          </p:cNvGraphicFramePr>
          <p:nvPr>
            <p:extLst>
              <p:ext uri="{D42A27DB-BD31-4B8C-83A1-F6EECF244321}">
                <p14:modId xmlns:p14="http://schemas.microsoft.com/office/powerpoint/2010/main" val="635328146"/>
              </p:ext>
            </p:extLst>
          </p:nvPr>
        </p:nvGraphicFramePr>
        <p:xfrm>
          <a:off x="1008992" y="1933903"/>
          <a:ext cx="10276772" cy="3415866"/>
        </p:xfrm>
        <a:graphic>
          <a:graphicData uri="http://schemas.openxmlformats.org/drawingml/2006/table">
            <a:tbl>
              <a:tblPr firstRow="1" firstCol="1" bandRow="1">
                <a:tableStyleId>{5C22544A-7EE6-4342-B048-85BDC9FD1C3A}</a:tableStyleId>
              </a:tblPr>
              <a:tblGrid>
                <a:gridCol w="2569193">
                  <a:extLst>
                    <a:ext uri="{9D8B030D-6E8A-4147-A177-3AD203B41FA5}">
                      <a16:colId xmlns:a16="http://schemas.microsoft.com/office/drawing/2014/main" val="1303619980"/>
                    </a:ext>
                  </a:extLst>
                </a:gridCol>
                <a:gridCol w="2569193">
                  <a:extLst>
                    <a:ext uri="{9D8B030D-6E8A-4147-A177-3AD203B41FA5}">
                      <a16:colId xmlns:a16="http://schemas.microsoft.com/office/drawing/2014/main" val="4117042953"/>
                    </a:ext>
                  </a:extLst>
                </a:gridCol>
                <a:gridCol w="2569193">
                  <a:extLst>
                    <a:ext uri="{9D8B030D-6E8A-4147-A177-3AD203B41FA5}">
                      <a16:colId xmlns:a16="http://schemas.microsoft.com/office/drawing/2014/main" val="2432494882"/>
                    </a:ext>
                  </a:extLst>
                </a:gridCol>
                <a:gridCol w="2569193">
                  <a:extLst>
                    <a:ext uri="{9D8B030D-6E8A-4147-A177-3AD203B41FA5}">
                      <a16:colId xmlns:a16="http://schemas.microsoft.com/office/drawing/2014/main" val="2055386057"/>
                    </a:ext>
                  </a:extLst>
                </a:gridCol>
              </a:tblGrid>
              <a:tr h="569311">
                <a:tc>
                  <a:txBody>
                    <a:bodyPr/>
                    <a:lstStyle/>
                    <a:p>
                      <a:pPr algn="ctr">
                        <a:lnSpc>
                          <a:spcPct val="150000"/>
                        </a:lnSpc>
                        <a:spcBef>
                          <a:spcPts val="600"/>
                        </a:spcBef>
                        <a:buNone/>
                      </a:pPr>
                      <a:r>
                        <a:rPr lang="en-US" sz="1300">
                          <a:effectLst/>
                        </a:rPr>
                        <a:t>Chức năng</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600"/>
                        </a:spcBef>
                        <a:buNone/>
                      </a:pPr>
                      <a:r>
                        <a:rPr lang="en-US" sz="1300">
                          <a:effectLst/>
                        </a:rPr>
                        <a:t>Tổng số Test Case</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600"/>
                        </a:spcBef>
                        <a:buNone/>
                      </a:pPr>
                      <a:r>
                        <a:rPr lang="en-US" sz="1300">
                          <a:effectLst/>
                        </a:rPr>
                        <a:t>Số Test Case Pass</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600"/>
                        </a:spcBef>
                        <a:buNone/>
                      </a:pPr>
                      <a:r>
                        <a:rPr lang="en-US" sz="1300">
                          <a:effectLst/>
                        </a:rPr>
                        <a:t>Số Test Case Fail</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68182642"/>
                  </a:ext>
                </a:extLst>
              </a:tr>
              <a:tr h="569311">
                <a:tc>
                  <a:txBody>
                    <a:bodyPr/>
                    <a:lstStyle/>
                    <a:p>
                      <a:pPr algn="just">
                        <a:lnSpc>
                          <a:spcPct val="150000"/>
                        </a:lnSpc>
                        <a:spcBef>
                          <a:spcPts val="600"/>
                        </a:spcBef>
                        <a:buNone/>
                      </a:pPr>
                      <a:r>
                        <a:rPr lang="en-US" sz="1300">
                          <a:effectLst/>
                        </a:rPr>
                        <a:t>Tìm kiếm</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600"/>
                        </a:spcBef>
                        <a:buNone/>
                      </a:pPr>
                      <a:r>
                        <a:rPr lang="en-US" sz="1300">
                          <a:effectLst/>
                        </a:rPr>
                        <a:t>14</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600"/>
                        </a:spcBef>
                        <a:buNone/>
                      </a:pPr>
                      <a:r>
                        <a:rPr lang="en-US" sz="1300">
                          <a:effectLst/>
                        </a:rPr>
                        <a:t>14</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600"/>
                        </a:spcBef>
                        <a:buNone/>
                      </a:pPr>
                      <a:r>
                        <a:rPr lang="en-US" sz="1300">
                          <a:effectLst/>
                        </a:rPr>
                        <a:t>0</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88711109"/>
                  </a:ext>
                </a:extLst>
              </a:tr>
              <a:tr h="569311">
                <a:tc>
                  <a:txBody>
                    <a:bodyPr/>
                    <a:lstStyle/>
                    <a:p>
                      <a:pPr algn="just">
                        <a:lnSpc>
                          <a:spcPct val="150000"/>
                        </a:lnSpc>
                        <a:spcBef>
                          <a:spcPts val="600"/>
                        </a:spcBef>
                        <a:buNone/>
                      </a:pPr>
                      <a:r>
                        <a:rPr lang="en-US" sz="1300">
                          <a:effectLst/>
                        </a:rPr>
                        <a:t>Bình luận</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600"/>
                        </a:spcBef>
                        <a:buNone/>
                      </a:pPr>
                      <a:r>
                        <a:rPr lang="en-US" sz="1300">
                          <a:effectLst/>
                        </a:rPr>
                        <a:t>19</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600"/>
                        </a:spcBef>
                        <a:buNone/>
                      </a:pPr>
                      <a:r>
                        <a:rPr lang="en-US" sz="1300">
                          <a:effectLst/>
                        </a:rPr>
                        <a:t>16</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600"/>
                        </a:spcBef>
                        <a:buNone/>
                      </a:pPr>
                      <a:r>
                        <a:rPr lang="en-US" sz="1300">
                          <a:effectLst/>
                        </a:rPr>
                        <a:t>3</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61724546"/>
                  </a:ext>
                </a:extLst>
              </a:tr>
              <a:tr h="569311">
                <a:tc>
                  <a:txBody>
                    <a:bodyPr/>
                    <a:lstStyle/>
                    <a:p>
                      <a:pPr algn="just">
                        <a:lnSpc>
                          <a:spcPct val="150000"/>
                        </a:lnSpc>
                        <a:spcBef>
                          <a:spcPts val="600"/>
                        </a:spcBef>
                        <a:buNone/>
                      </a:pPr>
                      <a:r>
                        <a:rPr lang="en-US" sz="1300">
                          <a:effectLst/>
                        </a:rPr>
                        <a:t>Đặt hàng nhanh</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600"/>
                        </a:spcBef>
                        <a:buNone/>
                      </a:pPr>
                      <a:r>
                        <a:rPr lang="en-US" sz="1300">
                          <a:effectLst/>
                        </a:rPr>
                        <a:t>14</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600"/>
                        </a:spcBef>
                        <a:buNone/>
                      </a:pPr>
                      <a:r>
                        <a:rPr lang="en-US" sz="1300">
                          <a:effectLst/>
                        </a:rPr>
                        <a:t>13</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600"/>
                        </a:spcBef>
                        <a:buNone/>
                      </a:pPr>
                      <a:r>
                        <a:rPr lang="en-US" sz="1300">
                          <a:effectLst/>
                        </a:rPr>
                        <a:t>1</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971189467"/>
                  </a:ext>
                </a:extLst>
              </a:tr>
              <a:tr h="569311">
                <a:tc>
                  <a:txBody>
                    <a:bodyPr/>
                    <a:lstStyle/>
                    <a:p>
                      <a:pPr algn="just">
                        <a:lnSpc>
                          <a:spcPct val="150000"/>
                        </a:lnSpc>
                        <a:spcBef>
                          <a:spcPts val="600"/>
                        </a:spcBef>
                        <a:buNone/>
                      </a:pPr>
                      <a:r>
                        <a:rPr lang="en-US" sz="1300">
                          <a:effectLst/>
                        </a:rPr>
                        <a:t>Mua hàng</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600"/>
                        </a:spcBef>
                        <a:buNone/>
                      </a:pPr>
                      <a:r>
                        <a:rPr lang="en-US" sz="1300">
                          <a:effectLst/>
                        </a:rPr>
                        <a:t>21</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600"/>
                        </a:spcBef>
                        <a:buNone/>
                      </a:pPr>
                      <a:r>
                        <a:rPr lang="en-US" sz="1300">
                          <a:effectLst/>
                        </a:rPr>
                        <a:t>14</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600"/>
                        </a:spcBef>
                        <a:buNone/>
                      </a:pPr>
                      <a:r>
                        <a:rPr lang="en-US" sz="1300">
                          <a:effectLst/>
                        </a:rPr>
                        <a:t>7</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90270825"/>
                  </a:ext>
                </a:extLst>
              </a:tr>
              <a:tr h="569311">
                <a:tc>
                  <a:txBody>
                    <a:bodyPr/>
                    <a:lstStyle/>
                    <a:p>
                      <a:pPr algn="just">
                        <a:lnSpc>
                          <a:spcPct val="150000"/>
                        </a:lnSpc>
                        <a:spcBef>
                          <a:spcPts val="600"/>
                        </a:spcBef>
                        <a:buNone/>
                      </a:pPr>
                      <a:r>
                        <a:rPr lang="en-US" sz="1300">
                          <a:effectLst/>
                        </a:rPr>
                        <a:t>TỔNG</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600"/>
                        </a:spcBef>
                        <a:buNone/>
                      </a:pPr>
                      <a:r>
                        <a:rPr lang="en-US" sz="1300">
                          <a:effectLst/>
                        </a:rPr>
                        <a:t>68</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600"/>
                        </a:spcBef>
                        <a:buNone/>
                      </a:pPr>
                      <a:r>
                        <a:rPr lang="en-US" sz="1300">
                          <a:effectLst/>
                        </a:rPr>
                        <a:t>57</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600"/>
                        </a:spcBef>
                        <a:buNone/>
                      </a:pPr>
                      <a:r>
                        <a:rPr lang="en-US" sz="1300" dirty="0">
                          <a:effectLst/>
                        </a:rPr>
                        <a:t>11</a:t>
                      </a:r>
                      <a:endParaRPr lang="en-US" sz="13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51952050"/>
                  </a:ext>
                </a:extLst>
              </a:tr>
            </a:tbl>
          </a:graphicData>
        </a:graphic>
      </p:graphicFrame>
    </p:spTree>
    <p:extLst>
      <p:ext uri="{BB962C8B-B14F-4D97-AF65-F5344CB8AC3E}">
        <p14:creationId xmlns:p14="http://schemas.microsoft.com/office/powerpoint/2010/main" val="173482862"/>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Effect transition="in" filter="barn(inVertical)">
                                      <p:cBhvr>
                                        <p:cTn id="7" dur="500"/>
                                        <p:tgtEl>
                                          <p:spTgt spid="81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heel(1)">
                                      <p:cBhvr>
                                        <p:cTn id="12"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6803F6-ECCB-4BDE-CC06-C00937C036A1}"/>
            </a:ext>
          </a:extLst>
        </p:cNvPr>
        <p:cNvGrpSpPr/>
        <p:nvPr/>
      </p:nvGrpSpPr>
      <p:grpSpPr>
        <a:xfrm>
          <a:off x="0" y="0"/>
          <a:ext cx="0" cy="0"/>
          <a:chOff x="0" y="0"/>
          <a:chExt cx="0" cy="0"/>
        </a:xfrm>
      </p:grpSpPr>
      <p:sp>
        <p:nvSpPr>
          <p:cNvPr id="19458" name="Slide Number Placeholder 5">
            <a:extLst>
              <a:ext uri="{FF2B5EF4-FFF2-40B4-BE49-F238E27FC236}">
                <a16:creationId xmlns:a16="http://schemas.microsoft.com/office/drawing/2014/main" id="{2EB78894-7E10-D062-B434-54AADFE8B3EE}"/>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Verdana" panose="020B0604030504040204" pitchFamily="34" charset="0"/>
              </a:defRPr>
            </a:lvl1pPr>
            <a:lvl2pPr marL="742950" indent="-285750">
              <a:spcBef>
                <a:spcPct val="20000"/>
              </a:spcBef>
              <a:buChar char="–"/>
              <a:defRPr sz="2800">
                <a:solidFill>
                  <a:schemeClr val="tx1"/>
                </a:solidFill>
                <a:latin typeface="Verdana" panose="020B0604030504040204" pitchFamily="34" charset="0"/>
              </a:defRPr>
            </a:lvl2pPr>
            <a:lvl3pPr marL="1143000" indent="-228600">
              <a:spcBef>
                <a:spcPct val="20000"/>
              </a:spcBef>
              <a:buChar char="•"/>
              <a:defRPr sz="2400">
                <a:solidFill>
                  <a:schemeClr val="tx1"/>
                </a:solidFill>
                <a:latin typeface="Verdana" panose="020B0604030504040204" pitchFamily="34" charset="0"/>
              </a:defRPr>
            </a:lvl3pPr>
            <a:lvl4pPr marL="1600200" indent="-228600">
              <a:spcBef>
                <a:spcPct val="20000"/>
              </a:spcBef>
              <a:buChar char="–"/>
              <a:defRPr sz="2000">
                <a:solidFill>
                  <a:schemeClr val="tx1"/>
                </a:solidFill>
                <a:latin typeface="Verdana" panose="020B0604030504040204" pitchFamily="34" charset="0"/>
              </a:defRPr>
            </a:lvl4pPr>
            <a:lvl5pPr marL="2057400" indent="-228600">
              <a:spcBef>
                <a:spcPct val="20000"/>
              </a:spcBef>
              <a:buChar char="»"/>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Verdana" panose="020B0604030504040204" pitchFamily="34" charset="0"/>
              </a:defRPr>
            </a:lvl9pPr>
          </a:lstStyle>
          <a:p>
            <a:pPr>
              <a:spcBef>
                <a:spcPct val="0"/>
              </a:spcBef>
              <a:buFontTx/>
              <a:buNone/>
            </a:pPr>
            <a:fld id="{7A12D7E3-E12C-46AD-95DA-2B3BA076F846}" type="slidenum">
              <a:rPr lang="en-US" altLang="en-US" sz="1400"/>
              <a:t>11</a:t>
            </a:fld>
            <a:endParaRPr lang="en-US" altLang="en-US" sz="1400"/>
          </a:p>
        </p:txBody>
      </p:sp>
      <p:sp>
        <p:nvSpPr>
          <p:cNvPr id="2" name="Rectangle 2">
            <a:extLst>
              <a:ext uri="{FF2B5EF4-FFF2-40B4-BE49-F238E27FC236}">
                <a16:creationId xmlns:a16="http://schemas.microsoft.com/office/drawing/2014/main" id="{6B6457A0-A5D2-2135-C7CA-BE71E54D625F}"/>
              </a:ext>
            </a:extLst>
          </p:cNvPr>
          <p:cNvSpPr>
            <a:spLocks noGrp="1" noChangeArrowheads="1"/>
          </p:cNvSpPr>
          <p:nvPr>
            <p:ph type="title"/>
          </p:nvPr>
        </p:nvSpPr>
        <p:spPr>
          <a:xfrm>
            <a:off x="906236" y="144624"/>
            <a:ext cx="8077200" cy="609600"/>
          </a:xfrm>
        </p:spPr>
        <p:txBody>
          <a:bodyPr>
            <a:normAutofit/>
          </a:bodyPr>
          <a:lstStyle/>
          <a:p>
            <a:pPr>
              <a:defRPr/>
            </a:pPr>
            <a:r>
              <a:rPr lang="en-US" altLang="en-US" b="1" dirty="0" err="1">
                <a:latin typeface="Arial" panose="020B0604020202020204" pitchFamily="34" charset="0"/>
                <a:cs typeface="Arial" panose="020B0604020202020204" pitchFamily="34" charset="0"/>
              </a:rPr>
              <a:t>Triển</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khai</a:t>
            </a:r>
            <a:r>
              <a:rPr lang="en-US" altLang="en-US" b="1" dirty="0">
                <a:latin typeface="Arial" panose="020B0604020202020204" pitchFamily="34" charset="0"/>
                <a:cs typeface="Arial" panose="020B0604020202020204" pitchFamily="34" charset="0"/>
              </a:rPr>
              <a:t> &amp; </a:t>
            </a:r>
            <a:r>
              <a:rPr lang="en-US" altLang="en-US" b="1" dirty="0" err="1">
                <a:latin typeface="Arial" panose="020B0604020202020204" pitchFamily="34" charset="0"/>
                <a:cs typeface="Arial" panose="020B0604020202020204" pitchFamily="34" charset="0"/>
              </a:rPr>
              <a:t>thực</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nghiệm</a:t>
            </a:r>
            <a:endParaRPr lang="en-US" altLang="en-US" b="1" dirty="0">
              <a:latin typeface="Arial" panose="020B0604020202020204" pitchFamily="34" charset="0"/>
              <a:cs typeface="Arial" panose="020B0604020202020204" pitchFamily="34" charset="0"/>
            </a:endParaRPr>
          </a:p>
        </p:txBody>
      </p:sp>
      <p:sp>
        <p:nvSpPr>
          <p:cNvPr id="8195" name="Rectangle 3">
            <a:extLst>
              <a:ext uri="{FF2B5EF4-FFF2-40B4-BE49-F238E27FC236}">
                <a16:creationId xmlns:a16="http://schemas.microsoft.com/office/drawing/2014/main" id="{22C48A8A-E865-2A30-F508-CD1D02D1E837}"/>
              </a:ext>
            </a:extLst>
          </p:cNvPr>
          <p:cNvSpPr>
            <a:spLocks noGrp="1" noChangeArrowheads="1"/>
          </p:cNvSpPr>
          <p:nvPr>
            <p:ph type="body" idx="1"/>
          </p:nvPr>
        </p:nvSpPr>
        <p:spPr>
          <a:xfrm>
            <a:off x="585817" y="1085496"/>
            <a:ext cx="4974156" cy="4863359"/>
          </a:xfrm>
        </p:spPr>
        <p:txBody>
          <a:bodyPr>
            <a:normAutofit/>
          </a:bodyPr>
          <a:lstStyle/>
          <a:p>
            <a:pPr marL="0" indent="0" algn="just">
              <a:lnSpc>
                <a:spcPct val="150000"/>
              </a:lnSpc>
              <a:spcBef>
                <a:spcPts val="0"/>
              </a:spcBef>
              <a:buNone/>
              <a:defRPr/>
            </a:pPr>
            <a:r>
              <a:rPr lang="vi-VN" altLang="en-US" sz="2000" dirty="0">
                <a:latin typeface="Arial" panose="020B0604020202020204" pitchFamily="34" charset="0"/>
                <a:cs typeface="Arial" panose="020B0604020202020204" pitchFamily="34" charset="0"/>
              </a:rPr>
              <a:t>AI được sử dụng để:</a:t>
            </a:r>
            <a:endParaRPr lang="en-US" altLang="en-US" sz="2000" dirty="0">
              <a:latin typeface="Arial" panose="020B0604020202020204" pitchFamily="34" charset="0"/>
              <a:cs typeface="Arial" panose="020B0604020202020204" pitchFamily="34" charset="0"/>
            </a:endParaRPr>
          </a:p>
          <a:p>
            <a:pPr algn="just">
              <a:lnSpc>
                <a:spcPct val="150000"/>
              </a:lnSpc>
              <a:spcBef>
                <a:spcPts val="0"/>
              </a:spcBef>
              <a:defRPr/>
            </a:pPr>
            <a:r>
              <a:rPr lang="vi-VN" altLang="en-US" sz="2000" dirty="0">
                <a:latin typeface="Arial" panose="020B0604020202020204" pitchFamily="34" charset="0"/>
                <a:cs typeface="Arial" panose="020B0604020202020204" pitchFamily="34" charset="0"/>
              </a:rPr>
              <a:t>Sinh test case từ Use Case</a:t>
            </a:r>
            <a:endParaRPr lang="en-US" altLang="en-US" sz="2000" dirty="0">
              <a:latin typeface="Arial" panose="020B0604020202020204" pitchFamily="34" charset="0"/>
              <a:cs typeface="Arial" panose="020B0604020202020204" pitchFamily="34" charset="0"/>
            </a:endParaRPr>
          </a:p>
          <a:p>
            <a:pPr algn="just">
              <a:lnSpc>
                <a:spcPct val="150000"/>
              </a:lnSpc>
              <a:spcBef>
                <a:spcPts val="0"/>
              </a:spcBef>
              <a:defRPr/>
            </a:pPr>
            <a:r>
              <a:rPr lang="vi-VN" altLang="en-US" sz="2000" dirty="0">
                <a:latin typeface="Arial" panose="020B0604020202020204" pitchFamily="34" charset="0"/>
                <a:cs typeface="Arial" panose="020B0604020202020204" pitchFamily="34" charset="0"/>
              </a:rPr>
              <a:t>Sinh test script theo keyword-driven</a:t>
            </a:r>
            <a:endParaRPr lang="en-US" altLang="en-US" sz="2000" dirty="0">
              <a:latin typeface="Arial" panose="020B0604020202020204" pitchFamily="34" charset="0"/>
              <a:cs typeface="Arial" panose="020B0604020202020204" pitchFamily="34" charset="0"/>
            </a:endParaRPr>
          </a:p>
          <a:p>
            <a:pPr marL="0" indent="0" algn="just">
              <a:lnSpc>
                <a:spcPct val="150000"/>
              </a:lnSpc>
              <a:spcBef>
                <a:spcPts val="0"/>
              </a:spcBef>
              <a:buNone/>
              <a:defRPr/>
            </a:pPr>
            <a:endParaRPr lang="en-US" altLang="en-US" sz="2000" dirty="0">
              <a:latin typeface="Arial" panose="020B0604020202020204" pitchFamily="34" charset="0"/>
              <a:cs typeface="Arial" panose="020B0604020202020204" pitchFamily="34" charset="0"/>
            </a:endParaRPr>
          </a:p>
          <a:p>
            <a:pPr marL="0" indent="0" algn="just">
              <a:lnSpc>
                <a:spcPct val="150000"/>
              </a:lnSpc>
              <a:spcBef>
                <a:spcPts val="0"/>
              </a:spcBef>
              <a:buNone/>
              <a:defRPr/>
            </a:pPr>
            <a:r>
              <a:rPr lang="vi-VN" altLang="en-US" sz="2000" dirty="0">
                <a:latin typeface="Arial" panose="020B0604020202020204" pitchFamily="34" charset="0"/>
                <a:cs typeface="Arial" panose="020B0604020202020204" pitchFamily="34" charset="0"/>
              </a:rPr>
              <a:t>Hệ thống thực hiện:</a:t>
            </a:r>
            <a:endParaRPr lang="en-US" altLang="en-US" sz="2000" dirty="0">
              <a:latin typeface="Arial" panose="020B0604020202020204" pitchFamily="34" charset="0"/>
              <a:cs typeface="Arial" panose="020B0604020202020204" pitchFamily="34" charset="0"/>
            </a:endParaRPr>
          </a:p>
          <a:p>
            <a:pPr algn="just">
              <a:lnSpc>
                <a:spcPct val="150000"/>
              </a:lnSpc>
              <a:spcBef>
                <a:spcPts val="0"/>
              </a:spcBef>
              <a:defRPr/>
            </a:pPr>
            <a:r>
              <a:rPr lang="vi-VN" altLang="en-US" sz="2000" dirty="0">
                <a:latin typeface="Arial" panose="020B0604020202020204" pitchFamily="34" charset="0"/>
                <a:cs typeface="Arial" panose="020B0604020202020204" pitchFamily="34" charset="0"/>
              </a:rPr>
              <a:t>Mapping keyword</a:t>
            </a:r>
            <a:r>
              <a:rPr lang="en-US" altLang="en-US" sz="2000" dirty="0">
                <a:latin typeface="Arial" panose="020B0604020202020204" pitchFamily="34" charset="0"/>
                <a:cs typeface="Arial" panose="020B0604020202020204" pitchFamily="34" charset="0"/>
              </a:rPr>
              <a:t>, locator, </a:t>
            </a:r>
            <a:r>
              <a:rPr lang="en-US" altLang="en-US" sz="2000" dirty="0" err="1">
                <a:latin typeface="Arial" panose="020B0604020202020204" pitchFamily="34" charset="0"/>
                <a:cs typeface="Arial" panose="020B0604020202020204" pitchFamily="34" charset="0"/>
              </a:rPr>
              <a:t>sinh</a:t>
            </a:r>
            <a:r>
              <a:rPr lang="en-US" altLang="en-US" sz="2000" dirty="0">
                <a:latin typeface="Arial" panose="020B0604020202020204" pitchFamily="34" charset="0"/>
                <a:cs typeface="Arial" panose="020B0604020202020204" pitchFamily="34" charset="0"/>
              </a:rPr>
              <a:t> data</a:t>
            </a:r>
          </a:p>
          <a:p>
            <a:pPr algn="just">
              <a:lnSpc>
                <a:spcPct val="150000"/>
              </a:lnSpc>
              <a:spcBef>
                <a:spcPts val="0"/>
              </a:spcBef>
              <a:defRPr/>
            </a:pPr>
            <a:r>
              <a:rPr lang="vi-VN" altLang="en-US" sz="2000" dirty="0">
                <a:latin typeface="Arial" panose="020B0604020202020204" pitchFamily="34" charset="0"/>
                <a:cs typeface="Arial" panose="020B0604020202020204" pitchFamily="34" charset="0"/>
              </a:rPr>
              <a:t>Thực thi bằng Selenium + Pytest</a:t>
            </a:r>
            <a:endParaRPr lang="en-US" altLang="en-US" sz="2000" dirty="0">
              <a:latin typeface="Arial" panose="020B0604020202020204" pitchFamily="34" charset="0"/>
              <a:cs typeface="Arial" panose="020B0604020202020204" pitchFamily="34" charset="0"/>
            </a:endParaRPr>
          </a:p>
          <a:p>
            <a:pPr algn="just">
              <a:lnSpc>
                <a:spcPct val="150000"/>
              </a:lnSpc>
              <a:spcBef>
                <a:spcPts val="0"/>
              </a:spcBef>
              <a:defRPr/>
            </a:pPr>
            <a:r>
              <a:rPr lang="en-US" altLang="en-US" sz="2000" dirty="0">
                <a:latin typeface="Arial" panose="020B0604020202020204" pitchFamily="34" charset="0"/>
                <a:cs typeface="Arial" panose="020B0604020202020204" pitchFamily="34" charset="0"/>
              </a:rPr>
              <a:t>Xuất </a:t>
            </a:r>
            <a:r>
              <a:rPr lang="en-US" altLang="en-US" sz="2000" dirty="0" err="1">
                <a:latin typeface="Arial" panose="020B0604020202020204" pitchFamily="34" charset="0"/>
                <a:cs typeface="Arial" panose="020B0604020202020204" pitchFamily="34" charset="0"/>
              </a:rPr>
              <a:t>báo</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cáo</a:t>
            </a:r>
            <a:r>
              <a:rPr lang="en-US" altLang="en-US" sz="2000" dirty="0">
                <a:latin typeface="Arial" panose="020B0604020202020204" pitchFamily="34" charset="0"/>
                <a:cs typeface="Arial" panose="020B0604020202020204" pitchFamily="34" charset="0"/>
              </a:rPr>
              <a:t> HTML</a:t>
            </a:r>
          </a:p>
        </p:txBody>
      </p:sp>
      <p:sp>
        <p:nvSpPr>
          <p:cNvPr id="3" name="TextBox 2">
            <a:extLst>
              <a:ext uri="{FF2B5EF4-FFF2-40B4-BE49-F238E27FC236}">
                <a16:creationId xmlns:a16="http://schemas.microsoft.com/office/drawing/2014/main" id="{A6C129EA-9DDF-7CBC-D14E-814EFFD5AF2B}"/>
              </a:ext>
            </a:extLst>
          </p:cNvPr>
          <p:cNvSpPr txBox="1"/>
          <p:nvPr/>
        </p:nvSpPr>
        <p:spPr>
          <a:xfrm>
            <a:off x="6912898" y="5656467"/>
            <a:ext cx="4553594" cy="338554"/>
          </a:xfrm>
          <a:prstGeom prst="rect">
            <a:avLst/>
          </a:prstGeom>
          <a:noFill/>
        </p:spPr>
        <p:txBody>
          <a:bodyPr wrap="square" rtlCol="0">
            <a:spAutoFit/>
          </a:bodyPr>
          <a:lstStyle/>
          <a:p>
            <a:pPr algn="ctr"/>
            <a:r>
              <a:rPr lang="en-GB" sz="1600" dirty="0" err="1">
                <a:latin typeface="Arial" panose="020B0604020202020204" pitchFamily="34" charset="0"/>
                <a:cs typeface="Arial" panose="020B0604020202020204" pitchFamily="34" charset="0"/>
              </a:rPr>
              <a:t>Hình</a:t>
            </a:r>
            <a:r>
              <a:rPr lang="en-GB" sz="1600" dirty="0">
                <a:latin typeface="Arial" panose="020B0604020202020204" pitchFamily="34" charset="0"/>
                <a:cs typeface="Arial" panose="020B0604020202020204" pitchFamily="34" charset="0"/>
              </a:rPr>
              <a:t> 5. </a:t>
            </a:r>
            <a:r>
              <a:rPr lang="en-GB" sz="1600" dirty="0" err="1">
                <a:latin typeface="Arial" panose="020B0604020202020204" pitchFamily="34" charset="0"/>
                <a:cs typeface="Arial" panose="020B0604020202020204" pitchFamily="34" charset="0"/>
              </a:rPr>
              <a:t>Mô</a:t>
            </a:r>
            <a:r>
              <a:rPr lang="en-GB" sz="1600" dirty="0">
                <a:latin typeface="Arial" panose="020B0604020202020204" pitchFamily="34" charset="0"/>
                <a:cs typeface="Arial" panose="020B0604020202020204" pitchFamily="34" charset="0"/>
              </a:rPr>
              <a:t> </a:t>
            </a:r>
            <a:r>
              <a:rPr lang="en-GB" sz="1600" dirty="0" err="1">
                <a:latin typeface="Arial" panose="020B0604020202020204" pitchFamily="34" charset="0"/>
                <a:cs typeface="Arial" panose="020B0604020202020204" pitchFamily="34" charset="0"/>
              </a:rPr>
              <a:t>hình</a:t>
            </a:r>
            <a:r>
              <a:rPr lang="en-GB" sz="1600" dirty="0">
                <a:latin typeface="Arial" panose="020B0604020202020204" pitchFamily="34" charset="0"/>
                <a:cs typeface="Arial" panose="020B0604020202020204" pitchFamily="34" charset="0"/>
              </a:rPr>
              <a:t> </a:t>
            </a:r>
            <a:r>
              <a:rPr lang="en-GB" sz="1600" dirty="0" err="1">
                <a:latin typeface="Arial" panose="020B0604020202020204" pitchFamily="34" charset="0"/>
                <a:cs typeface="Arial" panose="020B0604020202020204" pitchFamily="34" charset="0"/>
              </a:rPr>
              <a:t>tổng</a:t>
            </a:r>
            <a:r>
              <a:rPr lang="en-GB" sz="1600" dirty="0">
                <a:latin typeface="Arial" panose="020B0604020202020204" pitchFamily="34" charset="0"/>
                <a:cs typeface="Arial" panose="020B0604020202020204" pitchFamily="34" charset="0"/>
              </a:rPr>
              <a:t> </a:t>
            </a:r>
            <a:r>
              <a:rPr lang="en-GB" sz="1600" dirty="0" err="1">
                <a:latin typeface="Arial" panose="020B0604020202020204" pitchFamily="34" charset="0"/>
                <a:cs typeface="Arial" panose="020B0604020202020204" pitchFamily="34" charset="0"/>
              </a:rPr>
              <a:t>thể</a:t>
            </a:r>
            <a:r>
              <a:rPr lang="en-GB" sz="1600" dirty="0">
                <a:latin typeface="Arial" panose="020B0604020202020204" pitchFamily="34" charset="0"/>
                <a:cs typeface="Arial" panose="020B0604020202020204" pitchFamily="34" charset="0"/>
              </a:rPr>
              <a:t> </a:t>
            </a:r>
            <a:r>
              <a:rPr lang="en-GB" sz="1600" dirty="0" err="1">
                <a:latin typeface="Arial" panose="020B0604020202020204" pitchFamily="34" charset="0"/>
                <a:cs typeface="Arial" panose="020B0604020202020204" pitchFamily="34" charset="0"/>
              </a:rPr>
              <a:t>sinh</a:t>
            </a:r>
            <a:r>
              <a:rPr lang="en-GB" sz="1600" dirty="0">
                <a:latin typeface="Arial" panose="020B0604020202020204" pitchFamily="34" charset="0"/>
                <a:cs typeface="Arial" panose="020B0604020202020204" pitchFamily="34" charset="0"/>
              </a:rPr>
              <a:t> Test Case </a:t>
            </a:r>
            <a:r>
              <a:rPr lang="en-GB" sz="1600" dirty="0" err="1">
                <a:latin typeface="Arial" panose="020B0604020202020204" pitchFamily="34" charset="0"/>
                <a:cs typeface="Arial" panose="020B0604020202020204" pitchFamily="34" charset="0"/>
              </a:rPr>
              <a:t>từ</a:t>
            </a:r>
            <a:r>
              <a:rPr lang="en-GB" sz="1600" dirty="0">
                <a:latin typeface="Arial" panose="020B0604020202020204" pitchFamily="34" charset="0"/>
                <a:cs typeface="Arial" panose="020B0604020202020204" pitchFamily="34" charset="0"/>
              </a:rPr>
              <a:t> AI</a:t>
            </a:r>
            <a:endParaRPr lang="en-US" sz="1600"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BF4DBC5A-B54A-703F-6E3F-A41B9776FA3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26173" y="1085496"/>
            <a:ext cx="1914525" cy="4391025"/>
          </a:xfrm>
          <a:prstGeom prst="rect">
            <a:avLst/>
          </a:prstGeom>
        </p:spPr>
      </p:pic>
    </p:spTree>
    <p:extLst>
      <p:ext uri="{BB962C8B-B14F-4D97-AF65-F5344CB8AC3E}">
        <p14:creationId xmlns:p14="http://schemas.microsoft.com/office/powerpoint/2010/main" val="1487256777"/>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down)">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nodeType="clickEffect">
                                  <p:stCondLst>
                                    <p:cond delay="0"/>
                                  </p:stCondLst>
                                  <p:childTnLst>
                                    <p:set>
                                      <p:cBhvr>
                                        <p:cTn id="14" dur="1" fill="hold">
                                          <p:stCondLst>
                                            <p:cond delay="0"/>
                                          </p:stCondLst>
                                        </p:cTn>
                                        <p:tgtEl>
                                          <p:spTgt spid="8195">
                                            <p:txEl>
                                              <p:pRg st="0" end="0"/>
                                            </p:txEl>
                                          </p:spTgt>
                                        </p:tgtEl>
                                        <p:attrNameLst>
                                          <p:attrName>style.visibility</p:attrName>
                                        </p:attrNameLst>
                                      </p:cBhvr>
                                      <p:to>
                                        <p:strVal val="visible"/>
                                      </p:to>
                                    </p:set>
                                    <p:animEffect transition="in" filter="fade">
                                      <p:cBhvr>
                                        <p:cTn id="15" dur="1000"/>
                                        <p:tgtEl>
                                          <p:spTgt spid="8195">
                                            <p:txEl>
                                              <p:pRg st="0" end="0"/>
                                            </p:txEl>
                                          </p:spTgt>
                                        </p:tgtEl>
                                      </p:cBhvr>
                                    </p:animEffect>
                                    <p:anim calcmode="lin" valueType="num">
                                      <p:cBhvr>
                                        <p:cTn id="16" dur="1000" fill="hold"/>
                                        <p:tgtEl>
                                          <p:spTgt spid="8195">
                                            <p:txEl>
                                              <p:pRg st="0" end="0"/>
                                            </p:txEl>
                                          </p:spTgt>
                                        </p:tgtEl>
                                        <p:attrNameLst>
                                          <p:attrName>ppt_x</p:attrName>
                                        </p:attrNameLst>
                                      </p:cBhvr>
                                      <p:tavLst>
                                        <p:tav tm="0">
                                          <p:val>
                                            <p:strVal val="#ppt_x"/>
                                          </p:val>
                                        </p:tav>
                                        <p:tav tm="100000">
                                          <p:val>
                                            <p:strVal val="#ppt_x"/>
                                          </p:val>
                                        </p:tav>
                                      </p:tavLst>
                                    </p:anim>
                                    <p:anim calcmode="lin" valueType="num">
                                      <p:cBhvr>
                                        <p:cTn id="17" dur="1000" fill="hold"/>
                                        <p:tgtEl>
                                          <p:spTgt spid="8195">
                                            <p:txEl>
                                              <p:pRg st="0" end="0"/>
                                            </p:txEl>
                                          </p:spTgt>
                                        </p:tgtEl>
                                        <p:attrNameLst>
                                          <p:attrName>ppt_y</p:attrName>
                                        </p:attrNameLst>
                                      </p:cBhvr>
                                      <p:tavLst>
                                        <p:tav tm="0">
                                          <p:val>
                                            <p:strVal val="#ppt_y+.1"/>
                                          </p:val>
                                        </p:tav>
                                        <p:tav tm="100000">
                                          <p:val>
                                            <p:strVal val="#ppt_y"/>
                                          </p:val>
                                        </p:tav>
                                      </p:tavLst>
                                    </p:anim>
                                  </p:childTnLst>
                                </p:cTn>
                              </p:par>
                              <p:par>
                                <p:cTn id="18" presetID="42" presetClass="entr" presetSubtype="0" fill="hold" nodeType="withEffect">
                                  <p:stCondLst>
                                    <p:cond delay="0"/>
                                  </p:stCondLst>
                                  <p:childTnLst>
                                    <p:set>
                                      <p:cBhvr>
                                        <p:cTn id="19" dur="1" fill="hold">
                                          <p:stCondLst>
                                            <p:cond delay="0"/>
                                          </p:stCondLst>
                                        </p:cTn>
                                        <p:tgtEl>
                                          <p:spTgt spid="8195">
                                            <p:txEl>
                                              <p:pRg st="1" end="1"/>
                                            </p:txEl>
                                          </p:spTgt>
                                        </p:tgtEl>
                                        <p:attrNameLst>
                                          <p:attrName>style.visibility</p:attrName>
                                        </p:attrNameLst>
                                      </p:cBhvr>
                                      <p:to>
                                        <p:strVal val="visible"/>
                                      </p:to>
                                    </p:set>
                                    <p:animEffect transition="in" filter="fade">
                                      <p:cBhvr>
                                        <p:cTn id="20" dur="1000"/>
                                        <p:tgtEl>
                                          <p:spTgt spid="8195">
                                            <p:txEl>
                                              <p:pRg st="1" end="1"/>
                                            </p:txEl>
                                          </p:spTgt>
                                        </p:tgtEl>
                                      </p:cBhvr>
                                    </p:animEffect>
                                    <p:anim calcmode="lin" valueType="num">
                                      <p:cBhvr>
                                        <p:cTn id="21" dur="1000" fill="hold"/>
                                        <p:tgtEl>
                                          <p:spTgt spid="8195">
                                            <p:txEl>
                                              <p:pRg st="1" end="1"/>
                                            </p:txEl>
                                          </p:spTgt>
                                        </p:tgtEl>
                                        <p:attrNameLst>
                                          <p:attrName>ppt_x</p:attrName>
                                        </p:attrNameLst>
                                      </p:cBhvr>
                                      <p:tavLst>
                                        <p:tav tm="0">
                                          <p:val>
                                            <p:strVal val="#ppt_x"/>
                                          </p:val>
                                        </p:tav>
                                        <p:tav tm="100000">
                                          <p:val>
                                            <p:strVal val="#ppt_x"/>
                                          </p:val>
                                        </p:tav>
                                      </p:tavLst>
                                    </p:anim>
                                    <p:anim calcmode="lin" valueType="num">
                                      <p:cBhvr>
                                        <p:cTn id="22" dur="1000" fill="hold"/>
                                        <p:tgtEl>
                                          <p:spTgt spid="8195">
                                            <p:txEl>
                                              <p:pRg st="1" end="1"/>
                                            </p:txEl>
                                          </p:spTgt>
                                        </p:tgtEl>
                                        <p:attrNameLst>
                                          <p:attrName>ppt_y</p:attrName>
                                        </p:attrNameLst>
                                      </p:cBhvr>
                                      <p:tavLst>
                                        <p:tav tm="0">
                                          <p:val>
                                            <p:strVal val="#ppt_y+.1"/>
                                          </p:val>
                                        </p:tav>
                                        <p:tav tm="100000">
                                          <p:val>
                                            <p:strVal val="#ppt_y"/>
                                          </p:val>
                                        </p:tav>
                                      </p:tavLst>
                                    </p:anim>
                                  </p:childTnLst>
                                </p:cTn>
                              </p:par>
                              <p:par>
                                <p:cTn id="23" presetID="42" presetClass="entr" presetSubtype="0" fill="hold" nodeType="withEffect">
                                  <p:stCondLst>
                                    <p:cond delay="0"/>
                                  </p:stCondLst>
                                  <p:childTnLst>
                                    <p:set>
                                      <p:cBhvr>
                                        <p:cTn id="24" dur="1" fill="hold">
                                          <p:stCondLst>
                                            <p:cond delay="0"/>
                                          </p:stCondLst>
                                        </p:cTn>
                                        <p:tgtEl>
                                          <p:spTgt spid="8195">
                                            <p:txEl>
                                              <p:pRg st="2" end="2"/>
                                            </p:txEl>
                                          </p:spTgt>
                                        </p:tgtEl>
                                        <p:attrNameLst>
                                          <p:attrName>style.visibility</p:attrName>
                                        </p:attrNameLst>
                                      </p:cBhvr>
                                      <p:to>
                                        <p:strVal val="visible"/>
                                      </p:to>
                                    </p:set>
                                    <p:animEffect transition="in" filter="fade">
                                      <p:cBhvr>
                                        <p:cTn id="25" dur="1000"/>
                                        <p:tgtEl>
                                          <p:spTgt spid="8195">
                                            <p:txEl>
                                              <p:pRg st="2" end="2"/>
                                            </p:txEl>
                                          </p:spTgt>
                                        </p:tgtEl>
                                      </p:cBhvr>
                                    </p:animEffect>
                                    <p:anim calcmode="lin" valueType="num">
                                      <p:cBhvr>
                                        <p:cTn id="26" dur="1000" fill="hold"/>
                                        <p:tgtEl>
                                          <p:spTgt spid="8195">
                                            <p:txEl>
                                              <p:pRg st="2" end="2"/>
                                            </p:txEl>
                                          </p:spTgt>
                                        </p:tgtEl>
                                        <p:attrNameLst>
                                          <p:attrName>ppt_x</p:attrName>
                                        </p:attrNameLst>
                                      </p:cBhvr>
                                      <p:tavLst>
                                        <p:tav tm="0">
                                          <p:val>
                                            <p:strVal val="#ppt_x"/>
                                          </p:val>
                                        </p:tav>
                                        <p:tav tm="100000">
                                          <p:val>
                                            <p:strVal val="#ppt_x"/>
                                          </p:val>
                                        </p:tav>
                                      </p:tavLst>
                                    </p:anim>
                                    <p:anim calcmode="lin" valueType="num">
                                      <p:cBhvr>
                                        <p:cTn id="27" dur="1000" fill="hold"/>
                                        <p:tgtEl>
                                          <p:spTgt spid="819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nodeType="clickEffect">
                                  <p:stCondLst>
                                    <p:cond delay="0"/>
                                  </p:stCondLst>
                                  <p:childTnLst>
                                    <p:set>
                                      <p:cBhvr>
                                        <p:cTn id="31" dur="1" fill="hold">
                                          <p:stCondLst>
                                            <p:cond delay="0"/>
                                          </p:stCondLst>
                                        </p:cTn>
                                        <p:tgtEl>
                                          <p:spTgt spid="8195">
                                            <p:txEl>
                                              <p:pRg st="4" end="4"/>
                                            </p:txEl>
                                          </p:spTgt>
                                        </p:tgtEl>
                                        <p:attrNameLst>
                                          <p:attrName>style.visibility</p:attrName>
                                        </p:attrNameLst>
                                      </p:cBhvr>
                                      <p:to>
                                        <p:strVal val="visible"/>
                                      </p:to>
                                    </p:set>
                                    <p:animEffect transition="in" filter="fade">
                                      <p:cBhvr>
                                        <p:cTn id="32" dur="1000"/>
                                        <p:tgtEl>
                                          <p:spTgt spid="8195">
                                            <p:txEl>
                                              <p:pRg st="4" end="4"/>
                                            </p:txEl>
                                          </p:spTgt>
                                        </p:tgtEl>
                                      </p:cBhvr>
                                    </p:animEffect>
                                    <p:anim calcmode="lin" valueType="num">
                                      <p:cBhvr>
                                        <p:cTn id="33" dur="1000" fill="hold"/>
                                        <p:tgtEl>
                                          <p:spTgt spid="8195">
                                            <p:txEl>
                                              <p:pRg st="4" end="4"/>
                                            </p:txEl>
                                          </p:spTgt>
                                        </p:tgtEl>
                                        <p:attrNameLst>
                                          <p:attrName>ppt_x</p:attrName>
                                        </p:attrNameLst>
                                      </p:cBhvr>
                                      <p:tavLst>
                                        <p:tav tm="0">
                                          <p:val>
                                            <p:strVal val="#ppt_x"/>
                                          </p:val>
                                        </p:tav>
                                        <p:tav tm="100000">
                                          <p:val>
                                            <p:strVal val="#ppt_x"/>
                                          </p:val>
                                        </p:tav>
                                      </p:tavLst>
                                    </p:anim>
                                    <p:anim calcmode="lin" valueType="num">
                                      <p:cBhvr>
                                        <p:cTn id="34" dur="1000" fill="hold"/>
                                        <p:tgtEl>
                                          <p:spTgt spid="8195">
                                            <p:txEl>
                                              <p:pRg st="4" end="4"/>
                                            </p:txEl>
                                          </p:spTgt>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8195">
                                            <p:txEl>
                                              <p:pRg st="5" end="5"/>
                                            </p:txEl>
                                          </p:spTgt>
                                        </p:tgtEl>
                                        <p:attrNameLst>
                                          <p:attrName>style.visibility</p:attrName>
                                        </p:attrNameLst>
                                      </p:cBhvr>
                                      <p:to>
                                        <p:strVal val="visible"/>
                                      </p:to>
                                    </p:set>
                                    <p:animEffect transition="in" filter="fade">
                                      <p:cBhvr>
                                        <p:cTn id="37" dur="1000"/>
                                        <p:tgtEl>
                                          <p:spTgt spid="8195">
                                            <p:txEl>
                                              <p:pRg st="5" end="5"/>
                                            </p:txEl>
                                          </p:spTgt>
                                        </p:tgtEl>
                                      </p:cBhvr>
                                    </p:animEffect>
                                    <p:anim calcmode="lin" valueType="num">
                                      <p:cBhvr>
                                        <p:cTn id="38" dur="1000" fill="hold"/>
                                        <p:tgtEl>
                                          <p:spTgt spid="8195">
                                            <p:txEl>
                                              <p:pRg st="5" end="5"/>
                                            </p:txEl>
                                          </p:spTgt>
                                        </p:tgtEl>
                                        <p:attrNameLst>
                                          <p:attrName>ppt_x</p:attrName>
                                        </p:attrNameLst>
                                      </p:cBhvr>
                                      <p:tavLst>
                                        <p:tav tm="0">
                                          <p:val>
                                            <p:strVal val="#ppt_x"/>
                                          </p:val>
                                        </p:tav>
                                        <p:tav tm="100000">
                                          <p:val>
                                            <p:strVal val="#ppt_x"/>
                                          </p:val>
                                        </p:tav>
                                      </p:tavLst>
                                    </p:anim>
                                    <p:anim calcmode="lin" valueType="num">
                                      <p:cBhvr>
                                        <p:cTn id="39" dur="1000" fill="hold"/>
                                        <p:tgtEl>
                                          <p:spTgt spid="8195">
                                            <p:txEl>
                                              <p:pRg st="5" end="5"/>
                                            </p:txEl>
                                          </p:spTgt>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8195">
                                            <p:txEl>
                                              <p:pRg st="6" end="6"/>
                                            </p:txEl>
                                          </p:spTgt>
                                        </p:tgtEl>
                                        <p:attrNameLst>
                                          <p:attrName>style.visibility</p:attrName>
                                        </p:attrNameLst>
                                      </p:cBhvr>
                                      <p:to>
                                        <p:strVal val="visible"/>
                                      </p:to>
                                    </p:set>
                                    <p:animEffect transition="in" filter="fade">
                                      <p:cBhvr>
                                        <p:cTn id="42" dur="1000"/>
                                        <p:tgtEl>
                                          <p:spTgt spid="8195">
                                            <p:txEl>
                                              <p:pRg st="6" end="6"/>
                                            </p:txEl>
                                          </p:spTgt>
                                        </p:tgtEl>
                                      </p:cBhvr>
                                    </p:animEffect>
                                    <p:anim calcmode="lin" valueType="num">
                                      <p:cBhvr>
                                        <p:cTn id="43" dur="1000" fill="hold"/>
                                        <p:tgtEl>
                                          <p:spTgt spid="8195">
                                            <p:txEl>
                                              <p:pRg st="6" end="6"/>
                                            </p:txEl>
                                          </p:spTgt>
                                        </p:tgtEl>
                                        <p:attrNameLst>
                                          <p:attrName>ppt_x</p:attrName>
                                        </p:attrNameLst>
                                      </p:cBhvr>
                                      <p:tavLst>
                                        <p:tav tm="0">
                                          <p:val>
                                            <p:strVal val="#ppt_x"/>
                                          </p:val>
                                        </p:tav>
                                        <p:tav tm="100000">
                                          <p:val>
                                            <p:strVal val="#ppt_x"/>
                                          </p:val>
                                        </p:tav>
                                      </p:tavLst>
                                    </p:anim>
                                    <p:anim calcmode="lin" valueType="num">
                                      <p:cBhvr>
                                        <p:cTn id="44" dur="1000" fill="hold"/>
                                        <p:tgtEl>
                                          <p:spTgt spid="8195">
                                            <p:txEl>
                                              <p:pRg st="6" end="6"/>
                                            </p:txEl>
                                          </p:spTgt>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8195">
                                            <p:txEl>
                                              <p:pRg st="7" end="7"/>
                                            </p:txEl>
                                          </p:spTgt>
                                        </p:tgtEl>
                                        <p:attrNameLst>
                                          <p:attrName>style.visibility</p:attrName>
                                        </p:attrNameLst>
                                      </p:cBhvr>
                                      <p:to>
                                        <p:strVal val="visible"/>
                                      </p:to>
                                    </p:set>
                                    <p:animEffect transition="in" filter="fade">
                                      <p:cBhvr>
                                        <p:cTn id="47" dur="1000"/>
                                        <p:tgtEl>
                                          <p:spTgt spid="8195">
                                            <p:txEl>
                                              <p:pRg st="7" end="7"/>
                                            </p:txEl>
                                          </p:spTgt>
                                        </p:tgtEl>
                                      </p:cBhvr>
                                    </p:animEffect>
                                    <p:anim calcmode="lin" valueType="num">
                                      <p:cBhvr>
                                        <p:cTn id="48" dur="1000" fill="hold"/>
                                        <p:tgtEl>
                                          <p:spTgt spid="8195">
                                            <p:txEl>
                                              <p:pRg st="7" end="7"/>
                                            </p:txEl>
                                          </p:spTgt>
                                        </p:tgtEl>
                                        <p:attrNameLst>
                                          <p:attrName>ppt_x</p:attrName>
                                        </p:attrNameLst>
                                      </p:cBhvr>
                                      <p:tavLst>
                                        <p:tav tm="0">
                                          <p:val>
                                            <p:strVal val="#ppt_x"/>
                                          </p:val>
                                        </p:tav>
                                        <p:tav tm="100000">
                                          <p:val>
                                            <p:strVal val="#ppt_x"/>
                                          </p:val>
                                        </p:tav>
                                      </p:tavLst>
                                    </p:anim>
                                    <p:anim calcmode="lin" valueType="num">
                                      <p:cBhvr>
                                        <p:cTn id="49" dur="1000" fill="hold"/>
                                        <p:tgtEl>
                                          <p:spTgt spid="8195">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A06407-3585-CD48-D3AA-EA217D3797B1}"/>
            </a:ext>
          </a:extLst>
        </p:cNvPr>
        <p:cNvGrpSpPr/>
        <p:nvPr/>
      </p:nvGrpSpPr>
      <p:grpSpPr>
        <a:xfrm>
          <a:off x="0" y="0"/>
          <a:ext cx="0" cy="0"/>
          <a:chOff x="0" y="0"/>
          <a:chExt cx="0" cy="0"/>
        </a:xfrm>
      </p:grpSpPr>
      <p:sp>
        <p:nvSpPr>
          <p:cNvPr id="19458" name="Slide Number Placeholder 5">
            <a:extLst>
              <a:ext uri="{FF2B5EF4-FFF2-40B4-BE49-F238E27FC236}">
                <a16:creationId xmlns:a16="http://schemas.microsoft.com/office/drawing/2014/main" id="{69FC8319-98AC-18D3-9374-44AAA5622545}"/>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Verdana" panose="020B0604030504040204" pitchFamily="34" charset="0"/>
              </a:defRPr>
            </a:lvl1pPr>
            <a:lvl2pPr marL="742950" indent="-285750">
              <a:spcBef>
                <a:spcPct val="20000"/>
              </a:spcBef>
              <a:buChar char="–"/>
              <a:defRPr sz="2800">
                <a:solidFill>
                  <a:schemeClr val="tx1"/>
                </a:solidFill>
                <a:latin typeface="Verdana" panose="020B0604030504040204" pitchFamily="34" charset="0"/>
              </a:defRPr>
            </a:lvl2pPr>
            <a:lvl3pPr marL="1143000" indent="-228600">
              <a:spcBef>
                <a:spcPct val="20000"/>
              </a:spcBef>
              <a:buChar char="•"/>
              <a:defRPr sz="2400">
                <a:solidFill>
                  <a:schemeClr val="tx1"/>
                </a:solidFill>
                <a:latin typeface="Verdana" panose="020B0604030504040204" pitchFamily="34" charset="0"/>
              </a:defRPr>
            </a:lvl3pPr>
            <a:lvl4pPr marL="1600200" indent="-228600">
              <a:spcBef>
                <a:spcPct val="20000"/>
              </a:spcBef>
              <a:buChar char="–"/>
              <a:defRPr sz="2000">
                <a:solidFill>
                  <a:schemeClr val="tx1"/>
                </a:solidFill>
                <a:latin typeface="Verdana" panose="020B0604030504040204" pitchFamily="34" charset="0"/>
              </a:defRPr>
            </a:lvl4pPr>
            <a:lvl5pPr marL="2057400" indent="-228600">
              <a:spcBef>
                <a:spcPct val="20000"/>
              </a:spcBef>
              <a:buChar char="»"/>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Verdana" panose="020B0604030504040204" pitchFamily="34" charset="0"/>
              </a:defRPr>
            </a:lvl9pPr>
          </a:lstStyle>
          <a:p>
            <a:pPr>
              <a:spcBef>
                <a:spcPct val="0"/>
              </a:spcBef>
              <a:buFontTx/>
              <a:buNone/>
            </a:pPr>
            <a:fld id="{7A12D7E3-E12C-46AD-95DA-2B3BA076F846}" type="slidenum">
              <a:rPr lang="en-US" altLang="en-US" sz="1400"/>
              <a:t>12</a:t>
            </a:fld>
            <a:endParaRPr lang="en-US" altLang="en-US" sz="1400"/>
          </a:p>
        </p:txBody>
      </p:sp>
      <p:sp>
        <p:nvSpPr>
          <p:cNvPr id="2" name="Rectangle 2">
            <a:extLst>
              <a:ext uri="{FF2B5EF4-FFF2-40B4-BE49-F238E27FC236}">
                <a16:creationId xmlns:a16="http://schemas.microsoft.com/office/drawing/2014/main" id="{48F439E2-0499-4083-DAAF-228BAF26B655}"/>
              </a:ext>
            </a:extLst>
          </p:cNvPr>
          <p:cNvSpPr>
            <a:spLocks noGrp="1" noChangeArrowheads="1"/>
          </p:cNvSpPr>
          <p:nvPr>
            <p:ph type="title"/>
          </p:nvPr>
        </p:nvSpPr>
        <p:spPr>
          <a:xfrm>
            <a:off x="906236" y="144624"/>
            <a:ext cx="8077200" cy="609600"/>
          </a:xfrm>
        </p:spPr>
        <p:txBody>
          <a:bodyPr>
            <a:normAutofit/>
          </a:bodyPr>
          <a:lstStyle/>
          <a:p>
            <a:pPr>
              <a:defRPr/>
            </a:pPr>
            <a:r>
              <a:rPr lang="en-US" altLang="en-US" b="1" dirty="0" err="1">
                <a:latin typeface="Arial" panose="020B0604020202020204" pitchFamily="34" charset="0"/>
                <a:cs typeface="Arial" panose="020B0604020202020204" pitchFamily="34" charset="0"/>
              </a:rPr>
              <a:t>Triển</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khai</a:t>
            </a:r>
            <a:r>
              <a:rPr lang="en-US" altLang="en-US" b="1" dirty="0">
                <a:latin typeface="Arial" panose="020B0604020202020204" pitchFamily="34" charset="0"/>
                <a:cs typeface="Arial" panose="020B0604020202020204" pitchFamily="34" charset="0"/>
              </a:rPr>
              <a:t> &amp; </a:t>
            </a:r>
            <a:r>
              <a:rPr lang="en-US" altLang="en-US" b="1" dirty="0" err="1">
                <a:latin typeface="Arial" panose="020B0604020202020204" pitchFamily="34" charset="0"/>
                <a:cs typeface="Arial" panose="020B0604020202020204" pitchFamily="34" charset="0"/>
              </a:rPr>
              <a:t>thực</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nghiệm</a:t>
            </a:r>
            <a:endParaRPr lang="en-US" altLang="en-US" b="1" dirty="0">
              <a:latin typeface="Arial" panose="020B0604020202020204" pitchFamily="34" charset="0"/>
              <a:cs typeface="Arial" panose="020B0604020202020204" pitchFamily="34" charset="0"/>
            </a:endParaRPr>
          </a:p>
        </p:txBody>
      </p:sp>
      <p:sp>
        <p:nvSpPr>
          <p:cNvPr id="8195" name="Rectangle 3">
            <a:extLst>
              <a:ext uri="{FF2B5EF4-FFF2-40B4-BE49-F238E27FC236}">
                <a16:creationId xmlns:a16="http://schemas.microsoft.com/office/drawing/2014/main" id="{D2649E49-D3AF-B062-47AA-967F265585C4}"/>
              </a:ext>
            </a:extLst>
          </p:cNvPr>
          <p:cNvSpPr>
            <a:spLocks noGrp="1" noChangeArrowheads="1"/>
          </p:cNvSpPr>
          <p:nvPr>
            <p:ph type="body" idx="1"/>
          </p:nvPr>
        </p:nvSpPr>
        <p:spPr>
          <a:xfrm>
            <a:off x="783771" y="758217"/>
            <a:ext cx="5510183" cy="711773"/>
          </a:xfrm>
        </p:spPr>
        <p:txBody>
          <a:bodyPr>
            <a:normAutofit/>
          </a:bodyPr>
          <a:lstStyle/>
          <a:p>
            <a:pPr marL="0" indent="0" algn="just">
              <a:lnSpc>
                <a:spcPct val="150000"/>
              </a:lnSpc>
              <a:spcBef>
                <a:spcPts val="0"/>
              </a:spcBef>
              <a:buNone/>
              <a:defRPr/>
            </a:pPr>
            <a:r>
              <a:rPr lang="en-US" altLang="en-US" sz="2000" dirty="0">
                <a:latin typeface="Arial" panose="020B0604020202020204" pitchFamily="34" charset="0"/>
                <a:cs typeface="Arial" panose="020B0604020202020204" pitchFamily="34" charset="0"/>
              </a:rPr>
              <a:t>So </a:t>
            </a:r>
            <a:r>
              <a:rPr lang="en-US" altLang="en-US" sz="2000" dirty="0" err="1">
                <a:latin typeface="Arial" panose="020B0604020202020204" pitchFamily="34" charset="0"/>
                <a:cs typeface="Arial" panose="020B0604020202020204" pitchFamily="34" charset="0"/>
              </a:rPr>
              <a:t>sánh</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quy</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trình</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trước</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và</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sau</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khi</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áp</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dụng</a:t>
            </a:r>
            <a:r>
              <a:rPr lang="en-US" altLang="en-US" sz="2000" dirty="0">
                <a:latin typeface="Arial" panose="020B0604020202020204" pitchFamily="34" charset="0"/>
                <a:cs typeface="Arial" panose="020B0604020202020204" pitchFamily="34" charset="0"/>
              </a:rPr>
              <a:t> AI</a:t>
            </a:r>
          </a:p>
        </p:txBody>
      </p:sp>
      <p:sp>
        <p:nvSpPr>
          <p:cNvPr id="3" name="TextBox 2">
            <a:extLst>
              <a:ext uri="{FF2B5EF4-FFF2-40B4-BE49-F238E27FC236}">
                <a16:creationId xmlns:a16="http://schemas.microsoft.com/office/drawing/2014/main" id="{F58D4BDE-DB4D-9C14-DC53-AAD08F636EC3}"/>
              </a:ext>
            </a:extLst>
          </p:cNvPr>
          <p:cNvSpPr txBox="1"/>
          <p:nvPr/>
        </p:nvSpPr>
        <p:spPr>
          <a:xfrm>
            <a:off x="5885792" y="5825744"/>
            <a:ext cx="4553594" cy="338554"/>
          </a:xfrm>
          <a:prstGeom prst="rect">
            <a:avLst/>
          </a:prstGeom>
          <a:noFill/>
        </p:spPr>
        <p:txBody>
          <a:bodyPr wrap="square" rtlCol="0">
            <a:spAutoFit/>
          </a:bodyPr>
          <a:lstStyle/>
          <a:p>
            <a:pPr algn="ctr"/>
            <a:r>
              <a:rPr lang="en-GB" sz="1600" dirty="0" err="1">
                <a:latin typeface="Arial" panose="020B0604020202020204" pitchFamily="34" charset="0"/>
                <a:cs typeface="Arial" panose="020B0604020202020204" pitchFamily="34" charset="0"/>
              </a:rPr>
              <a:t>Hình</a:t>
            </a:r>
            <a:r>
              <a:rPr lang="en-GB" sz="1600" dirty="0">
                <a:latin typeface="Arial" panose="020B0604020202020204" pitchFamily="34" charset="0"/>
                <a:cs typeface="Arial" panose="020B0604020202020204" pitchFamily="34" charset="0"/>
              </a:rPr>
              <a:t> 7. Quy </a:t>
            </a:r>
            <a:r>
              <a:rPr lang="en-GB" sz="1600" dirty="0" err="1">
                <a:latin typeface="Arial" panose="020B0604020202020204" pitchFamily="34" charset="0"/>
                <a:cs typeface="Arial" panose="020B0604020202020204" pitchFamily="34" charset="0"/>
              </a:rPr>
              <a:t>trình</a:t>
            </a:r>
            <a:r>
              <a:rPr lang="en-GB" sz="1600" dirty="0">
                <a:latin typeface="Arial" panose="020B0604020202020204" pitchFamily="34" charset="0"/>
                <a:cs typeface="Arial" panose="020B0604020202020204" pitchFamily="34" charset="0"/>
              </a:rPr>
              <a:t> </a:t>
            </a:r>
            <a:r>
              <a:rPr lang="en-GB" sz="1600" dirty="0" err="1">
                <a:latin typeface="Arial" panose="020B0604020202020204" pitchFamily="34" charset="0"/>
                <a:cs typeface="Arial" panose="020B0604020202020204" pitchFamily="34" charset="0"/>
              </a:rPr>
              <a:t>sau</a:t>
            </a:r>
            <a:r>
              <a:rPr lang="en-GB" sz="1600" dirty="0">
                <a:latin typeface="Arial" panose="020B0604020202020204" pitchFamily="34" charset="0"/>
                <a:cs typeface="Arial" panose="020B0604020202020204" pitchFamily="34" charset="0"/>
              </a:rPr>
              <a:t> </a:t>
            </a:r>
            <a:r>
              <a:rPr lang="en-GB" sz="1600" dirty="0" err="1">
                <a:latin typeface="Arial" panose="020B0604020202020204" pitchFamily="34" charset="0"/>
                <a:cs typeface="Arial" panose="020B0604020202020204" pitchFamily="34" charset="0"/>
              </a:rPr>
              <a:t>khi</a:t>
            </a:r>
            <a:r>
              <a:rPr lang="en-GB" sz="1600" dirty="0">
                <a:latin typeface="Arial" panose="020B0604020202020204" pitchFamily="34" charset="0"/>
                <a:cs typeface="Arial" panose="020B0604020202020204" pitchFamily="34" charset="0"/>
              </a:rPr>
              <a:t> </a:t>
            </a:r>
            <a:r>
              <a:rPr lang="en-GB" sz="1600" dirty="0" err="1">
                <a:latin typeface="Arial" panose="020B0604020202020204" pitchFamily="34" charset="0"/>
                <a:cs typeface="Arial" panose="020B0604020202020204" pitchFamily="34" charset="0"/>
              </a:rPr>
              <a:t>áp</a:t>
            </a:r>
            <a:r>
              <a:rPr lang="en-GB" sz="1600" dirty="0">
                <a:latin typeface="Arial" panose="020B0604020202020204" pitchFamily="34" charset="0"/>
                <a:cs typeface="Arial" panose="020B0604020202020204" pitchFamily="34" charset="0"/>
              </a:rPr>
              <a:t> </a:t>
            </a:r>
            <a:r>
              <a:rPr lang="en-GB" sz="1600" dirty="0" err="1">
                <a:latin typeface="Arial" panose="020B0604020202020204" pitchFamily="34" charset="0"/>
                <a:cs typeface="Arial" panose="020B0604020202020204" pitchFamily="34" charset="0"/>
              </a:rPr>
              <a:t>dụng</a:t>
            </a:r>
            <a:r>
              <a:rPr lang="en-GB" sz="1600" dirty="0">
                <a:latin typeface="Arial" panose="020B0604020202020204" pitchFamily="34" charset="0"/>
                <a:cs typeface="Arial" panose="020B0604020202020204" pitchFamily="34" charset="0"/>
              </a:rPr>
              <a:t> AI</a:t>
            </a:r>
            <a:endParaRPr lang="en-US" sz="1600"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AA4D4751-3C76-B207-C550-99E1900E725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09815" y="1363824"/>
            <a:ext cx="1641769" cy="4295749"/>
          </a:xfrm>
          <a:prstGeom prst="rect">
            <a:avLst/>
          </a:prstGeom>
        </p:spPr>
      </p:pic>
      <p:sp>
        <p:nvSpPr>
          <p:cNvPr id="5" name="TextBox 4">
            <a:extLst>
              <a:ext uri="{FF2B5EF4-FFF2-40B4-BE49-F238E27FC236}">
                <a16:creationId xmlns:a16="http://schemas.microsoft.com/office/drawing/2014/main" id="{5DDB538D-F7D5-2665-F51B-30C79899A79A}"/>
              </a:ext>
            </a:extLst>
          </p:cNvPr>
          <p:cNvSpPr txBox="1"/>
          <p:nvPr/>
        </p:nvSpPr>
        <p:spPr>
          <a:xfrm>
            <a:off x="1190016" y="5825744"/>
            <a:ext cx="4553594" cy="338554"/>
          </a:xfrm>
          <a:prstGeom prst="rect">
            <a:avLst/>
          </a:prstGeom>
          <a:noFill/>
        </p:spPr>
        <p:txBody>
          <a:bodyPr wrap="square" rtlCol="0">
            <a:spAutoFit/>
          </a:bodyPr>
          <a:lstStyle/>
          <a:p>
            <a:pPr algn="ctr"/>
            <a:r>
              <a:rPr lang="en-GB" sz="1600" dirty="0" err="1">
                <a:latin typeface="Arial" panose="020B0604020202020204" pitchFamily="34" charset="0"/>
                <a:cs typeface="Arial" panose="020B0604020202020204" pitchFamily="34" charset="0"/>
              </a:rPr>
              <a:t>Hình</a:t>
            </a:r>
            <a:r>
              <a:rPr lang="en-GB" sz="1600" dirty="0">
                <a:latin typeface="Arial" panose="020B0604020202020204" pitchFamily="34" charset="0"/>
                <a:cs typeface="Arial" panose="020B0604020202020204" pitchFamily="34" charset="0"/>
              </a:rPr>
              <a:t> 6. Quy </a:t>
            </a:r>
            <a:r>
              <a:rPr lang="en-GB" sz="1600" dirty="0" err="1">
                <a:latin typeface="Arial" panose="020B0604020202020204" pitchFamily="34" charset="0"/>
                <a:cs typeface="Arial" panose="020B0604020202020204" pitchFamily="34" charset="0"/>
              </a:rPr>
              <a:t>trình</a:t>
            </a:r>
            <a:r>
              <a:rPr lang="en-GB" sz="1600" dirty="0">
                <a:latin typeface="Arial" panose="020B0604020202020204" pitchFamily="34" charset="0"/>
                <a:cs typeface="Arial" panose="020B0604020202020204" pitchFamily="34" charset="0"/>
              </a:rPr>
              <a:t> </a:t>
            </a:r>
            <a:r>
              <a:rPr lang="en-GB" sz="1600" dirty="0" err="1">
                <a:latin typeface="Arial" panose="020B0604020202020204" pitchFamily="34" charset="0"/>
                <a:cs typeface="Arial" panose="020B0604020202020204" pitchFamily="34" charset="0"/>
              </a:rPr>
              <a:t>trước</a:t>
            </a:r>
            <a:r>
              <a:rPr lang="en-GB" sz="1600" dirty="0">
                <a:latin typeface="Arial" panose="020B0604020202020204" pitchFamily="34" charset="0"/>
                <a:cs typeface="Arial" panose="020B0604020202020204" pitchFamily="34" charset="0"/>
              </a:rPr>
              <a:t> </a:t>
            </a:r>
            <a:r>
              <a:rPr lang="en-GB" sz="1600" dirty="0" err="1">
                <a:latin typeface="Arial" panose="020B0604020202020204" pitchFamily="34" charset="0"/>
                <a:cs typeface="Arial" panose="020B0604020202020204" pitchFamily="34" charset="0"/>
              </a:rPr>
              <a:t>khi</a:t>
            </a:r>
            <a:r>
              <a:rPr lang="en-GB" sz="1600" dirty="0">
                <a:latin typeface="Arial" panose="020B0604020202020204" pitchFamily="34" charset="0"/>
                <a:cs typeface="Arial" panose="020B0604020202020204" pitchFamily="34" charset="0"/>
              </a:rPr>
              <a:t> </a:t>
            </a:r>
            <a:r>
              <a:rPr lang="en-GB" sz="1600" dirty="0" err="1">
                <a:latin typeface="Arial" panose="020B0604020202020204" pitchFamily="34" charset="0"/>
                <a:cs typeface="Arial" panose="020B0604020202020204" pitchFamily="34" charset="0"/>
              </a:rPr>
              <a:t>áp</a:t>
            </a:r>
            <a:r>
              <a:rPr lang="en-GB" sz="1600" dirty="0">
                <a:latin typeface="Arial" panose="020B0604020202020204" pitchFamily="34" charset="0"/>
                <a:cs typeface="Arial" panose="020B0604020202020204" pitchFamily="34" charset="0"/>
              </a:rPr>
              <a:t> </a:t>
            </a:r>
            <a:r>
              <a:rPr lang="en-GB" sz="1600" dirty="0" err="1">
                <a:latin typeface="Arial" panose="020B0604020202020204" pitchFamily="34" charset="0"/>
                <a:cs typeface="Arial" panose="020B0604020202020204" pitchFamily="34" charset="0"/>
              </a:rPr>
              <a:t>dụng</a:t>
            </a:r>
            <a:r>
              <a:rPr lang="en-GB" sz="1600" dirty="0">
                <a:latin typeface="Arial" panose="020B0604020202020204" pitchFamily="34" charset="0"/>
                <a:cs typeface="Arial" panose="020B0604020202020204" pitchFamily="34" charset="0"/>
              </a:rPr>
              <a:t> AI</a:t>
            </a:r>
            <a:endParaRPr lang="en-US" sz="1600" dirty="0">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9A63DDA4-C675-9F44-CDB4-A949A28DF5C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01897" y="1363823"/>
            <a:ext cx="1877042" cy="4137089"/>
          </a:xfrm>
          <a:prstGeom prst="rect">
            <a:avLst/>
          </a:prstGeom>
        </p:spPr>
      </p:pic>
      <p:graphicFrame>
        <p:nvGraphicFramePr>
          <p:cNvPr id="8" name="Table 7">
            <a:extLst>
              <a:ext uri="{FF2B5EF4-FFF2-40B4-BE49-F238E27FC236}">
                <a16:creationId xmlns:a16="http://schemas.microsoft.com/office/drawing/2014/main" id="{C77A7618-5207-4687-DC59-63A3105CF926}"/>
              </a:ext>
            </a:extLst>
          </p:cNvPr>
          <p:cNvGraphicFramePr>
            <a:graphicFrameLocks noGrp="1"/>
          </p:cNvGraphicFramePr>
          <p:nvPr>
            <p:extLst>
              <p:ext uri="{D42A27DB-BD31-4B8C-83A1-F6EECF244321}">
                <p14:modId xmlns:p14="http://schemas.microsoft.com/office/powerpoint/2010/main" val="3273611073"/>
              </p:ext>
            </p:extLst>
          </p:nvPr>
        </p:nvGraphicFramePr>
        <p:xfrm>
          <a:off x="1190015" y="1363824"/>
          <a:ext cx="9811969" cy="4746689"/>
        </p:xfrm>
        <a:graphic>
          <a:graphicData uri="http://schemas.openxmlformats.org/drawingml/2006/table">
            <a:tbl>
              <a:tblPr firstRow="1" firstCol="1" bandRow="1">
                <a:tableStyleId>{5C22544A-7EE6-4342-B048-85BDC9FD1C3A}</a:tableStyleId>
              </a:tblPr>
              <a:tblGrid>
                <a:gridCol w="3270293">
                  <a:extLst>
                    <a:ext uri="{9D8B030D-6E8A-4147-A177-3AD203B41FA5}">
                      <a16:colId xmlns:a16="http://schemas.microsoft.com/office/drawing/2014/main" val="1373035767"/>
                    </a:ext>
                  </a:extLst>
                </a:gridCol>
                <a:gridCol w="3270293">
                  <a:extLst>
                    <a:ext uri="{9D8B030D-6E8A-4147-A177-3AD203B41FA5}">
                      <a16:colId xmlns:a16="http://schemas.microsoft.com/office/drawing/2014/main" val="1357692099"/>
                    </a:ext>
                  </a:extLst>
                </a:gridCol>
                <a:gridCol w="3271383">
                  <a:extLst>
                    <a:ext uri="{9D8B030D-6E8A-4147-A177-3AD203B41FA5}">
                      <a16:colId xmlns:a16="http://schemas.microsoft.com/office/drawing/2014/main" val="2242903219"/>
                    </a:ext>
                  </a:extLst>
                </a:gridCol>
              </a:tblGrid>
              <a:tr h="421379">
                <a:tc>
                  <a:txBody>
                    <a:bodyPr/>
                    <a:lstStyle/>
                    <a:p>
                      <a:pPr algn="ctr">
                        <a:lnSpc>
                          <a:spcPct val="150000"/>
                        </a:lnSpc>
                        <a:spcBef>
                          <a:spcPts val="600"/>
                        </a:spcBef>
                        <a:buNone/>
                      </a:pPr>
                      <a:r>
                        <a:rPr lang="en-US" sz="1300">
                          <a:effectLst/>
                        </a:rPr>
                        <a:t>Bước</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600"/>
                        </a:spcBef>
                        <a:buNone/>
                      </a:pPr>
                      <a:r>
                        <a:rPr lang="en-US" sz="1300">
                          <a:effectLst/>
                        </a:rPr>
                        <a:t>Trước khi áp dụng AI</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Bef>
                          <a:spcPts val="600"/>
                        </a:spcBef>
                        <a:buNone/>
                      </a:pPr>
                      <a:r>
                        <a:rPr lang="en-US" sz="1300">
                          <a:effectLst/>
                        </a:rPr>
                        <a:t>Sau khi áp dụng AI</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902473419"/>
                  </a:ext>
                </a:extLst>
              </a:tr>
              <a:tr h="421379">
                <a:tc>
                  <a:txBody>
                    <a:bodyPr/>
                    <a:lstStyle/>
                    <a:p>
                      <a:pPr algn="just">
                        <a:lnSpc>
                          <a:spcPct val="150000"/>
                        </a:lnSpc>
                        <a:spcBef>
                          <a:spcPts val="600"/>
                        </a:spcBef>
                        <a:buNone/>
                      </a:pPr>
                      <a:r>
                        <a:rPr lang="en-US" sz="1300">
                          <a:effectLst/>
                        </a:rPr>
                        <a:t>Phân tích Use Case</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buNone/>
                      </a:pPr>
                      <a:r>
                        <a:rPr lang="en-US" sz="1300">
                          <a:effectLst/>
                        </a:rPr>
                        <a:t>Thủ công</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buNone/>
                      </a:pPr>
                      <a:r>
                        <a:rPr lang="en-US" sz="1300">
                          <a:effectLst/>
                        </a:rPr>
                        <a:t>AI hỗ trợ</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61381874"/>
                  </a:ext>
                </a:extLst>
              </a:tr>
              <a:tr h="421379">
                <a:tc>
                  <a:txBody>
                    <a:bodyPr/>
                    <a:lstStyle/>
                    <a:p>
                      <a:pPr algn="just">
                        <a:lnSpc>
                          <a:spcPct val="150000"/>
                        </a:lnSpc>
                        <a:spcBef>
                          <a:spcPts val="600"/>
                        </a:spcBef>
                        <a:buNone/>
                      </a:pPr>
                      <a:r>
                        <a:rPr lang="en-US" sz="1300">
                          <a:effectLst/>
                        </a:rPr>
                        <a:t>Thiết kế Test Case</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buNone/>
                      </a:pPr>
                      <a:r>
                        <a:rPr lang="en-US" sz="1300">
                          <a:effectLst/>
                        </a:rPr>
                        <a:t>Thủ công</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buNone/>
                      </a:pPr>
                      <a:r>
                        <a:rPr lang="en-US" sz="1300">
                          <a:effectLst/>
                        </a:rPr>
                        <a:t>Tự động</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966322516"/>
                  </a:ext>
                </a:extLst>
              </a:tr>
              <a:tr h="421379">
                <a:tc>
                  <a:txBody>
                    <a:bodyPr/>
                    <a:lstStyle/>
                    <a:p>
                      <a:pPr algn="just">
                        <a:lnSpc>
                          <a:spcPct val="150000"/>
                        </a:lnSpc>
                        <a:spcBef>
                          <a:spcPts val="600"/>
                        </a:spcBef>
                        <a:buNone/>
                      </a:pPr>
                      <a:r>
                        <a:rPr lang="en-US" sz="1300" dirty="0">
                          <a:effectLst/>
                        </a:rPr>
                        <a:t>Review Test Case</a:t>
                      </a:r>
                      <a:endParaRPr lang="en-US" sz="13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buNone/>
                      </a:pPr>
                      <a:r>
                        <a:rPr lang="en-US" sz="1300">
                          <a:effectLst/>
                        </a:rPr>
                        <a:t>Thủ công</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buNone/>
                      </a:pPr>
                      <a:r>
                        <a:rPr lang="en-US" sz="1300">
                          <a:effectLst/>
                        </a:rPr>
                        <a:t>Giảm khối lượng review</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61500443"/>
                  </a:ext>
                </a:extLst>
              </a:tr>
              <a:tr h="421379">
                <a:tc>
                  <a:txBody>
                    <a:bodyPr/>
                    <a:lstStyle/>
                    <a:p>
                      <a:pPr algn="just">
                        <a:lnSpc>
                          <a:spcPct val="150000"/>
                        </a:lnSpc>
                        <a:spcBef>
                          <a:spcPts val="600"/>
                        </a:spcBef>
                        <a:buNone/>
                      </a:pPr>
                      <a:r>
                        <a:rPr lang="en-US" sz="1300">
                          <a:effectLst/>
                        </a:rPr>
                        <a:t>Mapping Keyword</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buNone/>
                      </a:pPr>
                      <a:r>
                        <a:rPr lang="en-US" sz="1300">
                          <a:effectLst/>
                        </a:rPr>
                        <a:t>Thủ công</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buNone/>
                      </a:pPr>
                      <a:r>
                        <a:rPr lang="en-US" sz="1300">
                          <a:effectLst/>
                        </a:rPr>
                        <a:t>Tự động</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726047345"/>
                  </a:ext>
                </a:extLst>
              </a:tr>
              <a:tr h="421379">
                <a:tc>
                  <a:txBody>
                    <a:bodyPr/>
                    <a:lstStyle/>
                    <a:p>
                      <a:pPr algn="just">
                        <a:lnSpc>
                          <a:spcPct val="150000"/>
                        </a:lnSpc>
                        <a:spcBef>
                          <a:spcPts val="600"/>
                        </a:spcBef>
                        <a:buNone/>
                      </a:pPr>
                      <a:r>
                        <a:rPr lang="en-US" sz="1300">
                          <a:effectLst/>
                        </a:rPr>
                        <a:t>Mapping Locator</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buNone/>
                      </a:pPr>
                      <a:r>
                        <a:rPr lang="en-US" sz="1300">
                          <a:effectLst/>
                        </a:rPr>
                        <a:t>Thủ công</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buNone/>
                      </a:pPr>
                      <a:r>
                        <a:rPr lang="en-US" sz="1300">
                          <a:effectLst/>
                        </a:rPr>
                        <a:t>Tự động</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50843104"/>
                  </a:ext>
                </a:extLst>
              </a:tr>
              <a:tr h="421379">
                <a:tc>
                  <a:txBody>
                    <a:bodyPr/>
                    <a:lstStyle/>
                    <a:p>
                      <a:pPr algn="just">
                        <a:lnSpc>
                          <a:spcPct val="150000"/>
                        </a:lnSpc>
                        <a:spcBef>
                          <a:spcPts val="600"/>
                        </a:spcBef>
                        <a:buNone/>
                      </a:pPr>
                      <a:r>
                        <a:rPr lang="en-US" sz="1300">
                          <a:effectLst/>
                        </a:rPr>
                        <a:t>Sinh dữ liệu kiểm thử</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buNone/>
                      </a:pPr>
                      <a:r>
                        <a:rPr lang="en-US" sz="1300">
                          <a:effectLst/>
                        </a:rPr>
                        <a:t>Thủ công</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buNone/>
                      </a:pPr>
                      <a:r>
                        <a:rPr lang="en-US" sz="1300">
                          <a:effectLst/>
                        </a:rPr>
                        <a:t>Tự động</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764111444"/>
                  </a:ext>
                </a:extLst>
              </a:tr>
              <a:tr h="532899">
                <a:tc>
                  <a:txBody>
                    <a:bodyPr/>
                    <a:lstStyle/>
                    <a:p>
                      <a:pPr algn="just">
                        <a:lnSpc>
                          <a:spcPct val="150000"/>
                        </a:lnSpc>
                        <a:spcBef>
                          <a:spcPts val="600"/>
                        </a:spcBef>
                        <a:buNone/>
                      </a:pPr>
                      <a:r>
                        <a:rPr lang="en-US" sz="1300">
                          <a:effectLst/>
                        </a:rPr>
                        <a:t>Viết Test Script</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buNone/>
                      </a:pPr>
                      <a:r>
                        <a:rPr lang="en-US" sz="1300">
                          <a:effectLst/>
                        </a:rPr>
                        <a:t>Thủ công</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buNone/>
                      </a:pPr>
                      <a:r>
                        <a:rPr lang="en-US" sz="1300">
                          <a:effectLst/>
                        </a:rPr>
                        <a:t>Tự động nhưng cần kiểm tra lại</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029056677"/>
                  </a:ext>
                </a:extLst>
              </a:tr>
              <a:tr h="421379">
                <a:tc>
                  <a:txBody>
                    <a:bodyPr/>
                    <a:lstStyle/>
                    <a:p>
                      <a:pPr algn="just">
                        <a:lnSpc>
                          <a:spcPct val="150000"/>
                        </a:lnSpc>
                        <a:spcBef>
                          <a:spcPts val="600"/>
                        </a:spcBef>
                        <a:buNone/>
                      </a:pPr>
                      <a:r>
                        <a:rPr lang="en-US" sz="1300">
                          <a:effectLst/>
                        </a:rPr>
                        <a:t>Review Test Script</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buNone/>
                      </a:pPr>
                      <a:r>
                        <a:rPr lang="en-US" sz="1300">
                          <a:effectLst/>
                        </a:rPr>
                        <a:t>Thủ công</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buNone/>
                      </a:pPr>
                      <a:r>
                        <a:rPr lang="en-US" sz="1300">
                          <a:effectLst/>
                        </a:rPr>
                        <a:t>Thủ công</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91242292"/>
                  </a:ext>
                </a:extLst>
              </a:tr>
              <a:tr h="421379">
                <a:tc>
                  <a:txBody>
                    <a:bodyPr/>
                    <a:lstStyle/>
                    <a:p>
                      <a:pPr algn="just">
                        <a:lnSpc>
                          <a:spcPct val="150000"/>
                        </a:lnSpc>
                        <a:spcBef>
                          <a:spcPts val="600"/>
                        </a:spcBef>
                        <a:buNone/>
                      </a:pPr>
                      <a:r>
                        <a:rPr lang="en-US" sz="1300">
                          <a:effectLst/>
                        </a:rPr>
                        <a:t>Xuất kết quả</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buNone/>
                      </a:pPr>
                      <a:r>
                        <a:rPr lang="en-US" sz="1300">
                          <a:effectLst/>
                        </a:rPr>
                        <a:t>Thủ công</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buNone/>
                      </a:pPr>
                      <a:r>
                        <a:rPr lang="en-US" sz="1300">
                          <a:effectLst/>
                        </a:rPr>
                        <a:t>Tự động</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228292284"/>
                  </a:ext>
                </a:extLst>
              </a:tr>
              <a:tr h="421379">
                <a:tc>
                  <a:txBody>
                    <a:bodyPr/>
                    <a:lstStyle/>
                    <a:p>
                      <a:pPr algn="just">
                        <a:lnSpc>
                          <a:spcPct val="150000"/>
                        </a:lnSpc>
                        <a:spcBef>
                          <a:spcPts val="600"/>
                        </a:spcBef>
                        <a:buNone/>
                      </a:pPr>
                      <a:r>
                        <a:rPr lang="en-US" sz="1300">
                          <a:effectLst/>
                        </a:rPr>
                        <a:t>Thực thi kiểm thử</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buNone/>
                      </a:pPr>
                      <a:r>
                        <a:rPr lang="en-US" sz="1300">
                          <a:effectLst/>
                        </a:rPr>
                        <a:t>Không thay đổi</a:t>
                      </a:r>
                      <a:endParaRPr lang="en-US" sz="13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Bef>
                          <a:spcPts val="600"/>
                        </a:spcBef>
                        <a:buNone/>
                      </a:pPr>
                      <a:r>
                        <a:rPr lang="en-US" sz="1300" dirty="0" err="1">
                          <a:effectLst/>
                        </a:rPr>
                        <a:t>Không</a:t>
                      </a:r>
                      <a:r>
                        <a:rPr lang="en-US" sz="1300" dirty="0">
                          <a:effectLst/>
                        </a:rPr>
                        <a:t> </a:t>
                      </a:r>
                      <a:r>
                        <a:rPr lang="en-US" sz="1300" dirty="0" err="1">
                          <a:effectLst/>
                        </a:rPr>
                        <a:t>thay</a:t>
                      </a:r>
                      <a:r>
                        <a:rPr lang="en-US" sz="1300" dirty="0">
                          <a:effectLst/>
                        </a:rPr>
                        <a:t> </a:t>
                      </a:r>
                      <a:r>
                        <a:rPr lang="en-US" sz="1300" dirty="0" err="1">
                          <a:effectLst/>
                        </a:rPr>
                        <a:t>đổi</a:t>
                      </a:r>
                      <a:endParaRPr lang="en-US" sz="13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23637876"/>
                  </a:ext>
                </a:extLst>
              </a:tr>
            </a:tbl>
          </a:graphicData>
        </a:graphic>
      </p:graphicFrame>
    </p:spTree>
    <p:extLst>
      <p:ext uri="{BB962C8B-B14F-4D97-AF65-F5344CB8AC3E}">
        <p14:creationId xmlns:p14="http://schemas.microsoft.com/office/powerpoint/2010/main" val="1736222147"/>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down)">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down)">
                                      <p:cBhvr>
                                        <p:cTn id="15" dur="500"/>
                                        <p:tgtEl>
                                          <p:spTgt spid="7"/>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wipe(down)">
                                      <p:cBhvr>
                                        <p:cTn id="18" dur="500"/>
                                        <p:tgtEl>
                                          <p:spTgt spid="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circle(in)">
                                      <p:cBhvr>
                                        <p:cTn id="23"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79BFFF-4BE6-4B63-72F5-E493B279FBCB}"/>
            </a:ext>
          </a:extLst>
        </p:cNvPr>
        <p:cNvGrpSpPr/>
        <p:nvPr/>
      </p:nvGrpSpPr>
      <p:grpSpPr>
        <a:xfrm>
          <a:off x="0" y="0"/>
          <a:ext cx="0" cy="0"/>
          <a:chOff x="0" y="0"/>
          <a:chExt cx="0" cy="0"/>
        </a:xfrm>
      </p:grpSpPr>
      <p:sp>
        <p:nvSpPr>
          <p:cNvPr id="19458" name="Slide Number Placeholder 5">
            <a:extLst>
              <a:ext uri="{FF2B5EF4-FFF2-40B4-BE49-F238E27FC236}">
                <a16:creationId xmlns:a16="http://schemas.microsoft.com/office/drawing/2014/main" id="{1EED21D7-A99E-4E71-41B6-85995B22BE13}"/>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Verdana" panose="020B0604030504040204" pitchFamily="34" charset="0"/>
              </a:defRPr>
            </a:lvl1pPr>
            <a:lvl2pPr marL="742950" indent="-285750">
              <a:spcBef>
                <a:spcPct val="20000"/>
              </a:spcBef>
              <a:buChar char="–"/>
              <a:defRPr sz="2800">
                <a:solidFill>
                  <a:schemeClr val="tx1"/>
                </a:solidFill>
                <a:latin typeface="Verdana" panose="020B0604030504040204" pitchFamily="34" charset="0"/>
              </a:defRPr>
            </a:lvl2pPr>
            <a:lvl3pPr marL="1143000" indent="-228600">
              <a:spcBef>
                <a:spcPct val="20000"/>
              </a:spcBef>
              <a:buChar char="•"/>
              <a:defRPr sz="2400">
                <a:solidFill>
                  <a:schemeClr val="tx1"/>
                </a:solidFill>
                <a:latin typeface="Verdana" panose="020B0604030504040204" pitchFamily="34" charset="0"/>
              </a:defRPr>
            </a:lvl3pPr>
            <a:lvl4pPr marL="1600200" indent="-228600">
              <a:spcBef>
                <a:spcPct val="20000"/>
              </a:spcBef>
              <a:buChar char="–"/>
              <a:defRPr sz="2000">
                <a:solidFill>
                  <a:schemeClr val="tx1"/>
                </a:solidFill>
                <a:latin typeface="Verdana" panose="020B0604030504040204" pitchFamily="34" charset="0"/>
              </a:defRPr>
            </a:lvl4pPr>
            <a:lvl5pPr marL="2057400" indent="-228600">
              <a:spcBef>
                <a:spcPct val="20000"/>
              </a:spcBef>
              <a:buChar char="»"/>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Verdana" panose="020B0604030504040204" pitchFamily="34" charset="0"/>
              </a:defRPr>
            </a:lvl9pPr>
          </a:lstStyle>
          <a:p>
            <a:pPr>
              <a:spcBef>
                <a:spcPct val="0"/>
              </a:spcBef>
              <a:buFontTx/>
              <a:buNone/>
            </a:pPr>
            <a:fld id="{7A12D7E3-E12C-46AD-95DA-2B3BA076F846}" type="slidenum">
              <a:rPr lang="en-US" altLang="en-US" sz="1400"/>
              <a:t>13</a:t>
            </a:fld>
            <a:endParaRPr lang="en-US" altLang="en-US" sz="1400"/>
          </a:p>
        </p:txBody>
      </p:sp>
      <p:sp>
        <p:nvSpPr>
          <p:cNvPr id="2" name="Rectangle 2">
            <a:extLst>
              <a:ext uri="{FF2B5EF4-FFF2-40B4-BE49-F238E27FC236}">
                <a16:creationId xmlns:a16="http://schemas.microsoft.com/office/drawing/2014/main" id="{5EFF4FF8-839C-5D78-9A26-62795901A7F2}"/>
              </a:ext>
            </a:extLst>
          </p:cNvPr>
          <p:cNvSpPr>
            <a:spLocks noGrp="1" noChangeArrowheads="1"/>
          </p:cNvSpPr>
          <p:nvPr>
            <p:ph type="title"/>
          </p:nvPr>
        </p:nvSpPr>
        <p:spPr>
          <a:xfrm>
            <a:off x="906236" y="144624"/>
            <a:ext cx="8077200" cy="609600"/>
          </a:xfrm>
        </p:spPr>
        <p:txBody>
          <a:bodyPr>
            <a:normAutofit/>
          </a:bodyPr>
          <a:lstStyle/>
          <a:p>
            <a:pPr>
              <a:defRPr/>
            </a:pPr>
            <a:r>
              <a:rPr lang="en-US" altLang="en-US" b="1" dirty="0" err="1">
                <a:latin typeface="Arial" panose="020B0604020202020204" pitchFamily="34" charset="0"/>
                <a:cs typeface="Arial" panose="020B0604020202020204" pitchFamily="34" charset="0"/>
              </a:rPr>
              <a:t>Nội</a:t>
            </a:r>
            <a:r>
              <a:rPr lang="en-US" altLang="en-US" b="1" dirty="0">
                <a:latin typeface="Arial" panose="020B0604020202020204" pitchFamily="34" charset="0"/>
                <a:cs typeface="Arial" panose="020B0604020202020204" pitchFamily="34" charset="0"/>
              </a:rPr>
              <a:t> dung</a:t>
            </a:r>
          </a:p>
        </p:txBody>
      </p:sp>
      <p:sp>
        <p:nvSpPr>
          <p:cNvPr id="8198" name="Google Shape;98;p2">
            <a:extLst>
              <a:ext uri="{FF2B5EF4-FFF2-40B4-BE49-F238E27FC236}">
                <a16:creationId xmlns:a16="http://schemas.microsoft.com/office/drawing/2014/main" id="{6B621DEC-7D81-0D01-3BFE-26A2E02DC103}"/>
              </a:ext>
            </a:extLst>
          </p:cNvPr>
          <p:cNvSpPr/>
          <p:nvPr/>
        </p:nvSpPr>
        <p:spPr>
          <a:xfrm>
            <a:off x="2742180" y="2358132"/>
            <a:ext cx="5424985" cy="508000"/>
          </a:xfrm>
          <a:prstGeom prst="roundRect">
            <a:avLst>
              <a:gd name="adj" fmla="val 50000"/>
            </a:avLst>
          </a:prstGeom>
          <a:noFill/>
          <a:ln w="28575" cap="flat" cmpd="sng">
            <a:solidFill>
              <a:schemeClr val="l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b="1" dirty="0">
                <a:solidFill>
                  <a:schemeClr val="accent3">
                    <a:lumMod val="40000"/>
                    <a:lumOff val="60000"/>
                  </a:schemeClr>
                </a:solidFill>
              </a:rPr>
              <a:t>Phân </a:t>
            </a:r>
            <a:r>
              <a:rPr lang="en-US" sz="1800" b="1" dirty="0" err="1">
                <a:solidFill>
                  <a:schemeClr val="accent3">
                    <a:lumMod val="40000"/>
                    <a:lumOff val="60000"/>
                  </a:schemeClr>
                </a:solidFill>
              </a:rPr>
              <a:t>tích</a:t>
            </a:r>
            <a:r>
              <a:rPr lang="en-US" sz="1800" b="1" dirty="0">
                <a:solidFill>
                  <a:schemeClr val="accent3">
                    <a:lumMod val="40000"/>
                    <a:lumOff val="60000"/>
                  </a:schemeClr>
                </a:solidFill>
              </a:rPr>
              <a:t> </a:t>
            </a:r>
            <a:r>
              <a:rPr lang="en-US" b="1" dirty="0" err="1">
                <a:solidFill>
                  <a:schemeClr val="accent3">
                    <a:lumMod val="40000"/>
                    <a:lumOff val="60000"/>
                  </a:schemeClr>
                </a:solidFill>
              </a:rPr>
              <a:t>và</a:t>
            </a:r>
            <a:r>
              <a:rPr lang="en-US" b="1" dirty="0">
                <a:solidFill>
                  <a:schemeClr val="accent3">
                    <a:lumMod val="40000"/>
                    <a:lumOff val="60000"/>
                  </a:schemeClr>
                </a:solidFill>
              </a:rPr>
              <a:t> </a:t>
            </a:r>
            <a:r>
              <a:rPr lang="en-US" b="1" dirty="0" err="1">
                <a:solidFill>
                  <a:schemeClr val="accent3">
                    <a:lumMod val="40000"/>
                    <a:lumOff val="60000"/>
                  </a:schemeClr>
                </a:solidFill>
              </a:rPr>
              <a:t>thiết</a:t>
            </a:r>
            <a:r>
              <a:rPr lang="en-US" b="1" dirty="0">
                <a:solidFill>
                  <a:schemeClr val="accent3">
                    <a:lumMod val="40000"/>
                    <a:lumOff val="60000"/>
                  </a:schemeClr>
                </a:solidFill>
              </a:rPr>
              <a:t> </a:t>
            </a:r>
            <a:r>
              <a:rPr lang="en-US" b="1" dirty="0" err="1">
                <a:solidFill>
                  <a:schemeClr val="accent3">
                    <a:lumMod val="40000"/>
                    <a:lumOff val="60000"/>
                  </a:schemeClr>
                </a:solidFill>
              </a:rPr>
              <a:t>kế</a:t>
            </a:r>
            <a:r>
              <a:rPr lang="en-US" b="1" dirty="0">
                <a:solidFill>
                  <a:schemeClr val="accent3">
                    <a:lumMod val="40000"/>
                    <a:lumOff val="60000"/>
                  </a:schemeClr>
                </a:solidFill>
              </a:rPr>
              <a:t> </a:t>
            </a:r>
            <a:r>
              <a:rPr lang="en-US" b="1" dirty="0" err="1">
                <a:solidFill>
                  <a:schemeClr val="accent3">
                    <a:lumMod val="40000"/>
                    <a:lumOff val="60000"/>
                  </a:schemeClr>
                </a:solidFill>
              </a:rPr>
              <a:t>hệ</a:t>
            </a:r>
            <a:r>
              <a:rPr lang="en-US" b="1" dirty="0">
                <a:solidFill>
                  <a:schemeClr val="accent3">
                    <a:lumMod val="40000"/>
                    <a:lumOff val="60000"/>
                  </a:schemeClr>
                </a:solidFill>
              </a:rPr>
              <a:t> </a:t>
            </a:r>
            <a:r>
              <a:rPr lang="en-US" b="1" dirty="0" err="1">
                <a:solidFill>
                  <a:schemeClr val="accent3">
                    <a:lumMod val="40000"/>
                    <a:lumOff val="60000"/>
                  </a:schemeClr>
                </a:solidFill>
              </a:rPr>
              <a:t>thống</a:t>
            </a:r>
            <a:endParaRPr lang="vi-VN" dirty="0">
              <a:solidFill>
                <a:schemeClr val="accent3">
                  <a:lumMod val="40000"/>
                  <a:lumOff val="60000"/>
                </a:schemeClr>
              </a:solidFill>
            </a:endParaRPr>
          </a:p>
        </p:txBody>
      </p:sp>
      <p:sp>
        <p:nvSpPr>
          <p:cNvPr id="8199" name="Google Shape;99;p2">
            <a:extLst>
              <a:ext uri="{FF2B5EF4-FFF2-40B4-BE49-F238E27FC236}">
                <a16:creationId xmlns:a16="http://schemas.microsoft.com/office/drawing/2014/main" id="{95C25F30-BB05-C8F2-D9CF-E619C519BF1D}"/>
              </a:ext>
            </a:extLst>
          </p:cNvPr>
          <p:cNvSpPr/>
          <p:nvPr/>
        </p:nvSpPr>
        <p:spPr>
          <a:xfrm>
            <a:off x="1987550" y="1164122"/>
            <a:ext cx="5168900" cy="508000"/>
          </a:xfrm>
          <a:prstGeom prst="roundRect">
            <a:avLst>
              <a:gd name="adj" fmla="val 50000"/>
            </a:avLst>
          </a:prstGeom>
          <a:noFill/>
          <a:ln w="28575" cap="flat" cmpd="sng">
            <a:solidFill>
              <a:schemeClr val="l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b="1" dirty="0" err="1">
                <a:solidFill>
                  <a:schemeClr val="accent3">
                    <a:lumMod val="40000"/>
                    <a:lumOff val="60000"/>
                  </a:schemeClr>
                </a:solidFill>
              </a:rPr>
              <a:t>Giới</a:t>
            </a:r>
            <a:r>
              <a:rPr lang="en-US" b="1" dirty="0">
                <a:solidFill>
                  <a:schemeClr val="accent3">
                    <a:lumMod val="40000"/>
                    <a:lumOff val="60000"/>
                  </a:schemeClr>
                </a:solidFill>
              </a:rPr>
              <a:t> </a:t>
            </a:r>
            <a:r>
              <a:rPr lang="en-US" b="1" dirty="0" err="1">
                <a:solidFill>
                  <a:schemeClr val="accent3">
                    <a:lumMod val="40000"/>
                    <a:lumOff val="60000"/>
                  </a:schemeClr>
                </a:solidFill>
              </a:rPr>
              <a:t>thiệu</a:t>
            </a:r>
            <a:r>
              <a:rPr lang="en-US" b="1" dirty="0">
                <a:solidFill>
                  <a:schemeClr val="accent3">
                    <a:lumMod val="40000"/>
                    <a:lumOff val="60000"/>
                  </a:schemeClr>
                </a:solidFill>
              </a:rPr>
              <a:t> </a:t>
            </a:r>
            <a:r>
              <a:rPr lang="en-US" b="1" dirty="0" err="1">
                <a:solidFill>
                  <a:schemeClr val="accent3">
                    <a:lumMod val="40000"/>
                    <a:lumOff val="60000"/>
                  </a:schemeClr>
                </a:solidFill>
              </a:rPr>
              <a:t>đề</a:t>
            </a:r>
            <a:r>
              <a:rPr lang="en-US" b="1" dirty="0">
                <a:solidFill>
                  <a:schemeClr val="accent3">
                    <a:lumMod val="40000"/>
                    <a:lumOff val="60000"/>
                  </a:schemeClr>
                </a:solidFill>
              </a:rPr>
              <a:t> </a:t>
            </a:r>
            <a:r>
              <a:rPr lang="en-US" b="1" dirty="0" err="1">
                <a:solidFill>
                  <a:schemeClr val="accent3">
                    <a:lumMod val="40000"/>
                    <a:lumOff val="60000"/>
                  </a:schemeClr>
                </a:solidFill>
              </a:rPr>
              <a:t>tài</a:t>
            </a:r>
            <a:endParaRPr dirty="0">
              <a:solidFill>
                <a:schemeClr val="accent3">
                  <a:lumMod val="40000"/>
                  <a:lumOff val="60000"/>
                </a:schemeClr>
              </a:solidFill>
            </a:endParaRPr>
          </a:p>
        </p:txBody>
      </p:sp>
      <p:grpSp>
        <p:nvGrpSpPr>
          <p:cNvPr id="8200" name="Google Shape;100;p2">
            <a:extLst>
              <a:ext uri="{FF2B5EF4-FFF2-40B4-BE49-F238E27FC236}">
                <a16:creationId xmlns:a16="http://schemas.microsoft.com/office/drawing/2014/main" id="{3B9BCA3D-BBE3-6293-B185-CAF536F0A00D}"/>
              </a:ext>
            </a:extLst>
          </p:cNvPr>
          <p:cNvGrpSpPr/>
          <p:nvPr/>
        </p:nvGrpSpPr>
        <p:grpSpPr>
          <a:xfrm>
            <a:off x="1462085" y="1258450"/>
            <a:ext cx="381000" cy="381000"/>
            <a:chOff x="2078" y="1680"/>
            <a:chExt cx="1615" cy="1615"/>
          </a:xfrm>
        </p:grpSpPr>
        <p:sp>
          <p:nvSpPr>
            <p:cNvPr id="8201" name="Google Shape;101;p2">
              <a:extLst>
                <a:ext uri="{FF2B5EF4-FFF2-40B4-BE49-F238E27FC236}">
                  <a16:creationId xmlns:a16="http://schemas.microsoft.com/office/drawing/2014/main" id="{4DB37538-DA87-CAFB-F62D-3755B7D35268}"/>
                </a:ext>
              </a:extLst>
            </p:cNvPr>
            <p:cNvSpPr/>
            <p:nvPr/>
          </p:nvSpPr>
          <p:spPr>
            <a:xfrm>
              <a:off x="2078" y="1680"/>
              <a:ext cx="1615" cy="1615"/>
            </a:xfrm>
            <a:prstGeom prst="ellipse">
              <a:avLst/>
            </a:prstGeom>
            <a:gradFill>
              <a:gsLst>
                <a:gs pos="0">
                  <a:srgbClr val="B3B3B3"/>
                </a:gs>
                <a:gs pos="50000">
                  <a:srgbClr val="FFFFFF"/>
                </a:gs>
                <a:gs pos="100000">
                  <a:srgbClr val="B3B3B3"/>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02" name="Google Shape;102;p2">
              <a:extLst>
                <a:ext uri="{FF2B5EF4-FFF2-40B4-BE49-F238E27FC236}">
                  <a16:creationId xmlns:a16="http://schemas.microsoft.com/office/drawing/2014/main" id="{84D64778-B5E2-9AA7-2584-CCBFC36D735C}"/>
                </a:ext>
              </a:extLst>
            </p:cNvPr>
            <p:cNvSpPr/>
            <p:nvPr/>
          </p:nvSpPr>
          <p:spPr>
            <a:xfrm>
              <a:off x="2170" y="1771"/>
              <a:ext cx="1430" cy="1430"/>
            </a:xfrm>
            <a:prstGeom prst="ellipse">
              <a:avLst/>
            </a:prstGeom>
            <a:gradFill>
              <a:gsLst>
                <a:gs pos="0">
                  <a:srgbClr val="CFCFCF"/>
                </a:gs>
                <a:gs pos="50000">
                  <a:srgbClr val="FFFFFF"/>
                </a:gs>
                <a:gs pos="100000">
                  <a:srgbClr val="CFCFCF"/>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03" name="Google Shape;103;p2">
              <a:extLst>
                <a:ext uri="{FF2B5EF4-FFF2-40B4-BE49-F238E27FC236}">
                  <a16:creationId xmlns:a16="http://schemas.microsoft.com/office/drawing/2014/main" id="{88C56F9C-A860-917D-77A2-8989F5B8CAF4}"/>
                </a:ext>
              </a:extLst>
            </p:cNvPr>
            <p:cNvSpPr/>
            <p:nvPr/>
          </p:nvSpPr>
          <p:spPr>
            <a:xfrm>
              <a:off x="2254" y="1856"/>
              <a:ext cx="1262" cy="1264"/>
            </a:xfrm>
            <a:prstGeom prst="ellipse">
              <a:avLst/>
            </a:prstGeom>
            <a:gradFill>
              <a:gsLst>
                <a:gs pos="0">
                  <a:srgbClr val="FFFFFF"/>
                </a:gs>
                <a:gs pos="50000">
                  <a:schemeClr val="hlink"/>
                </a:gs>
                <a:gs pos="100000">
                  <a:srgbClr val="FFFFFF"/>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04" name="Google Shape;104;p2">
              <a:extLst>
                <a:ext uri="{FF2B5EF4-FFF2-40B4-BE49-F238E27FC236}">
                  <a16:creationId xmlns:a16="http://schemas.microsoft.com/office/drawing/2014/main" id="{536D6297-0F7A-56C5-D04F-DE9EB7BAA954}"/>
                </a:ext>
              </a:extLst>
            </p:cNvPr>
            <p:cNvSpPr/>
            <p:nvPr/>
          </p:nvSpPr>
          <p:spPr>
            <a:xfrm>
              <a:off x="2254" y="1856"/>
              <a:ext cx="1262" cy="1264"/>
            </a:xfrm>
            <a:prstGeom prst="ellipse">
              <a:avLst/>
            </a:prstGeom>
            <a:gradFill>
              <a:gsLst>
                <a:gs pos="0">
                  <a:srgbClr val="000000"/>
                </a:gs>
                <a:gs pos="100000">
                  <a:srgbClr val="FFCC00"/>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05" name="Google Shape;105;p2">
              <a:extLst>
                <a:ext uri="{FF2B5EF4-FFF2-40B4-BE49-F238E27FC236}">
                  <a16:creationId xmlns:a16="http://schemas.microsoft.com/office/drawing/2014/main" id="{EDA6A43A-704E-4104-A0B4-C65A53C1EA58}"/>
                </a:ext>
              </a:extLst>
            </p:cNvPr>
            <p:cNvSpPr/>
            <p:nvPr/>
          </p:nvSpPr>
          <p:spPr>
            <a:xfrm>
              <a:off x="2337" y="1939"/>
              <a:ext cx="1096" cy="1098"/>
            </a:xfrm>
            <a:prstGeom prst="ellipse">
              <a:avLst/>
            </a:prstGeom>
            <a:gradFill>
              <a:gsLst>
                <a:gs pos="0">
                  <a:srgbClr val="034A91"/>
                </a:gs>
                <a:gs pos="50000">
                  <a:schemeClr val="hlink"/>
                </a:gs>
                <a:gs pos="100000">
                  <a:srgbClr val="034A91"/>
                </a:gs>
              </a:gsLst>
              <a:lin ang="189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06" name="Google Shape;106;p2">
              <a:extLst>
                <a:ext uri="{FF2B5EF4-FFF2-40B4-BE49-F238E27FC236}">
                  <a16:creationId xmlns:a16="http://schemas.microsoft.com/office/drawing/2014/main" id="{2056F829-7F31-9E1E-CB34-552CEEFDA4E6}"/>
                </a:ext>
              </a:extLst>
            </p:cNvPr>
            <p:cNvSpPr/>
            <p:nvPr/>
          </p:nvSpPr>
          <p:spPr>
            <a:xfrm>
              <a:off x="2337" y="1939"/>
              <a:ext cx="1096" cy="1098"/>
            </a:xfrm>
            <a:prstGeom prst="ellipse">
              <a:avLst/>
            </a:prstGeom>
            <a:gradFill>
              <a:gsLst>
                <a:gs pos="0">
                  <a:srgbClr val="FFCC00"/>
                </a:gs>
                <a:gs pos="100000">
                  <a:srgbClr val="B79200"/>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8207" name="Google Shape;107;p2">
            <a:extLst>
              <a:ext uri="{FF2B5EF4-FFF2-40B4-BE49-F238E27FC236}">
                <a16:creationId xmlns:a16="http://schemas.microsoft.com/office/drawing/2014/main" id="{6FB37297-EB37-DB91-C34F-A15FDBE685E6}"/>
              </a:ext>
            </a:extLst>
          </p:cNvPr>
          <p:cNvGrpSpPr/>
          <p:nvPr/>
        </p:nvGrpSpPr>
        <p:grpSpPr>
          <a:xfrm>
            <a:off x="2268817" y="2454610"/>
            <a:ext cx="381000" cy="381000"/>
            <a:chOff x="2078" y="1680"/>
            <a:chExt cx="1615" cy="1615"/>
          </a:xfrm>
        </p:grpSpPr>
        <p:sp>
          <p:nvSpPr>
            <p:cNvPr id="8208" name="Google Shape;108;p2">
              <a:extLst>
                <a:ext uri="{FF2B5EF4-FFF2-40B4-BE49-F238E27FC236}">
                  <a16:creationId xmlns:a16="http://schemas.microsoft.com/office/drawing/2014/main" id="{D67C7F0F-08FD-18C8-0D48-E26DD7FBBC75}"/>
                </a:ext>
              </a:extLst>
            </p:cNvPr>
            <p:cNvSpPr/>
            <p:nvPr/>
          </p:nvSpPr>
          <p:spPr>
            <a:xfrm>
              <a:off x="2078" y="1680"/>
              <a:ext cx="1615" cy="1615"/>
            </a:xfrm>
            <a:prstGeom prst="ellipse">
              <a:avLst/>
            </a:prstGeom>
            <a:gradFill>
              <a:gsLst>
                <a:gs pos="0">
                  <a:srgbClr val="B3B3B3"/>
                </a:gs>
                <a:gs pos="50000">
                  <a:srgbClr val="FFFFFF"/>
                </a:gs>
                <a:gs pos="100000">
                  <a:srgbClr val="B3B3B3"/>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09" name="Google Shape;109;p2">
              <a:extLst>
                <a:ext uri="{FF2B5EF4-FFF2-40B4-BE49-F238E27FC236}">
                  <a16:creationId xmlns:a16="http://schemas.microsoft.com/office/drawing/2014/main" id="{52C51043-E9C0-1AFA-F9E1-C180B620C118}"/>
                </a:ext>
              </a:extLst>
            </p:cNvPr>
            <p:cNvSpPr/>
            <p:nvPr/>
          </p:nvSpPr>
          <p:spPr>
            <a:xfrm>
              <a:off x="2170" y="1771"/>
              <a:ext cx="1430" cy="1430"/>
            </a:xfrm>
            <a:prstGeom prst="ellipse">
              <a:avLst/>
            </a:prstGeom>
            <a:gradFill>
              <a:gsLst>
                <a:gs pos="0">
                  <a:srgbClr val="CFCFCF"/>
                </a:gs>
                <a:gs pos="50000">
                  <a:srgbClr val="FFFFFF"/>
                </a:gs>
                <a:gs pos="100000">
                  <a:srgbClr val="CFCFCF"/>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0" name="Google Shape;110;p2">
              <a:extLst>
                <a:ext uri="{FF2B5EF4-FFF2-40B4-BE49-F238E27FC236}">
                  <a16:creationId xmlns:a16="http://schemas.microsoft.com/office/drawing/2014/main" id="{B346DCF2-C577-3D19-F346-9C979822D86A}"/>
                </a:ext>
              </a:extLst>
            </p:cNvPr>
            <p:cNvSpPr/>
            <p:nvPr/>
          </p:nvSpPr>
          <p:spPr>
            <a:xfrm>
              <a:off x="2254" y="1856"/>
              <a:ext cx="1262" cy="1264"/>
            </a:xfrm>
            <a:prstGeom prst="ellipse">
              <a:avLst/>
            </a:prstGeom>
            <a:gradFill>
              <a:gsLst>
                <a:gs pos="0">
                  <a:srgbClr val="FFFFFF"/>
                </a:gs>
                <a:gs pos="50000">
                  <a:schemeClr val="hlink"/>
                </a:gs>
                <a:gs pos="100000">
                  <a:srgbClr val="FFFFFF"/>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1" name="Google Shape;111;p2">
              <a:extLst>
                <a:ext uri="{FF2B5EF4-FFF2-40B4-BE49-F238E27FC236}">
                  <a16:creationId xmlns:a16="http://schemas.microsoft.com/office/drawing/2014/main" id="{F55C91F3-F447-CE6A-2F3E-E3C6C86BF94D}"/>
                </a:ext>
              </a:extLst>
            </p:cNvPr>
            <p:cNvSpPr/>
            <p:nvPr/>
          </p:nvSpPr>
          <p:spPr>
            <a:xfrm>
              <a:off x="2254" y="1856"/>
              <a:ext cx="1262" cy="1264"/>
            </a:xfrm>
            <a:prstGeom prst="ellipse">
              <a:avLst/>
            </a:prstGeom>
            <a:gradFill>
              <a:gsLst>
                <a:gs pos="0">
                  <a:srgbClr val="000000"/>
                </a:gs>
                <a:gs pos="100000">
                  <a:srgbClr val="48BE67"/>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2" name="Google Shape;112;p2">
              <a:extLst>
                <a:ext uri="{FF2B5EF4-FFF2-40B4-BE49-F238E27FC236}">
                  <a16:creationId xmlns:a16="http://schemas.microsoft.com/office/drawing/2014/main" id="{6A890D34-5B9C-EADC-A779-0B868F11C3B6}"/>
                </a:ext>
              </a:extLst>
            </p:cNvPr>
            <p:cNvSpPr/>
            <p:nvPr/>
          </p:nvSpPr>
          <p:spPr>
            <a:xfrm>
              <a:off x="2337" y="1939"/>
              <a:ext cx="1096" cy="1098"/>
            </a:xfrm>
            <a:prstGeom prst="ellipse">
              <a:avLst/>
            </a:prstGeom>
            <a:gradFill>
              <a:gsLst>
                <a:gs pos="0">
                  <a:srgbClr val="034A91"/>
                </a:gs>
                <a:gs pos="50000">
                  <a:schemeClr val="hlink"/>
                </a:gs>
                <a:gs pos="100000">
                  <a:srgbClr val="034A91"/>
                </a:gs>
              </a:gsLst>
              <a:lin ang="189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3" name="Google Shape;113;p2">
              <a:extLst>
                <a:ext uri="{FF2B5EF4-FFF2-40B4-BE49-F238E27FC236}">
                  <a16:creationId xmlns:a16="http://schemas.microsoft.com/office/drawing/2014/main" id="{EE4AD962-4859-75E7-9781-7D3ED4517081}"/>
                </a:ext>
              </a:extLst>
            </p:cNvPr>
            <p:cNvSpPr/>
            <p:nvPr/>
          </p:nvSpPr>
          <p:spPr>
            <a:xfrm>
              <a:off x="2337" y="1939"/>
              <a:ext cx="1096" cy="1098"/>
            </a:xfrm>
            <a:prstGeom prst="ellipse">
              <a:avLst/>
            </a:prstGeom>
            <a:gradFill>
              <a:gsLst>
                <a:gs pos="0">
                  <a:srgbClr val="48BE67"/>
                </a:gs>
                <a:gs pos="100000">
                  <a:srgbClr val="33884A"/>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8214" name="Google Shape;128;p2">
            <a:extLst>
              <a:ext uri="{FF2B5EF4-FFF2-40B4-BE49-F238E27FC236}">
                <a16:creationId xmlns:a16="http://schemas.microsoft.com/office/drawing/2014/main" id="{96D3D398-3CD6-6282-F506-3A9D59EF8905}"/>
              </a:ext>
            </a:extLst>
          </p:cNvPr>
          <p:cNvSpPr/>
          <p:nvPr/>
        </p:nvSpPr>
        <p:spPr>
          <a:xfrm>
            <a:off x="2823719" y="3795345"/>
            <a:ext cx="5343421" cy="529445"/>
          </a:xfrm>
          <a:prstGeom prst="roundRect">
            <a:avLst>
              <a:gd name="adj" fmla="val 50000"/>
            </a:avLst>
          </a:prstGeom>
          <a:noFill/>
          <a:ln w="28575" cap="flat" cmpd="sng">
            <a:solidFill>
              <a:schemeClr val="l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b="1" dirty="0" err="1">
                <a:solidFill>
                  <a:schemeClr val="accent3">
                    <a:lumMod val="40000"/>
                    <a:lumOff val="60000"/>
                  </a:schemeClr>
                </a:solidFill>
              </a:rPr>
              <a:t>Triển</a:t>
            </a:r>
            <a:r>
              <a:rPr lang="en-US" sz="1800" b="1" dirty="0">
                <a:solidFill>
                  <a:schemeClr val="accent3">
                    <a:lumMod val="40000"/>
                    <a:lumOff val="60000"/>
                  </a:schemeClr>
                </a:solidFill>
              </a:rPr>
              <a:t> </a:t>
            </a:r>
            <a:r>
              <a:rPr lang="en-US" sz="1800" b="1" dirty="0" err="1">
                <a:solidFill>
                  <a:schemeClr val="accent3">
                    <a:lumMod val="40000"/>
                    <a:lumOff val="60000"/>
                  </a:schemeClr>
                </a:solidFill>
              </a:rPr>
              <a:t>khai</a:t>
            </a:r>
            <a:r>
              <a:rPr lang="en-US" sz="1800" b="1" dirty="0">
                <a:solidFill>
                  <a:schemeClr val="accent3">
                    <a:lumMod val="40000"/>
                    <a:lumOff val="60000"/>
                  </a:schemeClr>
                </a:solidFill>
              </a:rPr>
              <a:t> </a:t>
            </a:r>
            <a:r>
              <a:rPr lang="en-US" sz="1800" b="1" dirty="0" err="1">
                <a:solidFill>
                  <a:schemeClr val="accent3">
                    <a:lumMod val="40000"/>
                    <a:lumOff val="60000"/>
                  </a:schemeClr>
                </a:solidFill>
              </a:rPr>
              <a:t>và</a:t>
            </a:r>
            <a:r>
              <a:rPr lang="en-US" sz="1800" b="1" dirty="0">
                <a:solidFill>
                  <a:schemeClr val="accent3">
                    <a:lumMod val="40000"/>
                    <a:lumOff val="60000"/>
                  </a:schemeClr>
                </a:solidFill>
              </a:rPr>
              <a:t> </a:t>
            </a:r>
            <a:r>
              <a:rPr lang="en-US" sz="1800" b="1" dirty="0" err="1">
                <a:solidFill>
                  <a:schemeClr val="accent3">
                    <a:lumMod val="40000"/>
                    <a:lumOff val="60000"/>
                  </a:schemeClr>
                </a:solidFill>
              </a:rPr>
              <a:t>thực</a:t>
            </a:r>
            <a:r>
              <a:rPr lang="en-US" sz="1800" b="1" dirty="0">
                <a:solidFill>
                  <a:schemeClr val="accent3">
                    <a:lumMod val="40000"/>
                    <a:lumOff val="60000"/>
                  </a:schemeClr>
                </a:solidFill>
              </a:rPr>
              <a:t> </a:t>
            </a:r>
            <a:r>
              <a:rPr lang="en-US" sz="1800" b="1" dirty="0" err="1">
                <a:solidFill>
                  <a:schemeClr val="accent3">
                    <a:lumMod val="40000"/>
                    <a:lumOff val="60000"/>
                  </a:schemeClr>
                </a:solidFill>
              </a:rPr>
              <a:t>nghiệm</a:t>
            </a:r>
            <a:endParaRPr lang="en-US" dirty="0">
              <a:solidFill>
                <a:schemeClr val="accent3">
                  <a:lumMod val="40000"/>
                  <a:lumOff val="60000"/>
                </a:schemeClr>
              </a:solidFill>
            </a:endParaRPr>
          </a:p>
        </p:txBody>
      </p:sp>
      <p:grpSp>
        <p:nvGrpSpPr>
          <p:cNvPr id="8215" name="Google Shape;129;p2">
            <a:extLst>
              <a:ext uri="{FF2B5EF4-FFF2-40B4-BE49-F238E27FC236}">
                <a16:creationId xmlns:a16="http://schemas.microsoft.com/office/drawing/2014/main" id="{F92727A7-3CC5-33CA-0ACC-6404D3502AC6}"/>
              </a:ext>
            </a:extLst>
          </p:cNvPr>
          <p:cNvGrpSpPr/>
          <p:nvPr/>
        </p:nvGrpSpPr>
        <p:grpSpPr>
          <a:xfrm>
            <a:off x="2402936" y="3873408"/>
            <a:ext cx="381000" cy="381000"/>
            <a:chOff x="2078" y="1680"/>
            <a:chExt cx="1615" cy="1615"/>
          </a:xfrm>
        </p:grpSpPr>
        <p:sp>
          <p:nvSpPr>
            <p:cNvPr id="8216" name="Google Shape;130;p2">
              <a:extLst>
                <a:ext uri="{FF2B5EF4-FFF2-40B4-BE49-F238E27FC236}">
                  <a16:creationId xmlns:a16="http://schemas.microsoft.com/office/drawing/2014/main" id="{1B480DDA-B245-A418-5D76-EA0F17BB46C6}"/>
                </a:ext>
              </a:extLst>
            </p:cNvPr>
            <p:cNvSpPr/>
            <p:nvPr/>
          </p:nvSpPr>
          <p:spPr>
            <a:xfrm>
              <a:off x="2078" y="1680"/>
              <a:ext cx="1615" cy="1615"/>
            </a:xfrm>
            <a:prstGeom prst="ellipse">
              <a:avLst/>
            </a:prstGeom>
            <a:gradFill>
              <a:gsLst>
                <a:gs pos="0">
                  <a:srgbClr val="B3B3B3"/>
                </a:gs>
                <a:gs pos="50000">
                  <a:srgbClr val="FFFFFF"/>
                </a:gs>
                <a:gs pos="100000">
                  <a:srgbClr val="B3B3B3"/>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7" name="Google Shape;131;p2">
              <a:extLst>
                <a:ext uri="{FF2B5EF4-FFF2-40B4-BE49-F238E27FC236}">
                  <a16:creationId xmlns:a16="http://schemas.microsoft.com/office/drawing/2014/main" id="{9E615031-CE8A-42D2-395E-666C5F57B5F2}"/>
                </a:ext>
              </a:extLst>
            </p:cNvPr>
            <p:cNvSpPr/>
            <p:nvPr/>
          </p:nvSpPr>
          <p:spPr>
            <a:xfrm>
              <a:off x="2170" y="1771"/>
              <a:ext cx="1430" cy="1430"/>
            </a:xfrm>
            <a:prstGeom prst="ellipse">
              <a:avLst/>
            </a:prstGeom>
            <a:gradFill>
              <a:gsLst>
                <a:gs pos="0">
                  <a:srgbClr val="CFCFCF"/>
                </a:gs>
                <a:gs pos="50000">
                  <a:srgbClr val="FFFFFF"/>
                </a:gs>
                <a:gs pos="100000">
                  <a:srgbClr val="CFCFCF"/>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8" name="Google Shape;132;p2">
              <a:extLst>
                <a:ext uri="{FF2B5EF4-FFF2-40B4-BE49-F238E27FC236}">
                  <a16:creationId xmlns:a16="http://schemas.microsoft.com/office/drawing/2014/main" id="{A82329F1-3838-935A-2502-45CDFF2F8D44}"/>
                </a:ext>
              </a:extLst>
            </p:cNvPr>
            <p:cNvSpPr/>
            <p:nvPr/>
          </p:nvSpPr>
          <p:spPr>
            <a:xfrm>
              <a:off x="2254" y="1856"/>
              <a:ext cx="1262" cy="1264"/>
            </a:xfrm>
            <a:prstGeom prst="ellipse">
              <a:avLst/>
            </a:prstGeom>
            <a:gradFill>
              <a:gsLst>
                <a:gs pos="0">
                  <a:srgbClr val="FFFFFF"/>
                </a:gs>
                <a:gs pos="50000">
                  <a:schemeClr val="hlink"/>
                </a:gs>
                <a:gs pos="100000">
                  <a:srgbClr val="FFFFFF"/>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9" name="Google Shape;133;p2">
              <a:extLst>
                <a:ext uri="{FF2B5EF4-FFF2-40B4-BE49-F238E27FC236}">
                  <a16:creationId xmlns:a16="http://schemas.microsoft.com/office/drawing/2014/main" id="{BDFB660E-F01E-0D71-9D17-137370FDD9DB}"/>
                </a:ext>
              </a:extLst>
            </p:cNvPr>
            <p:cNvSpPr/>
            <p:nvPr/>
          </p:nvSpPr>
          <p:spPr>
            <a:xfrm>
              <a:off x="2254" y="1856"/>
              <a:ext cx="1262" cy="1264"/>
            </a:xfrm>
            <a:prstGeom prst="ellipse">
              <a:avLst/>
            </a:prstGeom>
            <a:gradFill>
              <a:gsLst>
                <a:gs pos="0">
                  <a:srgbClr val="000000"/>
                </a:gs>
                <a:gs pos="100000">
                  <a:srgbClr val="8D67E1"/>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20" name="Google Shape;134;p2">
              <a:extLst>
                <a:ext uri="{FF2B5EF4-FFF2-40B4-BE49-F238E27FC236}">
                  <a16:creationId xmlns:a16="http://schemas.microsoft.com/office/drawing/2014/main" id="{19DAA1E4-BDED-61C2-BD48-81EEB2BE17A4}"/>
                </a:ext>
              </a:extLst>
            </p:cNvPr>
            <p:cNvSpPr/>
            <p:nvPr/>
          </p:nvSpPr>
          <p:spPr>
            <a:xfrm>
              <a:off x="2337" y="1939"/>
              <a:ext cx="1096" cy="1098"/>
            </a:xfrm>
            <a:prstGeom prst="ellipse">
              <a:avLst/>
            </a:prstGeom>
            <a:gradFill>
              <a:gsLst>
                <a:gs pos="0">
                  <a:srgbClr val="034A91"/>
                </a:gs>
                <a:gs pos="50000">
                  <a:schemeClr val="hlink"/>
                </a:gs>
                <a:gs pos="100000">
                  <a:srgbClr val="034A91"/>
                </a:gs>
              </a:gsLst>
              <a:lin ang="189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21" name="Google Shape;135;p2">
              <a:extLst>
                <a:ext uri="{FF2B5EF4-FFF2-40B4-BE49-F238E27FC236}">
                  <a16:creationId xmlns:a16="http://schemas.microsoft.com/office/drawing/2014/main" id="{45ED5866-C66A-6E93-0AA1-00E4017A1D5A}"/>
                </a:ext>
              </a:extLst>
            </p:cNvPr>
            <p:cNvSpPr/>
            <p:nvPr/>
          </p:nvSpPr>
          <p:spPr>
            <a:xfrm>
              <a:off x="2337" y="1939"/>
              <a:ext cx="1096" cy="1098"/>
            </a:xfrm>
            <a:prstGeom prst="ellipse">
              <a:avLst/>
            </a:prstGeom>
            <a:gradFill>
              <a:gsLst>
                <a:gs pos="0">
                  <a:srgbClr val="8D67E1"/>
                </a:gs>
                <a:gs pos="100000">
                  <a:srgbClr val="654AA2"/>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8222" name="Google Shape;136;p2">
            <a:extLst>
              <a:ext uri="{FF2B5EF4-FFF2-40B4-BE49-F238E27FC236}">
                <a16:creationId xmlns:a16="http://schemas.microsoft.com/office/drawing/2014/main" id="{DE8B6A8B-AF01-41AB-3DF7-7B4FD3B9A3F2}"/>
              </a:ext>
            </a:extLst>
          </p:cNvPr>
          <p:cNvSpPr/>
          <p:nvPr/>
        </p:nvSpPr>
        <p:spPr>
          <a:xfrm rot="5400000">
            <a:off x="-2403921" y="1239529"/>
            <a:ext cx="4824413" cy="4770438"/>
          </a:xfrm>
          <a:custGeom>
            <a:avLst/>
            <a:gdLst/>
            <a:ahLst/>
            <a:cxnLst/>
            <a:rect l="l" t="t" r="r" b="b"/>
            <a:pathLst>
              <a:path w="21600" h="21600" extrusionOk="0">
                <a:moveTo>
                  <a:pt x="323" y="10641"/>
                </a:moveTo>
                <a:cubicBezTo>
                  <a:pt x="410" y="4916"/>
                  <a:pt x="5075" y="321"/>
                  <a:pt x="10800" y="322"/>
                </a:cubicBezTo>
                <a:cubicBezTo>
                  <a:pt x="16524" y="322"/>
                  <a:pt x="21189" y="4916"/>
                  <a:pt x="21276" y="10641"/>
                </a:cubicBezTo>
                <a:lnTo>
                  <a:pt x="21598" y="10636"/>
                </a:lnTo>
                <a:cubicBezTo>
                  <a:pt x="21509" y="4736"/>
                  <a:pt x="16700" y="-1"/>
                  <a:pt x="10799" y="0"/>
                </a:cubicBezTo>
                <a:cubicBezTo>
                  <a:pt x="4899" y="0"/>
                  <a:pt x="90" y="4736"/>
                  <a:pt x="1" y="10636"/>
                </a:cubicBezTo>
                <a:close/>
              </a:path>
            </a:pathLst>
          </a:custGeom>
          <a:gradFill>
            <a:gsLst>
              <a:gs pos="0">
                <a:srgbClr val="F4F4F4"/>
              </a:gs>
              <a:gs pos="50000">
                <a:schemeClr val="lt2"/>
              </a:gs>
              <a:gs pos="100000">
                <a:srgbClr val="F4F4F4"/>
              </a:gs>
            </a:gsLst>
            <a:lin ang="0" scaled="0"/>
          </a:gradFill>
          <a:ln w="9525" cap="flat" cmpd="sng">
            <a:solidFill>
              <a:srgbClr val="B3ABE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23" name="Google Shape;137;p2">
            <a:extLst>
              <a:ext uri="{FF2B5EF4-FFF2-40B4-BE49-F238E27FC236}">
                <a16:creationId xmlns:a16="http://schemas.microsoft.com/office/drawing/2014/main" id="{DE6FD1F3-BB3B-66E8-A81B-50521B95B444}"/>
              </a:ext>
            </a:extLst>
          </p:cNvPr>
          <p:cNvSpPr/>
          <p:nvPr/>
        </p:nvSpPr>
        <p:spPr>
          <a:xfrm rot="5400000" flipH="1">
            <a:off x="-1998313" y="1675297"/>
            <a:ext cx="4032250" cy="3929063"/>
          </a:xfrm>
          <a:custGeom>
            <a:avLst/>
            <a:gdLst/>
            <a:ahLst/>
            <a:cxnLst/>
            <a:rect l="l" t="t" r="r" b="b"/>
            <a:pathLst>
              <a:path w="21600" h="21600" extrusionOk="0">
                <a:moveTo>
                  <a:pt x="10744" y="10800"/>
                </a:moveTo>
                <a:cubicBezTo>
                  <a:pt x="10744" y="10769"/>
                  <a:pt x="10769" y="10744"/>
                  <a:pt x="10800" y="10744"/>
                </a:cubicBezTo>
                <a:cubicBezTo>
                  <a:pt x="10830" y="10743"/>
                  <a:pt x="10855" y="10769"/>
                  <a:pt x="10856" y="10799"/>
                </a:cubicBezTo>
                <a:lnTo>
                  <a:pt x="21600" y="10800"/>
                </a:lnTo>
                <a:cubicBezTo>
                  <a:pt x="21600" y="4835"/>
                  <a:pt x="16764" y="0"/>
                  <a:pt x="10800" y="0"/>
                </a:cubicBezTo>
                <a:cubicBezTo>
                  <a:pt x="4835" y="0"/>
                  <a:pt x="0" y="4835"/>
                  <a:pt x="0" y="10800"/>
                </a:cubicBezTo>
                <a:close/>
              </a:path>
            </a:pathLst>
          </a:custGeom>
          <a:solidFill>
            <a:schemeClr val="accent6">
              <a:lumMod val="60000"/>
              <a:lumOff val="40000"/>
            </a:schemeClr>
          </a:solidFill>
          <a:ln>
            <a:solidFill>
              <a:schemeClr val="accent6">
                <a:lumMod val="60000"/>
                <a:lumOff val="40000"/>
              </a:schemeClr>
            </a:solid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456" name="Google Shape;139;p2">
            <a:extLst>
              <a:ext uri="{FF2B5EF4-FFF2-40B4-BE49-F238E27FC236}">
                <a16:creationId xmlns:a16="http://schemas.microsoft.com/office/drawing/2014/main" id="{FEB5172E-92A3-B62A-1A9B-8AC5E09C3664}"/>
              </a:ext>
            </a:extLst>
          </p:cNvPr>
          <p:cNvSpPr/>
          <p:nvPr/>
        </p:nvSpPr>
        <p:spPr>
          <a:xfrm>
            <a:off x="2310338" y="5230563"/>
            <a:ext cx="5168900" cy="508000"/>
          </a:xfrm>
          <a:prstGeom prst="roundRect">
            <a:avLst>
              <a:gd name="adj" fmla="val 50000"/>
            </a:avLst>
          </a:prstGeom>
          <a:noFill/>
          <a:ln w="28575" cap="flat" cmpd="sng">
            <a:solidFill>
              <a:schemeClr val="l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b="1" dirty="0" err="1">
                <a:solidFill>
                  <a:schemeClr val="dk1"/>
                </a:solidFill>
                <a:latin typeface="Arial"/>
                <a:ea typeface="Arial"/>
                <a:cs typeface="Arial"/>
                <a:sym typeface="Arial"/>
              </a:rPr>
              <a:t>Kết</a:t>
            </a:r>
            <a:r>
              <a:rPr lang="en-US" b="1" dirty="0">
                <a:solidFill>
                  <a:schemeClr val="dk1"/>
                </a:solidFill>
                <a:latin typeface="Arial"/>
                <a:ea typeface="Arial"/>
                <a:cs typeface="Arial"/>
                <a:sym typeface="Arial"/>
              </a:rPr>
              <a:t> </a:t>
            </a:r>
            <a:r>
              <a:rPr lang="en-US" b="1" dirty="0" err="1">
                <a:solidFill>
                  <a:schemeClr val="dk1"/>
                </a:solidFill>
                <a:latin typeface="Arial"/>
                <a:ea typeface="Arial"/>
                <a:cs typeface="Arial"/>
                <a:sym typeface="Arial"/>
              </a:rPr>
              <a:t>luận</a:t>
            </a:r>
            <a:r>
              <a:rPr lang="en-US" b="1" dirty="0">
                <a:solidFill>
                  <a:schemeClr val="dk1"/>
                </a:solidFill>
                <a:latin typeface="Arial"/>
                <a:ea typeface="Arial"/>
                <a:cs typeface="Arial"/>
                <a:sym typeface="Arial"/>
              </a:rPr>
              <a:t> </a:t>
            </a:r>
            <a:r>
              <a:rPr lang="en-US" b="1" dirty="0" err="1">
                <a:solidFill>
                  <a:schemeClr val="dk1"/>
                </a:solidFill>
                <a:latin typeface="Arial"/>
                <a:ea typeface="Arial"/>
                <a:cs typeface="Arial"/>
                <a:sym typeface="Arial"/>
              </a:rPr>
              <a:t>và</a:t>
            </a:r>
            <a:r>
              <a:rPr lang="en-US" b="1" dirty="0">
                <a:solidFill>
                  <a:schemeClr val="dk1"/>
                </a:solidFill>
                <a:latin typeface="Arial"/>
                <a:ea typeface="Arial"/>
                <a:cs typeface="Arial"/>
                <a:sym typeface="Arial"/>
              </a:rPr>
              <a:t> </a:t>
            </a:r>
            <a:r>
              <a:rPr lang="en-US" b="1" dirty="0" err="1">
                <a:solidFill>
                  <a:schemeClr val="dk1"/>
                </a:solidFill>
                <a:latin typeface="Arial"/>
                <a:ea typeface="Arial"/>
                <a:cs typeface="Arial"/>
                <a:sym typeface="Arial"/>
              </a:rPr>
              <a:t>hướng</a:t>
            </a:r>
            <a:r>
              <a:rPr lang="en-US" b="1" dirty="0">
                <a:solidFill>
                  <a:schemeClr val="dk1"/>
                </a:solidFill>
                <a:latin typeface="Arial"/>
                <a:ea typeface="Arial"/>
                <a:cs typeface="Arial"/>
                <a:sym typeface="Arial"/>
              </a:rPr>
              <a:t> </a:t>
            </a:r>
            <a:r>
              <a:rPr lang="en-US" b="1" dirty="0" err="1">
                <a:solidFill>
                  <a:schemeClr val="dk1"/>
                </a:solidFill>
                <a:latin typeface="Arial"/>
                <a:ea typeface="Arial"/>
                <a:cs typeface="Arial"/>
                <a:sym typeface="Arial"/>
              </a:rPr>
              <a:t>phát</a:t>
            </a:r>
            <a:r>
              <a:rPr lang="en-US" b="1" dirty="0">
                <a:solidFill>
                  <a:schemeClr val="dk1"/>
                </a:solidFill>
                <a:latin typeface="Arial"/>
                <a:ea typeface="Arial"/>
                <a:cs typeface="Arial"/>
                <a:sym typeface="Arial"/>
              </a:rPr>
              <a:t> </a:t>
            </a:r>
            <a:r>
              <a:rPr lang="en-US" b="1" dirty="0" err="1">
                <a:solidFill>
                  <a:schemeClr val="dk1"/>
                </a:solidFill>
                <a:latin typeface="Arial"/>
                <a:ea typeface="Arial"/>
                <a:cs typeface="Arial"/>
                <a:sym typeface="Arial"/>
              </a:rPr>
              <a:t>triển</a:t>
            </a:r>
            <a:endParaRPr sz="1800" b="1" dirty="0">
              <a:solidFill>
                <a:schemeClr val="dk1"/>
              </a:solidFill>
              <a:latin typeface="Arial"/>
              <a:ea typeface="Arial"/>
              <a:cs typeface="Arial"/>
              <a:sym typeface="Arial"/>
            </a:endParaRPr>
          </a:p>
        </p:txBody>
      </p:sp>
      <p:grpSp>
        <p:nvGrpSpPr>
          <p:cNvPr id="19457" name="Google Shape;140;p2">
            <a:extLst>
              <a:ext uri="{FF2B5EF4-FFF2-40B4-BE49-F238E27FC236}">
                <a16:creationId xmlns:a16="http://schemas.microsoft.com/office/drawing/2014/main" id="{BA8162C0-23AA-9E53-0F6A-C251C25ECD82}"/>
              </a:ext>
            </a:extLst>
          </p:cNvPr>
          <p:cNvGrpSpPr/>
          <p:nvPr/>
        </p:nvGrpSpPr>
        <p:grpSpPr>
          <a:xfrm>
            <a:off x="1817252" y="5238327"/>
            <a:ext cx="381000" cy="381000"/>
            <a:chOff x="2078" y="1680"/>
            <a:chExt cx="1615" cy="1615"/>
          </a:xfrm>
        </p:grpSpPr>
        <p:sp>
          <p:nvSpPr>
            <p:cNvPr id="19459" name="Google Shape;141;p2">
              <a:extLst>
                <a:ext uri="{FF2B5EF4-FFF2-40B4-BE49-F238E27FC236}">
                  <a16:creationId xmlns:a16="http://schemas.microsoft.com/office/drawing/2014/main" id="{9C007459-BC23-4742-4511-378FD368B6AF}"/>
                </a:ext>
              </a:extLst>
            </p:cNvPr>
            <p:cNvSpPr/>
            <p:nvPr/>
          </p:nvSpPr>
          <p:spPr>
            <a:xfrm>
              <a:off x="2078" y="1680"/>
              <a:ext cx="1615" cy="1615"/>
            </a:xfrm>
            <a:prstGeom prst="ellipse">
              <a:avLst/>
            </a:prstGeom>
            <a:gradFill>
              <a:gsLst>
                <a:gs pos="0">
                  <a:srgbClr val="B3B3B3"/>
                </a:gs>
                <a:gs pos="50000">
                  <a:srgbClr val="FFFFFF"/>
                </a:gs>
                <a:gs pos="100000">
                  <a:srgbClr val="B3B3B3"/>
                </a:gs>
              </a:gsLst>
              <a:lin ang="54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460" name="Google Shape;142;p2">
              <a:extLst>
                <a:ext uri="{FF2B5EF4-FFF2-40B4-BE49-F238E27FC236}">
                  <a16:creationId xmlns:a16="http://schemas.microsoft.com/office/drawing/2014/main" id="{8AFAC4F6-56EC-6F56-CB36-928EA80D48EA}"/>
                </a:ext>
              </a:extLst>
            </p:cNvPr>
            <p:cNvSpPr/>
            <p:nvPr/>
          </p:nvSpPr>
          <p:spPr>
            <a:xfrm>
              <a:off x="2170" y="1771"/>
              <a:ext cx="1430" cy="1430"/>
            </a:xfrm>
            <a:prstGeom prst="ellipse">
              <a:avLst/>
            </a:prstGeom>
            <a:gradFill>
              <a:gsLst>
                <a:gs pos="0">
                  <a:srgbClr val="CFCFCF"/>
                </a:gs>
                <a:gs pos="50000">
                  <a:srgbClr val="FFFFFF"/>
                </a:gs>
                <a:gs pos="100000">
                  <a:srgbClr val="CFCFCF"/>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461" name="Google Shape;143;p2">
              <a:extLst>
                <a:ext uri="{FF2B5EF4-FFF2-40B4-BE49-F238E27FC236}">
                  <a16:creationId xmlns:a16="http://schemas.microsoft.com/office/drawing/2014/main" id="{FB42461F-CC71-1F85-771B-F2A06BC48CB6}"/>
                </a:ext>
              </a:extLst>
            </p:cNvPr>
            <p:cNvSpPr/>
            <p:nvPr/>
          </p:nvSpPr>
          <p:spPr>
            <a:xfrm>
              <a:off x="2254" y="1856"/>
              <a:ext cx="1262" cy="1264"/>
            </a:xfrm>
            <a:prstGeom prst="ellipse">
              <a:avLst/>
            </a:prstGeom>
            <a:gradFill>
              <a:gsLst>
                <a:gs pos="0">
                  <a:srgbClr val="FFFFFF"/>
                </a:gs>
                <a:gs pos="50000">
                  <a:schemeClr val="hlink"/>
                </a:gs>
                <a:gs pos="100000">
                  <a:srgbClr val="FFFFFF"/>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462" name="Google Shape;144;p2">
              <a:extLst>
                <a:ext uri="{FF2B5EF4-FFF2-40B4-BE49-F238E27FC236}">
                  <a16:creationId xmlns:a16="http://schemas.microsoft.com/office/drawing/2014/main" id="{4A897482-4044-042A-E7F3-47B6DC07DB4D}"/>
                </a:ext>
              </a:extLst>
            </p:cNvPr>
            <p:cNvSpPr/>
            <p:nvPr/>
          </p:nvSpPr>
          <p:spPr>
            <a:xfrm>
              <a:off x="2254" y="1856"/>
              <a:ext cx="1262" cy="1264"/>
            </a:xfrm>
            <a:prstGeom prst="ellipse">
              <a:avLst/>
            </a:prstGeom>
            <a:gradFill>
              <a:gsLst>
                <a:gs pos="0">
                  <a:srgbClr val="000000"/>
                </a:gs>
                <a:gs pos="100000">
                  <a:srgbClr val="FFCC00"/>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463" name="Google Shape;145;p2">
              <a:extLst>
                <a:ext uri="{FF2B5EF4-FFF2-40B4-BE49-F238E27FC236}">
                  <a16:creationId xmlns:a16="http://schemas.microsoft.com/office/drawing/2014/main" id="{02B43B3C-2789-C0B9-7339-55FAAC44B80F}"/>
                </a:ext>
              </a:extLst>
            </p:cNvPr>
            <p:cNvSpPr/>
            <p:nvPr/>
          </p:nvSpPr>
          <p:spPr>
            <a:xfrm>
              <a:off x="2337" y="1939"/>
              <a:ext cx="1096" cy="1098"/>
            </a:xfrm>
            <a:prstGeom prst="ellipse">
              <a:avLst/>
            </a:prstGeom>
            <a:gradFill>
              <a:gsLst>
                <a:gs pos="0">
                  <a:srgbClr val="034A91"/>
                </a:gs>
                <a:gs pos="50000">
                  <a:schemeClr val="hlink"/>
                </a:gs>
                <a:gs pos="100000">
                  <a:srgbClr val="034A91"/>
                </a:gs>
              </a:gsLst>
              <a:lin ang="189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464" name="Google Shape;146;p2">
              <a:extLst>
                <a:ext uri="{FF2B5EF4-FFF2-40B4-BE49-F238E27FC236}">
                  <a16:creationId xmlns:a16="http://schemas.microsoft.com/office/drawing/2014/main" id="{187CE110-F1BA-A05D-FC50-EE1AABEE6A56}"/>
                </a:ext>
              </a:extLst>
            </p:cNvPr>
            <p:cNvSpPr/>
            <p:nvPr/>
          </p:nvSpPr>
          <p:spPr>
            <a:xfrm>
              <a:off x="2337" y="1939"/>
              <a:ext cx="1096" cy="1098"/>
            </a:xfrm>
            <a:prstGeom prst="ellipse">
              <a:avLst/>
            </a:prstGeom>
            <a:gradFill>
              <a:gsLst>
                <a:gs pos="0">
                  <a:srgbClr val="FFCC00"/>
                </a:gs>
                <a:gs pos="100000">
                  <a:srgbClr val="B79200"/>
                </a:gs>
              </a:gsLst>
              <a:lin ang="2700000" scaled="0"/>
            </a:grad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Tree>
    <p:extLst>
      <p:ext uri="{BB962C8B-B14F-4D97-AF65-F5344CB8AC3E}">
        <p14:creationId xmlns:p14="http://schemas.microsoft.com/office/powerpoint/2010/main" val="4164718367"/>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41FE74-5F11-F823-10F2-7E971ED370A1}"/>
            </a:ext>
          </a:extLst>
        </p:cNvPr>
        <p:cNvGrpSpPr/>
        <p:nvPr/>
      </p:nvGrpSpPr>
      <p:grpSpPr>
        <a:xfrm>
          <a:off x="0" y="0"/>
          <a:ext cx="0" cy="0"/>
          <a:chOff x="0" y="0"/>
          <a:chExt cx="0" cy="0"/>
        </a:xfrm>
      </p:grpSpPr>
      <p:sp>
        <p:nvSpPr>
          <p:cNvPr id="19458" name="Slide Number Placeholder 5">
            <a:extLst>
              <a:ext uri="{FF2B5EF4-FFF2-40B4-BE49-F238E27FC236}">
                <a16:creationId xmlns:a16="http://schemas.microsoft.com/office/drawing/2014/main" id="{757DAB7D-B5A5-4659-3533-67B6F76FE2FF}"/>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Verdana" panose="020B0604030504040204" pitchFamily="34" charset="0"/>
              </a:defRPr>
            </a:lvl1pPr>
            <a:lvl2pPr marL="742950" indent="-285750">
              <a:spcBef>
                <a:spcPct val="20000"/>
              </a:spcBef>
              <a:buChar char="–"/>
              <a:defRPr sz="2800">
                <a:solidFill>
                  <a:schemeClr val="tx1"/>
                </a:solidFill>
                <a:latin typeface="Verdana" panose="020B0604030504040204" pitchFamily="34" charset="0"/>
              </a:defRPr>
            </a:lvl2pPr>
            <a:lvl3pPr marL="1143000" indent="-228600">
              <a:spcBef>
                <a:spcPct val="20000"/>
              </a:spcBef>
              <a:buChar char="•"/>
              <a:defRPr sz="2400">
                <a:solidFill>
                  <a:schemeClr val="tx1"/>
                </a:solidFill>
                <a:latin typeface="Verdana" panose="020B0604030504040204" pitchFamily="34" charset="0"/>
              </a:defRPr>
            </a:lvl3pPr>
            <a:lvl4pPr marL="1600200" indent="-228600">
              <a:spcBef>
                <a:spcPct val="20000"/>
              </a:spcBef>
              <a:buChar char="–"/>
              <a:defRPr sz="2000">
                <a:solidFill>
                  <a:schemeClr val="tx1"/>
                </a:solidFill>
                <a:latin typeface="Verdana" panose="020B0604030504040204" pitchFamily="34" charset="0"/>
              </a:defRPr>
            </a:lvl4pPr>
            <a:lvl5pPr marL="2057400" indent="-228600">
              <a:spcBef>
                <a:spcPct val="20000"/>
              </a:spcBef>
              <a:buChar char="»"/>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Verdana" panose="020B0604030504040204" pitchFamily="34" charset="0"/>
              </a:defRPr>
            </a:lvl9pPr>
          </a:lstStyle>
          <a:p>
            <a:pPr>
              <a:spcBef>
                <a:spcPct val="0"/>
              </a:spcBef>
              <a:buFontTx/>
              <a:buNone/>
            </a:pPr>
            <a:fld id="{7A12D7E3-E12C-46AD-95DA-2B3BA076F846}" type="slidenum">
              <a:rPr lang="en-US" altLang="en-US" sz="1400"/>
              <a:t>14</a:t>
            </a:fld>
            <a:endParaRPr lang="en-US" altLang="en-US" sz="1400"/>
          </a:p>
        </p:txBody>
      </p:sp>
      <p:sp>
        <p:nvSpPr>
          <p:cNvPr id="2" name="Rectangle 2">
            <a:extLst>
              <a:ext uri="{FF2B5EF4-FFF2-40B4-BE49-F238E27FC236}">
                <a16:creationId xmlns:a16="http://schemas.microsoft.com/office/drawing/2014/main" id="{D417D1BF-21D0-B493-E7AE-AF456ADE25EE}"/>
              </a:ext>
            </a:extLst>
          </p:cNvPr>
          <p:cNvSpPr>
            <a:spLocks noGrp="1" noChangeArrowheads="1"/>
          </p:cNvSpPr>
          <p:nvPr>
            <p:ph type="title"/>
          </p:nvPr>
        </p:nvSpPr>
        <p:spPr>
          <a:xfrm>
            <a:off x="906236" y="144624"/>
            <a:ext cx="8077200" cy="609600"/>
          </a:xfrm>
        </p:spPr>
        <p:txBody>
          <a:bodyPr>
            <a:normAutofit/>
          </a:bodyPr>
          <a:lstStyle/>
          <a:p>
            <a:pPr>
              <a:defRPr/>
            </a:pPr>
            <a:r>
              <a:rPr lang="en-US" altLang="en-US" b="1" dirty="0" err="1">
                <a:latin typeface="Arial" panose="020B0604020202020204" pitchFamily="34" charset="0"/>
                <a:cs typeface="Arial" panose="020B0604020202020204" pitchFamily="34" charset="0"/>
              </a:rPr>
              <a:t>Kết</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luận</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và</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hướng</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phát</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triển</a:t>
            </a:r>
            <a:endParaRPr lang="en-US" altLang="en-US" b="1" dirty="0">
              <a:latin typeface="Arial" panose="020B0604020202020204" pitchFamily="34" charset="0"/>
              <a:cs typeface="Arial" panose="020B0604020202020204" pitchFamily="34" charset="0"/>
            </a:endParaRPr>
          </a:p>
        </p:txBody>
      </p:sp>
      <p:sp>
        <p:nvSpPr>
          <p:cNvPr id="8195" name="Rectangle 3">
            <a:extLst>
              <a:ext uri="{FF2B5EF4-FFF2-40B4-BE49-F238E27FC236}">
                <a16:creationId xmlns:a16="http://schemas.microsoft.com/office/drawing/2014/main" id="{6FE1E489-A8E7-65A8-E261-33C2234F4FE2}"/>
              </a:ext>
            </a:extLst>
          </p:cNvPr>
          <p:cNvSpPr>
            <a:spLocks noGrp="1" noChangeArrowheads="1"/>
          </p:cNvSpPr>
          <p:nvPr>
            <p:ph type="body" idx="1"/>
          </p:nvPr>
        </p:nvSpPr>
        <p:spPr>
          <a:xfrm>
            <a:off x="906236" y="1184989"/>
            <a:ext cx="10474778" cy="5328526"/>
          </a:xfrm>
        </p:spPr>
        <p:txBody>
          <a:bodyPr>
            <a:normAutofit/>
          </a:bodyPr>
          <a:lstStyle/>
          <a:p>
            <a:pPr marL="0" indent="0" algn="just">
              <a:lnSpc>
                <a:spcPct val="150000"/>
              </a:lnSpc>
              <a:spcBef>
                <a:spcPts val="0"/>
              </a:spcBef>
              <a:buNone/>
              <a:defRPr/>
            </a:pPr>
            <a:r>
              <a:rPr lang="en-US" altLang="en-US" sz="2400" b="1" dirty="0" err="1">
                <a:latin typeface="Arial" panose="020B0604020202020204" pitchFamily="34" charset="0"/>
                <a:cs typeface="Arial" panose="020B0604020202020204" pitchFamily="34" charset="0"/>
              </a:rPr>
              <a:t>Kết</a:t>
            </a:r>
            <a:r>
              <a:rPr lang="en-US" altLang="en-US" sz="2400" b="1" dirty="0">
                <a:latin typeface="Arial" panose="020B0604020202020204" pitchFamily="34" charset="0"/>
                <a:cs typeface="Arial" panose="020B0604020202020204" pitchFamily="34" charset="0"/>
              </a:rPr>
              <a:t> </a:t>
            </a:r>
            <a:r>
              <a:rPr lang="en-US" altLang="en-US" sz="2400" b="1" dirty="0" err="1">
                <a:latin typeface="Arial" panose="020B0604020202020204" pitchFamily="34" charset="0"/>
                <a:cs typeface="Arial" panose="020B0604020202020204" pitchFamily="34" charset="0"/>
              </a:rPr>
              <a:t>quả</a:t>
            </a:r>
            <a:r>
              <a:rPr lang="en-US" altLang="en-US" sz="2400" b="1" dirty="0">
                <a:latin typeface="Arial" panose="020B0604020202020204" pitchFamily="34" charset="0"/>
                <a:cs typeface="Arial" panose="020B0604020202020204" pitchFamily="34" charset="0"/>
              </a:rPr>
              <a:t> </a:t>
            </a:r>
            <a:r>
              <a:rPr lang="en-US" altLang="en-US" sz="2400" b="1" dirty="0" err="1">
                <a:latin typeface="Arial" panose="020B0604020202020204" pitchFamily="34" charset="0"/>
                <a:cs typeface="Arial" panose="020B0604020202020204" pitchFamily="34" charset="0"/>
              </a:rPr>
              <a:t>đạt</a:t>
            </a:r>
            <a:r>
              <a:rPr lang="en-US" altLang="en-US" sz="2400" b="1" dirty="0">
                <a:latin typeface="Arial" panose="020B0604020202020204" pitchFamily="34" charset="0"/>
                <a:cs typeface="Arial" panose="020B0604020202020204" pitchFamily="34" charset="0"/>
              </a:rPr>
              <a:t> </a:t>
            </a:r>
            <a:r>
              <a:rPr lang="en-US" altLang="en-US" sz="2400" b="1" dirty="0" err="1">
                <a:latin typeface="Arial" panose="020B0604020202020204" pitchFamily="34" charset="0"/>
                <a:cs typeface="Arial" panose="020B0604020202020204" pitchFamily="34" charset="0"/>
              </a:rPr>
              <a:t>được</a:t>
            </a:r>
            <a:r>
              <a:rPr lang="en-US" altLang="en-US" sz="2400" b="1" dirty="0">
                <a:latin typeface="Arial" panose="020B0604020202020204" pitchFamily="34" charset="0"/>
                <a:cs typeface="Arial" panose="020B0604020202020204" pitchFamily="34" charset="0"/>
              </a:rPr>
              <a:t>:</a:t>
            </a:r>
          </a:p>
          <a:p>
            <a:pPr marL="0" indent="0" algn="just">
              <a:lnSpc>
                <a:spcPct val="150000"/>
              </a:lnSpc>
              <a:spcBef>
                <a:spcPts val="0"/>
              </a:spcBef>
              <a:buNone/>
              <a:defRPr/>
            </a:pPr>
            <a:r>
              <a:rPr lang="en-US" altLang="en-US" sz="2400" dirty="0">
                <a:latin typeface="Arial" panose="020B0604020202020204" pitchFamily="34" charset="0"/>
                <a:cs typeface="Arial" panose="020B0604020202020204" pitchFamily="34" charset="0"/>
              </a:rPr>
              <a:t>	</a:t>
            </a:r>
            <a:r>
              <a:rPr lang="vi-VN" altLang="en-US" sz="2400" dirty="0">
                <a:latin typeface="Arial" panose="020B0604020202020204" pitchFamily="34" charset="0"/>
                <a:cs typeface="Arial" panose="020B0604020202020204" pitchFamily="34" charset="0"/>
              </a:rPr>
              <a:t>Đề tài đã xây dựng thành công một framework kiểm thử tự động theo mô hình Hybrid-Driven Testing, kết hợp giữa </a:t>
            </a:r>
            <a:r>
              <a:rPr lang="en-US" altLang="en-US" sz="2400" dirty="0">
                <a:latin typeface="Arial" panose="020B0604020202020204" pitchFamily="34" charset="0"/>
                <a:cs typeface="Arial" panose="020B0604020202020204" pitchFamily="34" charset="0"/>
              </a:rPr>
              <a:t>KDT</a:t>
            </a:r>
            <a:r>
              <a:rPr lang="vi-VN" altLang="en-US" sz="2400" dirty="0">
                <a:latin typeface="Arial" panose="020B0604020202020204" pitchFamily="34" charset="0"/>
                <a:cs typeface="Arial" panose="020B0604020202020204" pitchFamily="34" charset="0"/>
              </a:rPr>
              <a:t>, </a:t>
            </a:r>
            <a:r>
              <a:rPr lang="en-US" altLang="en-US" sz="2400" dirty="0">
                <a:latin typeface="Arial" panose="020B0604020202020204" pitchFamily="34" charset="0"/>
                <a:cs typeface="Arial" panose="020B0604020202020204" pitchFamily="34" charset="0"/>
              </a:rPr>
              <a:t>DDT </a:t>
            </a:r>
            <a:r>
              <a:rPr lang="vi-VN" altLang="en-US" sz="2400" dirty="0">
                <a:latin typeface="Arial" panose="020B0604020202020204" pitchFamily="34" charset="0"/>
                <a:cs typeface="Arial" panose="020B0604020202020204" pitchFamily="34" charset="0"/>
              </a:rPr>
              <a:t>và </a:t>
            </a:r>
            <a:r>
              <a:rPr lang="en-US" altLang="en-US" sz="2400" dirty="0">
                <a:latin typeface="Arial" panose="020B0604020202020204" pitchFamily="34" charset="0"/>
                <a:cs typeface="Arial" panose="020B0604020202020204" pitchFamily="34" charset="0"/>
              </a:rPr>
              <a:t>POM</a:t>
            </a:r>
            <a:r>
              <a:rPr lang="vi-VN" altLang="en-US" sz="2400" dirty="0">
                <a:latin typeface="Arial" panose="020B0604020202020204" pitchFamily="34" charset="0"/>
                <a:cs typeface="Arial" panose="020B0604020202020204" pitchFamily="34" charset="0"/>
              </a:rPr>
              <a:t>. Framework được phát triển bằng Python, Selenium WebDriver và Pytest, hỗ trợ quản lý keyword, locator, dữ liệu kiểm thử và thực thi test script tự động. Bên cạnh đó, hệ thống đã tích hợp AI để sinh test case và test script từ Use Case, đồng thời được áp dụng thực nghiệm trên website Bemori và cho kết quả hoạt động ổn định.</a:t>
            </a:r>
            <a:endParaRPr lang="en-US"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92473561"/>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Effect transition="in" filter="wipe(down)">
                                      <p:cBhvr>
                                        <p:cTn id="7" dur="500"/>
                                        <p:tgtEl>
                                          <p:spTgt spid="81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8195">
                                            <p:txEl>
                                              <p:pRg st="1" end="1"/>
                                            </p:txEl>
                                          </p:spTgt>
                                        </p:tgtEl>
                                        <p:attrNameLst>
                                          <p:attrName>style.visibility</p:attrName>
                                        </p:attrNameLst>
                                      </p:cBhvr>
                                      <p:to>
                                        <p:strVal val="visible"/>
                                      </p:to>
                                    </p:set>
                                    <p:animEffect transition="in" filter="wipe(down)">
                                      <p:cBhvr>
                                        <p:cTn id="12" dur="500"/>
                                        <p:tgtEl>
                                          <p:spTgt spid="819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DBAC4D-7966-CBA0-63DA-9DE445F9C617}"/>
            </a:ext>
          </a:extLst>
        </p:cNvPr>
        <p:cNvGrpSpPr/>
        <p:nvPr/>
      </p:nvGrpSpPr>
      <p:grpSpPr>
        <a:xfrm>
          <a:off x="0" y="0"/>
          <a:ext cx="0" cy="0"/>
          <a:chOff x="0" y="0"/>
          <a:chExt cx="0" cy="0"/>
        </a:xfrm>
      </p:grpSpPr>
      <p:sp>
        <p:nvSpPr>
          <p:cNvPr id="19458" name="Slide Number Placeholder 5">
            <a:extLst>
              <a:ext uri="{FF2B5EF4-FFF2-40B4-BE49-F238E27FC236}">
                <a16:creationId xmlns:a16="http://schemas.microsoft.com/office/drawing/2014/main" id="{6EE15A36-9378-7CEE-5D4E-6EC71C18DE49}"/>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Verdana" panose="020B0604030504040204" pitchFamily="34" charset="0"/>
              </a:defRPr>
            </a:lvl1pPr>
            <a:lvl2pPr marL="742950" indent="-285750">
              <a:spcBef>
                <a:spcPct val="20000"/>
              </a:spcBef>
              <a:buChar char="–"/>
              <a:defRPr sz="2800">
                <a:solidFill>
                  <a:schemeClr val="tx1"/>
                </a:solidFill>
                <a:latin typeface="Verdana" panose="020B0604030504040204" pitchFamily="34" charset="0"/>
              </a:defRPr>
            </a:lvl2pPr>
            <a:lvl3pPr marL="1143000" indent="-228600">
              <a:spcBef>
                <a:spcPct val="20000"/>
              </a:spcBef>
              <a:buChar char="•"/>
              <a:defRPr sz="2400">
                <a:solidFill>
                  <a:schemeClr val="tx1"/>
                </a:solidFill>
                <a:latin typeface="Verdana" panose="020B0604030504040204" pitchFamily="34" charset="0"/>
              </a:defRPr>
            </a:lvl3pPr>
            <a:lvl4pPr marL="1600200" indent="-228600">
              <a:spcBef>
                <a:spcPct val="20000"/>
              </a:spcBef>
              <a:buChar char="–"/>
              <a:defRPr sz="2000">
                <a:solidFill>
                  <a:schemeClr val="tx1"/>
                </a:solidFill>
                <a:latin typeface="Verdana" panose="020B0604030504040204" pitchFamily="34" charset="0"/>
              </a:defRPr>
            </a:lvl4pPr>
            <a:lvl5pPr marL="2057400" indent="-228600">
              <a:spcBef>
                <a:spcPct val="20000"/>
              </a:spcBef>
              <a:buChar char="»"/>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Verdana" panose="020B0604030504040204" pitchFamily="34" charset="0"/>
              </a:defRPr>
            </a:lvl9pPr>
          </a:lstStyle>
          <a:p>
            <a:pPr>
              <a:spcBef>
                <a:spcPct val="0"/>
              </a:spcBef>
              <a:buFontTx/>
              <a:buNone/>
            </a:pPr>
            <a:fld id="{7A12D7E3-E12C-46AD-95DA-2B3BA076F846}" type="slidenum">
              <a:rPr lang="en-US" altLang="en-US" sz="1400"/>
              <a:t>15</a:t>
            </a:fld>
            <a:endParaRPr lang="en-US" altLang="en-US" sz="1400"/>
          </a:p>
        </p:txBody>
      </p:sp>
      <p:sp>
        <p:nvSpPr>
          <p:cNvPr id="2" name="Rectangle 2">
            <a:extLst>
              <a:ext uri="{FF2B5EF4-FFF2-40B4-BE49-F238E27FC236}">
                <a16:creationId xmlns:a16="http://schemas.microsoft.com/office/drawing/2014/main" id="{FAB34F41-B4FF-A877-A599-DF0272D9F795}"/>
              </a:ext>
            </a:extLst>
          </p:cNvPr>
          <p:cNvSpPr>
            <a:spLocks noGrp="1" noChangeArrowheads="1"/>
          </p:cNvSpPr>
          <p:nvPr>
            <p:ph type="title"/>
          </p:nvPr>
        </p:nvSpPr>
        <p:spPr>
          <a:xfrm>
            <a:off x="906236" y="144624"/>
            <a:ext cx="8077200" cy="609600"/>
          </a:xfrm>
        </p:spPr>
        <p:txBody>
          <a:bodyPr>
            <a:normAutofit/>
          </a:bodyPr>
          <a:lstStyle/>
          <a:p>
            <a:pPr>
              <a:defRPr/>
            </a:pPr>
            <a:r>
              <a:rPr lang="en-US" altLang="en-US" b="1" dirty="0" err="1">
                <a:latin typeface="Arial" panose="020B0604020202020204" pitchFamily="34" charset="0"/>
                <a:cs typeface="Arial" panose="020B0604020202020204" pitchFamily="34" charset="0"/>
              </a:rPr>
              <a:t>Kết</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luận</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và</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hướng</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phát</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triển</a:t>
            </a:r>
            <a:endParaRPr lang="en-US" altLang="en-US" b="1" dirty="0">
              <a:latin typeface="Arial" panose="020B0604020202020204" pitchFamily="34" charset="0"/>
              <a:cs typeface="Arial" panose="020B0604020202020204" pitchFamily="34" charset="0"/>
            </a:endParaRPr>
          </a:p>
        </p:txBody>
      </p:sp>
      <p:sp>
        <p:nvSpPr>
          <p:cNvPr id="8195" name="Rectangle 3">
            <a:extLst>
              <a:ext uri="{FF2B5EF4-FFF2-40B4-BE49-F238E27FC236}">
                <a16:creationId xmlns:a16="http://schemas.microsoft.com/office/drawing/2014/main" id="{94616535-5564-A6AD-620B-E58916F3FA00}"/>
              </a:ext>
            </a:extLst>
          </p:cNvPr>
          <p:cNvSpPr>
            <a:spLocks noGrp="1" noChangeArrowheads="1"/>
          </p:cNvSpPr>
          <p:nvPr>
            <p:ph type="body" idx="1"/>
          </p:nvPr>
        </p:nvSpPr>
        <p:spPr>
          <a:xfrm>
            <a:off x="906236" y="1184989"/>
            <a:ext cx="10474778" cy="5328526"/>
          </a:xfrm>
        </p:spPr>
        <p:txBody>
          <a:bodyPr>
            <a:normAutofit/>
          </a:bodyPr>
          <a:lstStyle/>
          <a:p>
            <a:pPr marL="0" indent="0" algn="just">
              <a:lnSpc>
                <a:spcPct val="150000"/>
              </a:lnSpc>
              <a:spcBef>
                <a:spcPts val="0"/>
              </a:spcBef>
              <a:buNone/>
              <a:defRPr/>
            </a:pPr>
            <a:r>
              <a:rPr lang="en-US" altLang="en-US" sz="2400" b="1" dirty="0" err="1">
                <a:latin typeface="Arial" panose="020B0604020202020204" pitchFamily="34" charset="0"/>
                <a:cs typeface="Arial" panose="020B0604020202020204" pitchFamily="34" charset="0"/>
              </a:rPr>
              <a:t>Hạn</a:t>
            </a:r>
            <a:r>
              <a:rPr lang="en-US" altLang="en-US" sz="2400" b="1" dirty="0">
                <a:latin typeface="Arial" panose="020B0604020202020204" pitchFamily="34" charset="0"/>
                <a:cs typeface="Arial" panose="020B0604020202020204" pitchFamily="34" charset="0"/>
              </a:rPr>
              <a:t> </a:t>
            </a:r>
            <a:r>
              <a:rPr lang="en-US" altLang="en-US" sz="2400" b="1" dirty="0" err="1">
                <a:latin typeface="Arial" panose="020B0604020202020204" pitchFamily="34" charset="0"/>
                <a:cs typeface="Arial" panose="020B0604020202020204" pitchFamily="34" charset="0"/>
              </a:rPr>
              <a:t>chế</a:t>
            </a:r>
            <a:r>
              <a:rPr lang="en-US" altLang="en-US" sz="2400" b="1" dirty="0">
                <a:latin typeface="Arial" panose="020B0604020202020204" pitchFamily="34" charset="0"/>
                <a:cs typeface="Arial" panose="020B0604020202020204" pitchFamily="34" charset="0"/>
              </a:rPr>
              <a:t>:</a:t>
            </a:r>
          </a:p>
          <a:p>
            <a:pPr algn="just">
              <a:lnSpc>
                <a:spcPct val="150000"/>
              </a:lnSpc>
              <a:spcBef>
                <a:spcPts val="0"/>
              </a:spcBef>
              <a:defRPr/>
            </a:pPr>
            <a:r>
              <a:rPr lang="vi-VN" altLang="en-US" sz="2400" dirty="0">
                <a:latin typeface="Arial" panose="020B0604020202020204" pitchFamily="34" charset="0"/>
                <a:cs typeface="Arial" panose="020B0604020202020204" pitchFamily="34" charset="0"/>
              </a:rPr>
              <a:t>Chưa hỗ trợ mobile testing và API testing</a:t>
            </a:r>
            <a:endParaRPr lang="en-US" altLang="en-US" sz="2400" dirty="0">
              <a:latin typeface="Arial" panose="020B0604020202020204" pitchFamily="34" charset="0"/>
              <a:cs typeface="Arial" panose="020B0604020202020204" pitchFamily="34" charset="0"/>
            </a:endParaRPr>
          </a:p>
          <a:p>
            <a:pPr algn="just">
              <a:lnSpc>
                <a:spcPct val="150000"/>
              </a:lnSpc>
              <a:spcBef>
                <a:spcPts val="0"/>
              </a:spcBef>
              <a:defRPr/>
            </a:pPr>
            <a:r>
              <a:rPr lang="vi-VN" altLang="en-US" sz="2400" dirty="0">
                <a:latin typeface="Arial" panose="020B0604020202020204" pitchFamily="34" charset="0"/>
                <a:cs typeface="Arial" panose="020B0604020202020204" pitchFamily="34" charset="0"/>
              </a:rPr>
              <a:t>Số lượng keyword còn hạn chế</a:t>
            </a:r>
            <a:endParaRPr lang="en-US" altLang="en-US" sz="2400" dirty="0">
              <a:latin typeface="Arial" panose="020B0604020202020204" pitchFamily="34" charset="0"/>
              <a:cs typeface="Arial" panose="020B0604020202020204" pitchFamily="34" charset="0"/>
            </a:endParaRPr>
          </a:p>
          <a:p>
            <a:pPr algn="just">
              <a:lnSpc>
                <a:spcPct val="150000"/>
              </a:lnSpc>
              <a:spcBef>
                <a:spcPts val="0"/>
              </a:spcBef>
              <a:defRPr/>
            </a:pPr>
            <a:r>
              <a:rPr lang="en-US" altLang="en-US" sz="2400" dirty="0" err="1">
                <a:latin typeface="Arial" panose="020B0604020202020204" pitchFamily="34" charset="0"/>
                <a:cs typeface="Arial" panose="020B0604020202020204" pitchFamily="34" charset="0"/>
              </a:rPr>
              <a:t>Dữ</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liệu</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kiểm</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thử</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được</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sinh</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ra</a:t>
            </a: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từ</a:t>
            </a:r>
            <a:r>
              <a:rPr lang="en-US" altLang="en-US" sz="2400" dirty="0">
                <a:latin typeface="Arial" panose="020B0604020202020204" pitchFamily="34" charset="0"/>
                <a:cs typeface="Arial" panose="020B0604020202020204" pitchFamily="34" charset="0"/>
              </a:rPr>
              <a:t> AI</a:t>
            </a:r>
            <a:r>
              <a:rPr lang="vi-VN" altLang="en-US" sz="2400" dirty="0">
                <a:latin typeface="Arial" panose="020B0604020202020204" pitchFamily="34" charset="0"/>
                <a:cs typeface="Arial" panose="020B0604020202020204" pitchFamily="34" charset="0"/>
              </a:rPr>
              <a:t> vẫn cần kiểm tra và hiệu chỉnh thủ công</a:t>
            </a:r>
            <a:endParaRPr lang="en-US" altLang="en-US" sz="2400" dirty="0">
              <a:latin typeface="Arial" panose="020B0604020202020204" pitchFamily="34" charset="0"/>
              <a:cs typeface="Arial" panose="020B0604020202020204" pitchFamily="34" charset="0"/>
            </a:endParaRPr>
          </a:p>
          <a:p>
            <a:pPr algn="just">
              <a:lnSpc>
                <a:spcPct val="150000"/>
              </a:lnSpc>
              <a:spcBef>
                <a:spcPts val="0"/>
              </a:spcBef>
              <a:defRPr/>
            </a:pPr>
            <a:r>
              <a:rPr lang="vi-VN" altLang="en-US" sz="2400" dirty="0">
                <a:latin typeface="Arial" panose="020B0604020202020204" pitchFamily="34" charset="0"/>
                <a:cs typeface="Arial" panose="020B0604020202020204" pitchFamily="34" charset="0"/>
              </a:rPr>
              <a:t>Chưa tích hợp các kỹ thuật AI nâng cao như tự động phát hiện lỗi</a:t>
            </a:r>
            <a:endParaRPr lang="en-US"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3367447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Effect transition="in" filter="barn(inVertical)">
                                      <p:cBhvr>
                                        <p:cTn id="7" dur="500"/>
                                        <p:tgtEl>
                                          <p:spTgt spid="81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8195">
                                            <p:txEl>
                                              <p:pRg st="1" end="1"/>
                                            </p:txEl>
                                          </p:spTgt>
                                        </p:tgtEl>
                                        <p:attrNameLst>
                                          <p:attrName>style.visibility</p:attrName>
                                        </p:attrNameLst>
                                      </p:cBhvr>
                                      <p:to>
                                        <p:strVal val="visible"/>
                                      </p:to>
                                    </p:set>
                                    <p:animEffect transition="in" filter="barn(inVertical)">
                                      <p:cBhvr>
                                        <p:cTn id="12" dur="500"/>
                                        <p:tgtEl>
                                          <p:spTgt spid="8195">
                                            <p:txEl>
                                              <p:pRg st="1" end="1"/>
                                            </p:txEl>
                                          </p:spTgt>
                                        </p:tgtEl>
                                      </p:cBhvr>
                                    </p:animEffect>
                                  </p:childTnLst>
                                </p:cTn>
                              </p:par>
                              <p:par>
                                <p:cTn id="13" presetID="16" presetClass="entr" presetSubtype="21" fill="hold" nodeType="withEffect">
                                  <p:stCondLst>
                                    <p:cond delay="0"/>
                                  </p:stCondLst>
                                  <p:childTnLst>
                                    <p:set>
                                      <p:cBhvr>
                                        <p:cTn id="14" dur="1" fill="hold">
                                          <p:stCondLst>
                                            <p:cond delay="0"/>
                                          </p:stCondLst>
                                        </p:cTn>
                                        <p:tgtEl>
                                          <p:spTgt spid="8195">
                                            <p:txEl>
                                              <p:pRg st="2" end="2"/>
                                            </p:txEl>
                                          </p:spTgt>
                                        </p:tgtEl>
                                        <p:attrNameLst>
                                          <p:attrName>style.visibility</p:attrName>
                                        </p:attrNameLst>
                                      </p:cBhvr>
                                      <p:to>
                                        <p:strVal val="visible"/>
                                      </p:to>
                                    </p:set>
                                    <p:animEffect transition="in" filter="barn(inVertical)">
                                      <p:cBhvr>
                                        <p:cTn id="15" dur="500"/>
                                        <p:tgtEl>
                                          <p:spTgt spid="8195">
                                            <p:txEl>
                                              <p:pRg st="2" end="2"/>
                                            </p:txEl>
                                          </p:spTgt>
                                        </p:tgtEl>
                                      </p:cBhvr>
                                    </p:animEffect>
                                  </p:childTnLst>
                                </p:cTn>
                              </p:par>
                              <p:par>
                                <p:cTn id="16" presetID="16" presetClass="entr" presetSubtype="21" fill="hold" nodeType="withEffect">
                                  <p:stCondLst>
                                    <p:cond delay="0"/>
                                  </p:stCondLst>
                                  <p:childTnLst>
                                    <p:set>
                                      <p:cBhvr>
                                        <p:cTn id="17" dur="1" fill="hold">
                                          <p:stCondLst>
                                            <p:cond delay="0"/>
                                          </p:stCondLst>
                                        </p:cTn>
                                        <p:tgtEl>
                                          <p:spTgt spid="8195">
                                            <p:txEl>
                                              <p:pRg st="3" end="3"/>
                                            </p:txEl>
                                          </p:spTgt>
                                        </p:tgtEl>
                                        <p:attrNameLst>
                                          <p:attrName>style.visibility</p:attrName>
                                        </p:attrNameLst>
                                      </p:cBhvr>
                                      <p:to>
                                        <p:strVal val="visible"/>
                                      </p:to>
                                    </p:set>
                                    <p:animEffect transition="in" filter="barn(inVertical)">
                                      <p:cBhvr>
                                        <p:cTn id="18" dur="500"/>
                                        <p:tgtEl>
                                          <p:spTgt spid="8195">
                                            <p:txEl>
                                              <p:pRg st="3" end="3"/>
                                            </p:txEl>
                                          </p:spTgt>
                                        </p:tgtEl>
                                      </p:cBhvr>
                                    </p:animEffect>
                                  </p:childTnLst>
                                </p:cTn>
                              </p:par>
                              <p:par>
                                <p:cTn id="19" presetID="16" presetClass="entr" presetSubtype="21" fill="hold" nodeType="withEffect">
                                  <p:stCondLst>
                                    <p:cond delay="0"/>
                                  </p:stCondLst>
                                  <p:childTnLst>
                                    <p:set>
                                      <p:cBhvr>
                                        <p:cTn id="20" dur="1" fill="hold">
                                          <p:stCondLst>
                                            <p:cond delay="0"/>
                                          </p:stCondLst>
                                        </p:cTn>
                                        <p:tgtEl>
                                          <p:spTgt spid="8195">
                                            <p:txEl>
                                              <p:pRg st="4" end="4"/>
                                            </p:txEl>
                                          </p:spTgt>
                                        </p:tgtEl>
                                        <p:attrNameLst>
                                          <p:attrName>style.visibility</p:attrName>
                                        </p:attrNameLst>
                                      </p:cBhvr>
                                      <p:to>
                                        <p:strVal val="visible"/>
                                      </p:to>
                                    </p:set>
                                    <p:animEffect transition="in" filter="barn(inVertical)">
                                      <p:cBhvr>
                                        <p:cTn id="21" dur="500"/>
                                        <p:tgtEl>
                                          <p:spTgt spid="819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D42614-4795-635E-52F5-0B7F87FBA908}"/>
            </a:ext>
          </a:extLst>
        </p:cNvPr>
        <p:cNvGrpSpPr/>
        <p:nvPr/>
      </p:nvGrpSpPr>
      <p:grpSpPr>
        <a:xfrm>
          <a:off x="0" y="0"/>
          <a:ext cx="0" cy="0"/>
          <a:chOff x="0" y="0"/>
          <a:chExt cx="0" cy="0"/>
        </a:xfrm>
      </p:grpSpPr>
      <p:sp>
        <p:nvSpPr>
          <p:cNvPr id="19458" name="Slide Number Placeholder 5">
            <a:extLst>
              <a:ext uri="{FF2B5EF4-FFF2-40B4-BE49-F238E27FC236}">
                <a16:creationId xmlns:a16="http://schemas.microsoft.com/office/drawing/2014/main" id="{3B272221-3B9A-199E-F39A-15DAC8B384A6}"/>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Verdana" panose="020B0604030504040204" pitchFamily="34" charset="0"/>
              </a:defRPr>
            </a:lvl1pPr>
            <a:lvl2pPr marL="742950" indent="-285750">
              <a:spcBef>
                <a:spcPct val="20000"/>
              </a:spcBef>
              <a:buChar char="–"/>
              <a:defRPr sz="2800">
                <a:solidFill>
                  <a:schemeClr val="tx1"/>
                </a:solidFill>
                <a:latin typeface="Verdana" panose="020B0604030504040204" pitchFamily="34" charset="0"/>
              </a:defRPr>
            </a:lvl2pPr>
            <a:lvl3pPr marL="1143000" indent="-228600">
              <a:spcBef>
                <a:spcPct val="20000"/>
              </a:spcBef>
              <a:buChar char="•"/>
              <a:defRPr sz="2400">
                <a:solidFill>
                  <a:schemeClr val="tx1"/>
                </a:solidFill>
                <a:latin typeface="Verdana" panose="020B0604030504040204" pitchFamily="34" charset="0"/>
              </a:defRPr>
            </a:lvl3pPr>
            <a:lvl4pPr marL="1600200" indent="-228600">
              <a:spcBef>
                <a:spcPct val="20000"/>
              </a:spcBef>
              <a:buChar char="–"/>
              <a:defRPr sz="2000">
                <a:solidFill>
                  <a:schemeClr val="tx1"/>
                </a:solidFill>
                <a:latin typeface="Verdana" panose="020B0604030504040204" pitchFamily="34" charset="0"/>
              </a:defRPr>
            </a:lvl4pPr>
            <a:lvl5pPr marL="2057400" indent="-228600">
              <a:spcBef>
                <a:spcPct val="20000"/>
              </a:spcBef>
              <a:buChar char="»"/>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Verdana" panose="020B0604030504040204" pitchFamily="34" charset="0"/>
              </a:defRPr>
            </a:lvl9pPr>
          </a:lstStyle>
          <a:p>
            <a:pPr>
              <a:spcBef>
                <a:spcPct val="0"/>
              </a:spcBef>
              <a:buFontTx/>
              <a:buNone/>
            </a:pPr>
            <a:fld id="{7A12D7E3-E12C-46AD-95DA-2B3BA076F846}" type="slidenum">
              <a:rPr lang="en-US" altLang="en-US" sz="1400"/>
              <a:t>16</a:t>
            </a:fld>
            <a:endParaRPr lang="en-US" altLang="en-US" sz="1400"/>
          </a:p>
        </p:txBody>
      </p:sp>
      <p:sp>
        <p:nvSpPr>
          <p:cNvPr id="2" name="Rectangle 2">
            <a:extLst>
              <a:ext uri="{FF2B5EF4-FFF2-40B4-BE49-F238E27FC236}">
                <a16:creationId xmlns:a16="http://schemas.microsoft.com/office/drawing/2014/main" id="{31C36FFE-4BB6-B0FE-6565-CD059D1A9A5F}"/>
              </a:ext>
            </a:extLst>
          </p:cNvPr>
          <p:cNvSpPr>
            <a:spLocks noGrp="1" noChangeArrowheads="1"/>
          </p:cNvSpPr>
          <p:nvPr>
            <p:ph type="title"/>
          </p:nvPr>
        </p:nvSpPr>
        <p:spPr>
          <a:xfrm>
            <a:off x="906236" y="144624"/>
            <a:ext cx="8077200" cy="609600"/>
          </a:xfrm>
        </p:spPr>
        <p:txBody>
          <a:bodyPr>
            <a:normAutofit/>
          </a:bodyPr>
          <a:lstStyle/>
          <a:p>
            <a:pPr>
              <a:defRPr/>
            </a:pPr>
            <a:r>
              <a:rPr lang="en-US" altLang="en-US" b="1" dirty="0" err="1">
                <a:latin typeface="Arial" panose="020B0604020202020204" pitchFamily="34" charset="0"/>
                <a:cs typeface="Arial" panose="020B0604020202020204" pitchFamily="34" charset="0"/>
              </a:rPr>
              <a:t>Kết</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luận</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và</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hướng</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phát</a:t>
            </a:r>
            <a:r>
              <a:rPr lang="en-US" altLang="en-US" b="1" dirty="0">
                <a:latin typeface="Arial" panose="020B0604020202020204" pitchFamily="34" charset="0"/>
                <a:cs typeface="Arial" panose="020B0604020202020204" pitchFamily="34" charset="0"/>
              </a:rPr>
              <a:t> </a:t>
            </a:r>
            <a:r>
              <a:rPr lang="en-US" altLang="en-US" b="1" dirty="0" err="1">
                <a:latin typeface="Arial" panose="020B0604020202020204" pitchFamily="34" charset="0"/>
                <a:cs typeface="Arial" panose="020B0604020202020204" pitchFamily="34" charset="0"/>
              </a:rPr>
              <a:t>triển</a:t>
            </a:r>
            <a:endParaRPr lang="en-US" altLang="en-US" b="1" dirty="0">
              <a:latin typeface="Arial" panose="020B0604020202020204" pitchFamily="34" charset="0"/>
              <a:cs typeface="Arial" panose="020B0604020202020204" pitchFamily="34" charset="0"/>
            </a:endParaRPr>
          </a:p>
        </p:txBody>
      </p:sp>
      <p:sp>
        <p:nvSpPr>
          <p:cNvPr id="8195" name="Rectangle 3">
            <a:extLst>
              <a:ext uri="{FF2B5EF4-FFF2-40B4-BE49-F238E27FC236}">
                <a16:creationId xmlns:a16="http://schemas.microsoft.com/office/drawing/2014/main" id="{5318CA83-05D9-F0A3-E109-8AF42D680D87}"/>
              </a:ext>
            </a:extLst>
          </p:cNvPr>
          <p:cNvSpPr>
            <a:spLocks noGrp="1" noChangeArrowheads="1"/>
          </p:cNvSpPr>
          <p:nvPr>
            <p:ph type="body" idx="1"/>
          </p:nvPr>
        </p:nvSpPr>
        <p:spPr>
          <a:xfrm>
            <a:off x="906236" y="1184989"/>
            <a:ext cx="10474778" cy="5328526"/>
          </a:xfrm>
        </p:spPr>
        <p:txBody>
          <a:bodyPr>
            <a:normAutofit/>
          </a:bodyPr>
          <a:lstStyle/>
          <a:p>
            <a:pPr marL="0" indent="0" algn="just">
              <a:lnSpc>
                <a:spcPct val="150000"/>
              </a:lnSpc>
              <a:spcBef>
                <a:spcPts val="0"/>
              </a:spcBef>
              <a:buNone/>
              <a:defRPr/>
            </a:pPr>
            <a:r>
              <a:rPr lang="en-US" altLang="en-US" sz="2400" b="1" dirty="0">
                <a:latin typeface="Arial" panose="020B0604020202020204" pitchFamily="34" charset="0"/>
                <a:cs typeface="Arial" panose="020B0604020202020204" pitchFamily="34" charset="0"/>
              </a:rPr>
              <a:t>Hướng </a:t>
            </a:r>
            <a:r>
              <a:rPr lang="en-US" altLang="en-US" sz="2400" b="1" dirty="0" err="1">
                <a:latin typeface="Arial" panose="020B0604020202020204" pitchFamily="34" charset="0"/>
                <a:cs typeface="Arial" panose="020B0604020202020204" pitchFamily="34" charset="0"/>
              </a:rPr>
              <a:t>phát</a:t>
            </a:r>
            <a:r>
              <a:rPr lang="en-US" altLang="en-US" sz="2400" b="1" dirty="0">
                <a:latin typeface="Arial" panose="020B0604020202020204" pitchFamily="34" charset="0"/>
                <a:cs typeface="Arial" panose="020B0604020202020204" pitchFamily="34" charset="0"/>
              </a:rPr>
              <a:t> </a:t>
            </a:r>
            <a:r>
              <a:rPr lang="en-US" altLang="en-US" sz="2400" b="1" dirty="0" err="1">
                <a:latin typeface="Arial" panose="020B0604020202020204" pitchFamily="34" charset="0"/>
                <a:cs typeface="Arial" panose="020B0604020202020204" pitchFamily="34" charset="0"/>
              </a:rPr>
              <a:t>triển</a:t>
            </a:r>
            <a:r>
              <a:rPr lang="en-US" altLang="en-US" sz="2400" b="1" dirty="0">
                <a:latin typeface="Arial" panose="020B0604020202020204" pitchFamily="34" charset="0"/>
                <a:cs typeface="Arial" panose="020B0604020202020204" pitchFamily="34" charset="0"/>
              </a:rPr>
              <a:t>:</a:t>
            </a:r>
          </a:p>
          <a:p>
            <a:pPr algn="just">
              <a:lnSpc>
                <a:spcPct val="150000"/>
              </a:lnSpc>
              <a:spcBef>
                <a:spcPts val="0"/>
              </a:spcBef>
              <a:defRPr/>
            </a:pPr>
            <a:r>
              <a:rPr lang="vi-VN" altLang="en-US" sz="2400" dirty="0">
                <a:latin typeface="Arial" panose="020B0604020202020204" pitchFamily="34" charset="0"/>
                <a:cs typeface="Arial" panose="020B0604020202020204" pitchFamily="34" charset="0"/>
              </a:rPr>
              <a:t>Mở rộng framework hỗ trợ mobile testing và API testing</a:t>
            </a:r>
            <a:endParaRPr lang="en-US" altLang="en-US" sz="2400" dirty="0">
              <a:latin typeface="Arial" panose="020B0604020202020204" pitchFamily="34" charset="0"/>
              <a:cs typeface="Arial" panose="020B0604020202020204" pitchFamily="34" charset="0"/>
            </a:endParaRPr>
          </a:p>
          <a:p>
            <a:pPr algn="just">
              <a:lnSpc>
                <a:spcPct val="150000"/>
              </a:lnSpc>
              <a:spcBef>
                <a:spcPts val="0"/>
              </a:spcBef>
              <a:defRPr/>
            </a:pPr>
            <a:r>
              <a:rPr lang="vi-VN" altLang="en-US" sz="2400" dirty="0">
                <a:latin typeface="Arial" panose="020B0604020202020204" pitchFamily="34" charset="0"/>
                <a:cs typeface="Arial" panose="020B0604020202020204" pitchFamily="34" charset="0"/>
              </a:rPr>
              <a:t>Bổ sung thêm keyword và module kiểm thử mớ</a:t>
            </a:r>
            <a:r>
              <a:rPr lang="en-US" altLang="en-US" sz="2400" dirty="0" err="1">
                <a:latin typeface="Arial" panose="020B0604020202020204" pitchFamily="34" charset="0"/>
                <a:cs typeface="Arial" panose="020B0604020202020204" pitchFamily="34" charset="0"/>
              </a:rPr>
              <a:t>i</a:t>
            </a:r>
            <a:endParaRPr lang="en-US" altLang="en-US" sz="2400" dirty="0">
              <a:latin typeface="Arial" panose="020B0604020202020204" pitchFamily="34" charset="0"/>
              <a:cs typeface="Arial" panose="020B0604020202020204" pitchFamily="34" charset="0"/>
            </a:endParaRPr>
          </a:p>
          <a:p>
            <a:pPr algn="just">
              <a:lnSpc>
                <a:spcPct val="150000"/>
              </a:lnSpc>
              <a:spcBef>
                <a:spcPts val="0"/>
              </a:spcBef>
              <a:defRPr/>
            </a:pPr>
            <a:r>
              <a:rPr lang="vi-VN" altLang="en-US" sz="2400" dirty="0">
                <a:latin typeface="Arial" panose="020B0604020202020204" pitchFamily="34" charset="0"/>
                <a:cs typeface="Arial" panose="020B0604020202020204" pitchFamily="34" charset="0"/>
              </a:rPr>
              <a:t>Tích hợp AI nâng cao để tối ưu test case và phát hiện lỗi</a:t>
            </a:r>
            <a:endParaRPr lang="en-US" altLang="en-US" sz="2400" dirty="0">
              <a:latin typeface="Arial" panose="020B0604020202020204" pitchFamily="34" charset="0"/>
              <a:cs typeface="Arial" panose="020B0604020202020204" pitchFamily="34" charset="0"/>
            </a:endParaRPr>
          </a:p>
          <a:p>
            <a:pPr algn="just">
              <a:lnSpc>
                <a:spcPct val="150000"/>
              </a:lnSpc>
              <a:spcBef>
                <a:spcPts val="0"/>
              </a:spcBef>
              <a:defRPr/>
            </a:pPr>
            <a:r>
              <a:rPr lang="vi-VN" altLang="en-US" sz="2400" dirty="0">
                <a:latin typeface="Arial" panose="020B0604020202020204" pitchFamily="34" charset="0"/>
                <a:cs typeface="Arial" panose="020B0604020202020204" pitchFamily="34" charset="0"/>
              </a:rPr>
              <a:t>Tích hợp CI/CD để tự động hóa quy trình kiểm thử</a:t>
            </a:r>
            <a:endParaRPr lang="en-US" altLang="en-US" sz="2400" dirty="0">
              <a:latin typeface="Arial" panose="020B0604020202020204" pitchFamily="34" charset="0"/>
              <a:cs typeface="Arial" panose="020B0604020202020204" pitchFamily="34" charset="0"/>
            </a:endParaRPr>
          </a:p>
          <a:p>
            <a:pPr algn="just">
              <a:lnSpc>
                <a:spcPct val="150000"/>
              </a:lnSpc>
              <a:spcBef>
                <a:spcPts val="0"/>
              </a:spcBef>
              <a:defRPr/>
            </a:pPr>
            <a:r>
              <a:rPr lang="vi-VN" altLang="en-US" sz="2400" dirty="0">
                <a:latin typeface="Arial" panose="020B0604020202020204" pitchFamily="34" charset="0"/>
                <a:cs typeface="Arial" panose="020B0604020202020204" pitchFamily="34" charset="0"/>
              </a:rPr>
              <a:t>Phát triển giao diện quản lý test case trực quan hơn</a:t>
            </a:r>
            <a:endParaRPr lang="en-US"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70615383"/>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Effect transition="in" filter="wipe(down)">
                                      <p:cBhvr>
                                        <p:cTn id="7" dur="580">
                                          <p:stCondLst>
                                            <p:cond delay="0"/>
                                          </p:stCondLst>
                                        </p:cTn>
                                        <p:tgtEl>
                                          <p:spTgt spid="8195">
                                            <p:txEl>
                                              <p:pRg st="0" end="0"/>
                                            </p:txEl>
                                          </p:spTgt>
                                        </p:tgtEl>
                                      </p:cBhvr>
                                    </p:animEffect>
                                    <p:anim calcmode="lin" valueType="num">
                                      <p:cBhvr>
                                        <p:cTn id="8" dur="1822" tmFilter="0,0; 0.14,0.36; 0.43,0.73; 0.71,0.91; 1.0,1.0">
                                          <p:stCondLst>
                                            <p:cond delay="0"/>
                                          </p:stCondLst>
                                        </p:cTn>
                                        <p:tgtEl>
                                          <p:spTgt spid="8195">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8195">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8195">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8195">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8195">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8195">
                                            <p:txEl>
                                              <p:pRg st="0" end="0"/>
                                            </p:txEl>
                                          </p:spTgt>
                                        </p:tgtEl>
                                      </p:cBhvr>
                                      <p:to x="100000" y="60000"/>
                                    </p:animScale>
                                    <p:animScale>
                                      <p:cBhvr>
                                        <p:cTn id="14" dur="166" decel="50000">
                                          <p:stCondLst>
                                            <p:cond delay="676"/>
                                          </p:stCondLst>
                                        </p:cTn>
                                        <p:tgtEl>
                                          <p:spTgt spid="8195">
                                            <p:txEl>
                                              <p:pRg st="0" end="0"/>
                                            </p:txEl>
                                          </p:spTgt>
                                        </p:tgtEl>
                                      </p:cBhvr>
                                      <p:to x="100000" y="100000"/>
                                    </p:animScale>
                                    <p:animScale>
                                      <p:cBhvr>
                                        <p:cTn id="15" dur="26">
                                          <p:stCondLst>
                                            <p:cond delay="1312"/>
                                          </p:stCondLst>
                                        </p:cTn>
                                        <p:tgtEl>
                                          <p:spTgt spid="8195">
                                            <p:txEl>
                                              <p:pRg st="0" end="0"/>
                                            </p:txEl>
                                          </p:spTgt>
                                        </p:tgtEl>
                                      </p:cBhvr>
                                      <p:to x="100000" y="80000"/>
                                    </p:animScale>
                                    <p:animScale>
                                      <p:cBhvr>
                                        <p:cTn id="16" dur="166" decel="50000">
                                          <p:stCondLst>
                                            <p:cond delay="1338"/>
                                          </p:stCondLst>
                                        </p:cTn>
                                        <p:tgtEl>
                                          <p:spTgt spid="8195">
                                            <p:txEl>
                                              <p:pRg st="0" end="0"/>
                                            </p:txEl>
                                          </p:spTgt>
                                        </p:tgtEl>
                                      </p:cBhvr>
                                      <p:to x="100000" y="100000"/>
                                    </p:animScale>
                                    <p:animScale>
                                      <p:cBhvr>
                                        <p:cTn id="17" dur="26">
                                          <p:stCondLst>
                                            <p:cond delay="1642"/>
                                          </p:stCondLst>
                                        </p:cTn>
                                        <p:tgtEl>
                                          <p:spTgt spid="8195">
                                            <p:txEl>
                                              <p:pRg st="0" end="0"/>
                                            </p:txEl>
                                          </p:spTgt>
                                        </p:tgtEl>
                                      </p:cBhvr>
                                      <p:to x="100000" y="90000"/>
                                    </p:animScale>
                                    <p:animScale>
                                      <p:cBhvr>
                                        <p:cTn id="18" dur="166" decel="50000">
                                          <p:stCondLst>
                                            <p:cond delay="1668"/>
                                          </p:stCondLst>
                                        </p:cTn>
                                        <p:tgtEl>
                                          <p:spTgt spid="8195">
                                            <p:txEl>
                                              <p:pRg st="0" end="0"/>
                                            </p:txEl>
                                          </p:spTgt>
                                        </p:tgtEl>
                                      </p:cBhvr>
                                      <p:to x="100000" y="100000"/>
                                    </p:animScale>
                                    <p:animScale>
                                      <p:cBhvr>
                                        <p:cTn id="19" dur="26">
                                          <p:stCondLst>
                                            <p:cond delay="1808"/>
                                          </p:stCondLst>
                                        </p:cTn>
                                        <p:tgtEl>
                                          <p:spTgt spid="8195">
                                            <p:txEl>
                                              <p:pRg st="0" end="0"/>
                                            </p:txEl>
                                          </p:spTgt>
                                        </p:tgtEl>
                                      </p:cBhvr>
                                      <p:to x="100000" y="95000"/>
                                    </p:animScale>
                                    <p:animScale>
                                      <p:cBhvr>
                                        <p:cTn id="20" dur="166" decel="50000">
                                          <p:stCondLst>
                                            <p:cond delay="1834"/>
                                          </p:stCondLst>
                                        </p:cTn>
                                        <p:tgtEl>
                                          <p:spTgt spid="8195">
                                            <p:txEl>
                                              <p:pRg st="0" end="0"/>
                                            </p:txEl>
                                          </p:spTgt>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8195">
                                            <p:txEl>
                                              <p:pRg st="1" end="1"/>
                                            </p:txEl>
                                          </p:spTgt>
                                        </p:tgtEl>
                                        <p:attrNameLst>
                                          <p:attrName>style.visibility</p:attrName>
                                        </p:attrNameLst>
                                      </p:cBhvr>
                                      <p:to>
                                        <p:strVal val="visible"/>
                                      </p:to>
                                    </p:set>
                                    <p:animEffect transition="in" filter="fade">
                                      <p:cBhvr>
                                        <p:cTn id="25" dur="1000"/>
                                        <p:tgtEl>
                                          <p:spTgt spid="8195">
                                            <p:txEl>
                                              <p:pRg st="1" end="1"/>
                                            </p:txEl>
                                          </p:spTgt>
                                        </p:tgtEl>
                                      </p:cBhvr>
                                    </p:animEffect>
                                    <p:anim calcmode="lin" valueType="num">
                                      <p:cBhvr>
                                        <p:cTn id="26" dur="1000" fill="hold"/>
                                        <p:tgtEl>
                                          <p:spTgt spid="8195">
                                            <p:txEl>
                                              <p:pRg st="1" end="1"/>
                                            </p:txEl>
                                          </p:spTgt>
                                        </p:tgtEl>
                                        <p:attrNameLst>
                                          <p:attrName>ppt_x</p:attrName>
                                        </p:attrNameLst>
                                      </p:cBhvr>
                                      <p:tavLst>
                                        <p:tav tm="0">
                                          <p:val>
                                            <p:strVal val="#ppt_x"/>
                                          </p:val>
                                        </p:tav>
                                        <p:tav tm="100000">
                                          <p:val>
                                            <p:strVal val="#ppt_x"/>
                                          </p:val>
                                        </p:tav>
                                      </p:tavLst>
                                    </p:anim>
                                    <p:anim calcmode="lin" valueType="num">
                                      <p:cBhvr>
                                        <p:cTn id="27" dur="1000" fill="hold"/>
                                        <p:tgtEl>
                                          <p:spTgt spid="8195">
                                            <p:txEl>
                                              <p:pRg st="1" end="1"/>
                                            </p:txEl>
                                          </p:spTgt>
                                        </p:tgtEl>
                                        <p:attrNameLst>
                                          <p:attrName>ppt_y</p:attrName>
                                        </p:attrNameLst>
                                      </p:cBhvr>
                                      <p:tavLst>
                                        <p:tav tm="0">
                                          <p:val>
                                            <p:strVal val="#ppt_y+.1"/>
                                          </p:val>
                                        </p:tav>
                                        <p:tav tm="100000">
                                          <p:val>
                                            <p:strVal val="#ppt_y"/>
                                          </p:val>
                                        </p:tav>
                                      </p:tavLst>
                                    </p:anim>
                                  </p:childTnLst>
                                </p:cTn>
                              </p:par>
                              <p:par>
                                <p:cTn id="28" presetID="42" presetClass="entr" presetSubtype="0" fill="hold" nodeType="withEffect">
                                  <p:stCondLst>
                                    <p:cond delay="0"/>
                                  </p:stCondLst>
                                  <p:childTnLst>
                                    <p:set>
                                      <p:cBhvr>
                                        <p:cTn id="29" dur="1" fill="hold">
                                          <p:stCondLst>
                                            <p:cond delay="0"/>
                                          </p:stCondLst>
                                        </p:cTn>
                                        <p:tgtEl>
                                          <p:spTgt spid="8195">
                                            <p:txEl>
                                              <p:pRg st="2" end="2"/>
                                            </p:txEl>
                                          </p:spTgt>
                                        </p:tgtEl>
                                        <p:attrNameLst>
                                          <p:attrName>style.visibility</p:attrName>
                                        </p:attrNameLst>
                                      </p:cBhvr>
                                      <p:to>
                                        <p:strVal val="visible"/>
                                      </p:to>
                                    </p:set>
                                    <p:animEffect transition="in" filter="fade">
                                      <p:cBhvr>
                                        <p:cTn id="30" dur="1000"/>
                                        <p:tgtEl>
                                          <p:spTgt spid="8195">
                                            <p:txEl>
                                              <p:pRg st="2" end="2"/>
                                            </p:txEl>
                                          </p:spTgt>
                                        </p:tgtEl>
                                      </p:cBhvr>
                                    </p:animEffect>
                                    <p:anim calcmode="lin" valueType="num">
                                      <p:cBhvr>
                                        <p:cTn id="31" dur="1000" fill="hold"/>
                                        <p:tgtEl>
                                          <p:spTgt spid="8195">
                                            <p:txEl>
                                              <p:pRg st="2" end="2"/>
                                            </p:txEl>
                                          </p:spTgt>
                                        </p:tgtEl>
                                        <p:attrNameLst>
                                          <p:attrName>ppt_x</p:attrName>
                                        </p:attrNameLst>
                                      </p:cBhvr>
                                      <p:tavLst>
                                        <p:tav tm="0">
                                          <p:val>
                                            <p:strVal val="#ppt_x"/>
                                          </p:val>
                                        </p:tav>
                                        <p:tav tm="100000">
                                          <p:val>
                                            <p:strVal val="#ppt_x"/>
                                          </p:val>
                                        </p:tav>
                                      </p:tavLst>
                                    </p:anim>
                                    <p:anim calcmode="lin" valueType="num">
                                      <p:cBhvr>
                                        <p:cTn id="32" dur="1000" fill="hold"/>
                                        <p:tgtEl>
                                          <p:spTgt spid="8195">
                                            <p:txEl>
                                              <p:pRg st="2" end="2"/>
                                            </p:txEl>
                                          </p:spTgt>
                                        </p:tgtEl>
                                        <p:attrNameLst>
                                          <p:attrName>ppt_y</p:attrName>
                                        </p:attrNameLst>
                                      </p:cBhvr>
                                      <p:tavLst>
                                        <p:tav tm="0">
                                          <p:val>
                                            <p:strVal val="#ppt_y+.1"/>
                                          </p:val>
                                        </p:tav>
                                        <p:tav tm="100000">
                                          <p:val>
                                            <p:strVal val="#ppt_y"/>
                                          </p:val>
                                        </p:tav>
                                      </p:tavLst>
                                    </p:anim>
                                  </p:childTnLst>
                                </p:cTn>
                              </p:par>
                              <p:par>
                                <p:cTn id="33" presetID="42" presetClass="entr" presetSubtype="0" fill="hold" nodeType="withEffect">
                                  <p:stCondLst>
                                    <p:cond delay="0"/>
                                  </p:stCondLst>
                                  <p:childTnLst>
                                    <p:set>
                                      <p:cBhvr>
                                        <p:cTn id="34" dur="1" fill="hold">
                                          <p:stCondLst>
                                            <p:cond delay="0"/>
                                          </p:stCondLst>
                                        </p:cTn>
                                        <p:tgtEl>
                                          <p:spTgt spid="8195">
                                            <p:txEl>
                                              <p:pRg st="3" end="3"/>
                                            </p:txEl>
                                          </p:spTgt>
                                        </p:tgtEl>
                                        <p:attrNameLst>
                                          <p:attrName>style.visibility</p:attrName>
                                        </p:attrNameLst>
                                      </p:cBhvr>
                                      <p:to>
                                        <p:strVal val="visible"/>
                                      </p:to>
                                    </p:set>
                                    <p:animEffect transition="in" filter="fade">
                                      <p:cBhvr>
                                        <p:cTn id="35" dur="1000"/>
                                        <p:tgtEl>
                                          <p:spTgt spid="8195">
                                            <p:txEl>
                                              <p:pRg st="3" end="3"/>
                                            </p:txEl>
                                          </p:spTgt>
                                        </p:tgtEl>
                                      </p:cBhvr>
                                    </p:animEffect>
                                    <p:anim calcmode="lin" valueType="num">
                                      <p:cBhvr>
                                        <p:cTn id="36" dur="1000" fill="hold"/>
                                        <p:tgtEl>
                                          <p:spTgt spid="8195">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8195">
                                            <p:txEl>
                                              <p:pRg st="3" end="3"/>
                                            </p:txEl>
                                          </p:spTgt>
                                        </p:tgtEl>
                                        <p:attrNameLst>
                                          <p:attrName>ppt_y</p:attrName>
                                        </p:attrNameLst>
                                      </p:cBhvr>
                                      <p:tavLst>
                                        <p:tav tm="0">
                                          <p:val>
                                            <p:strVal val="#ppt_y+.1"/>
                                          </p:val>
                                        </p:tav>
                                        <p:tav tm="100000">
                                          <p:val>
                                            <p:strVal val="#ppt_y"/>
                                          </p:val>
                                        </p:tav>
                                      </p:tavLst>
                                    </p:anim>
                                  </p:childTnLst>
                                </p:cTn>
                              </p:par>
                              <p:par>
                                <p:cTn id="38" presetID="42" presetClass="entr" presetSubtype="0" fill="hold" nodeType="withEffect">
                                  <p:stCondLst>
                                    <p:cond delay="0"/>
                                  </p:stCondLst>
                                  <p:childTnLst>
                                    <p:set>
                                      <p:cBhvr>
                                        <p:cTn id="39" dur="1" fill="hold">
                                          <p:stCondLst>
                                            <p:cond delay="0"/>
                                          </p:stCondLst>
                                        </p:cTn>
                                        <p:tgtEl>
                                          <p:spTgt spid="8195">
                                            <p:txEl>
                                              <p:charRg st="175" end="224"/>
                                            </p:txEl>
                                          </p:spTgt>
                                        </p:tgtEl>
                                        <p:attrNameLst>
                                          <p:attrName>style.visibility</p:attrName>
                                        </p:attrNameLst>
                                      </p:cBhvr>
                                      <p:to>
                                        <p:strVal val="visible"/>
                                      </p:to>
                                    </p:set>
                                    <p:animEffect transition="in" filter="fade">
                                      <p:cBhvr>
                                        <p:cTn id="40" dur="1000"/>
                                        <p:tgtEl>
                                          <p:spTgt spid="8195">
                                            <p:txEl>
                                              <p:charRg st="175" end="224"/>
                                            </p:txEl>
                                          </p:spTgt>
                                        </p:tgtEl>
                                      </p:cBhvr>
                                    </p:animEffect>
                                    <p:anim calcmode="lin" valueType="num">
                                      <p:cBhvr>
                                        <p:cTn id="41" dur="1000" fill="hold"/>
                                        <p:tgtEl>
                                          <p:spTgt spid="8195">
                                            <p:txEl>
                                              <p:charRg st="175" end="224"/>
                                            </p:txEl>
                                          </p:spTgt>
                                        </p:tgtEl>
                                        <p:attrNameLst>
                                          <p:attrName>ppt_x</p:attrName>
                                        </p:attrNameLst>
                                      </p:cBhvr>
                                      <p:tavLst>
                                        <p:tav tm="0">
                                          <p:val>
                                            <p:strVal val="#ppt_x"/>
                                          </p:val>
                                        </p:tav>
                                        <p:tav tm="100000">
                                          <p:val>
                                            <p:strVal val="#ppt_x"/>
                                          </p:val>
                                        </p:tav>
                                      </p:tavLst>
                                    </p:anim>
                                    <p:anim calcmode="lin" valueType="num">
                                      <p:cBhvr>
                                        <p:cTn id="42" dur="1000" fill="hold"/>
                                        <p:tgtEl>
                                          <p:spTgt spid="8195">
                                            <p:txEl>
                                              <p:charRg st="175" end="224"/>
                                            </p:txEl>
                                          </p:spTgt>
                                        </p:tgtEl>
                                        <p:attrNameLst>
                                          <p:attrName>ppt_y</p:attrName>
                                        </p:attrNameLst>
                                      </p:cBhvr>
                                      <p:tavLst>
                                        <p:tav tm="0">
                                          <p:val>
                                            <p:strVal val="#ppt_y+.1"/>
                                          </p:val>
                                        </p:tav>
                                        <p:tav tm="100000">
                                          <p:val>
                                            <p:strVal val="#ppt_y"/>
                                          </p:val>
                                        </p:tav>
                                      </p:tavLst>
                                    </p:anim>
                                  </p:childTnLst>
                                </p:cTn>
                              </p:par>
                              <p:par>
                                <p:cTn id="43" presetID="42" presetClass="entr" presetSubtype="0" fill="hold" nodeType="withEffect">
                                  <p:stCondLst>
                                    <p:cond delay="0"/>
                                  </p:stCondLst>
                                  <p:childTnLst>
                                    <p:set>
                                      <p:cBhvr>
                                        <p:cTn id="44" dur="1" fill="hold">
                                          <p:stCondLst>
                                            <p:cond delay="0"/>
                                          </p:stCondLst>
                                        </p:cTn>
                                        <p:tgtEl>
                                          <p:spTgt spid="8195">
                                            <p:txEl>
                                              <p:charRg st="224" end="277"/>
                                            </p:txEl>
                                          </p:spTgt>
                                        </p:tgtEl>
                                        <p:attrNameLst>
                                          <p:attrName>style.visibility</p:attrName>
                                        </p:attrNameLst>
                                      </p:cBhvr>
                                      <p:to>
                                        <p:strVal val="visible"/>
                                      </p:to>
                                    </p:set>
                                    <p:animEffect transition="in" filter="fade">
                                      <p:cBhvr>
                                        <p:cTn id="45" dur="1000"/>
                                        <p:tgtEl>
                                          <p:spTgt spid="8195">
                                            <p:txEl>
                                              <p:charRg st="224" end="277"/>
                                            </p:txEl>
                                          </p:spTgt>
                                        </p:tgtEl>
                                      </p:cBhvr>
                                    </p:animEffect>
                                    <p:anim calcmode="lin" valueType="num">
                                      <p:cBhvr>
                                        <p:cTn id="46" dur="1000" fill="hold"/>
                                        <p:tgtEl>
                                          <p:spTgt spid="8195">
                                            <p:txEl>
                                              <p:charRg st="224" end="277"/>
                                            </p:txEl>
                                          </p:spTgt>
                                        </p:tgtEl>
                                        <p:attrNameLst>
                                          <p:attrName>ppt_x</p:attrName>
                                        </p:attrNameLst>
                                      </p:cBhvr>
                                      <p:tavLst>
                                        <p:tav tm="0">
                                          <p:val>
                                            <p:strVal val="#ppt_x"/>
                                          </p:val>
                                        </p:tav>
                                        <p:tav tm="100000">
                                          <p:val>
                                            <p:strVal val="#ppt_x"/>
                                          </p:val>
                                        </p:tav>
                                      </p:tavLst>
                                    </p:anim>
                                    <p:anim calcmode="lin" valueType="num">
                                      <p:cBhvr>
                                        <p:cTn id="47" dur="1000" fill="hold"/>
                                        <p:tgtEl>
                                          <p:spTgt spid="8195">
                                            <p:txEl>
                                              <p:charRg st="224" end="27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621D64-7B97-1586-2589-8F0748B38B4E}"/>
            </a:ext>
          </a:extLst>
        </p:cNvPr>
        <p:cNvGrpSpPr/>
        <p:nvPr/>
      </p:nvGrpSpPr>
      <p:grpSpPr>
        <a:xfrm>
          <a:off x="0" y="0"/>
          <a:ext cx="0" cy="0"/>
          <a:chOff x="0" y="0"/>
          <a:chExt cx="0" cy="0"/>
        </a:xfrm>
      </p:grpSpPr>
      <p:sp>
        <p:nvSpPr>
          <p:cNvPr id="19458" name="Slide Number Placeholder 5">
            <a:extLst>
              <a:ext uri="{FF2B5EF4-FFF2-40B4-BE49-F238E27FC236}">
                <a16:creationId xmlns:a16="http://schemas.microsoft.com/office/drawing/2014/main" id="{D0A0731D-36C3-C7C6-4370-C5D8ED588E41}"/>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Verdana" panose="020B0604030504040204" pitchFamily="34" charset="0"/>
              </a:defRPr>
            </a:lvl1pPr>
            <a:lvl2pPr marL="742950" indent="-285750">
              <a:spcBef>
                <a:spcPct val="20000"/>
              </a:spcBef>
              <a:buChar char="–"/>
              <a:defRPr sz="2800">
                <a:solidFill>
                  <a:schemeClr val="tx1"/>
                </a:solidFill>
                <a:latin typeface="Verdana" panose="020B0604030504040204" pitchFamily="34" charset="0"/>
              </a:defRPr>
            </a:lvl2pPr>
            <a:lvl3pPr marL="1143000" indent="-228600">
              <a:spcBef>
                <a:spcPct val="20000"/>
              </a:spcBef>
              <a:buChar char="•"/>
              <a:defRPr sz="2400">
                <a:solidFill>
                  <a:schemeClr val="tx1"/>
                </a:solidFill>
                <a:latin typeface="Verdana" panose="020B0604030504040204" pitchFamily="34" charset="0"/>
              </a:defRPr>
            </a:lvl3pPr>
            <a:lvl4pPr marL="1600200" indent="-228600">
              <a:spcBef>
                <a:spcPct val="20000"/>
              </a:spcBef>
              <a:buChar char="–"/>
              <a:defRPr sz="2000">
                <a:solidFill>
                  <a:schemeClr val="tx1"/>
                </a:solidFill>
                <a:latin typeface="Verdana" panose="020B0604030504040204" pitchFamily="34" charset="0"/>
              </a:defRPr>
            </a:lvl4pPr>
            <a:lvl5pPr marL="2057400" indent="-228600">
              <a:spcBef>
                <a:spcPct val="20000"/>
              </a:spcBef>
              <a:buChar char="»"/>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Verdana" panose="020B0604030504040204" pitchFamily="34" charset="0"/>
              </a:defRPr>
            </a:lvl9pPr>
          </a:lstStyle>
          <a:p>
            <a:pPr>
              <a:spcBef>
                <a:spcPct val="0"/>
              </a:spcBef>
              <a:buFontTx/>
              <a:buNone/>
            </a:pPr>
            <a:fld id="{7A12D7E3-E12C-46AD-95DA-2B3BA076F846}" type="slidenum">
              <a:rPr lang="en-US" altLang="en-US" sz="1400"/>
              <a:t>17</a:t>
            </a:fld>
            <a:endParaRPr lang="en-US" altLang="en-US" sz="1400"/>
          </a:p>
        </p:txBody>
      </p:sp>
      <p:sp>
        <p:nvSpPr>
          <p:cNvPr id="2" name="Rectangle 2">
            <a:extLst>
              <a:ext uri="{FF2B5EF4-FFF2-40B4-BE49-F238E27FC236}">
                <a16:creationId xmlns:a16="http://schemas.microsoft.com/office/drawing/2014/main" id="{33DA87D5-C507-2B3E-6CD2-0BD29DF419C0}"/>
              </a:ext>
            </a:extLst>
          </p:cNvPr>
          <p:cNvSpPr>
            <a:spLocks noGrp="1" noChangeArrowheads="1"/>
          </p:cNvSpPr>
          <p:nvPr>
            <p:ph type="title"/>
          </p:nvPr>
        </p:nvSpPr>
        <p:spPr>
          <a:xfrm>
            <a:off x="906236" y="144624"/>
            <a:ext cx="8077200" cy="609600"/>
          </a:xfrm>
        </p:spPr>
        <p:txBody>
          <a:bodyPr>
            <a:normAutofit/>
          </a:bodyPr>
          <a:lstStyle/>
          <a:p>
            <a:pPr>
              <a:defRPr/>
            </a:pPr>
            <a:r>
              <a:rPr lang="en-US" altLang="en-US" b="1" dirty="0">
                <a:latin typeface="Arial" panose="020B0604020202020204" pitchFamily="34" charset="0"/>
                <a:cs typeface="Arial" panose="020B0604020202020204" pitchFamily="34" charset="0"/>
              </a:rPr>
              <a:t>References</a:t>
            </a:r>
          </a:p>
        </p:txBody>
      </p:sp>
      <p:sp>
        <p:nvSpPr>
          <p:cNvPr id="8195" name="Rectangle 3">
            <a:extLst>
              <a:ext uri="{FF2B5EF4-FFF2-40B4-BE49-F238E27FC236}">
                <a16:creationId xmlns:a16="http://schemas.microsoft.com/office/drawing/2014/main" id="{FFD9FF0C-1C3F-9F31-E2E5-7779A7AE8869}"/>
              </a:ext>
            </a:extLst>
          </p:cNvPr>
          <p:cNvSpPr>
            <a:spLocks noGrp="1" noChangeArrowheads="1"/>
          </p:cNvSpPr>
          <p:nvPr>
            <p:ph type="body" idx="1"/>
          </p:nvPr>
        </p:nvSpPr>
        <p:spPr>
          <a:xfrm>
            <a:off x="906236" y="1184989"/>
            <a:ext cx="10474778" cy="5328526"/>
          </a:xfrm>
        </p:spPr>
        <p:txBody>
          <a:bodyPr>
            <a:normAutofit lnSpcReduction="10000"/>
          </a:bodyPr>
          <a:lstStyle/>
          <a:p>
            <a:pPr marL="0" indent="0" algn="just">
              <a:lnSpc>
                <a:spcPct val="150000"/>
              </a:lnSpc>
              <a:spcBef>
                <a:spcPts val="0"/>
              </a:spcBef>
              <a:buNone/>
              <a:defRPr/>
            </a:pPr>
            <a:r>
              <a:rPr lang="en-US" sz="1800" dirty="0">
                <a:latin typeface="Arial" panose="020B0604020202020204" pitchFamily="34" charset="0"/>
                <a:cs typeface="Arial" panose="020B0604020202020204" pitchFamily="34" charset="0"/>
              </a:rPr>
              <a:t>[1] </a:t>
            </a:r>
            <a:r>
              <a:rPr lang="vi-VN" sz="1800" dirty="0">
                <a:latin typeface="Arial" panose="020B0604020202020204" pitchFamily="34" charset="0"/>
                <a:cs typeface="Arial" panose="020B0604020202020204" pitchFamily="34" charset="0"/>
              </a:rPr>
              <a:t>Trường Đại học Sư phạm Kỹ thuật Hưng Yên, Giáo trình kiểm thử ứng dụng Web và di động, Hưng Yên: Khoa Công nghệ thông tin - UTEHY, 2025. </a:t>
            </a:r>
            <a:endParaRPr lang="en-US" sz="1800" dirty="0">
              <a:latin typeface="Arial" panose="020B0604020202020204" pitchFamily="34" charset="0"/>
              <a:cs typeface="Arial" panose="020B0604020202020204" pitchFamily="34" charset="0"/>
            </a:endParaRPr>
          </a:p>
          <a:p>
            <a:pPr marL="0" indent="0" algn="just">
              <a:lnSpc>
                <a:spcPct val="150000"/>
              </a:lnSpc>
              <a:spcBef>
                <a:spcPts val="0"/>
              </a:spcBef>
              <a:buNone/>
              <a:defRPr/>
            </a:pPr>
            <a:r>
              <a:rPr lang="en-US" sz="1800" dirty="0">
                <a:latin typeface="Arial" panose="020B0604020202020204" pitchFamily="34" charset="0"/>
                <a:cs typeface="Arial" panose="020B0604020202020204" pitchFamily="34" charset="0"/>
              </a:rPr>
              <a:t>[2] </a:t>
            </a:r>
            <a:r>
              <a:rPr lang="vi-VN" sz="1800" dirty="0">
                <a:latin typeface="Arial" panose="020B0604020202020204" pitchFamily="34" charset="0"/>
                <a:cs typeface="Arial" panose="020B0604020202020204" pitchFamily="34" charset="0"/>
              </a:rPr>
              <a:t>Trường Đại học Sư phạm Kỹ thuật Hưng Yên, Giáo trình Kiểm thử phần mềm, Hưng Yên: Khoa Công nghệ Thông tin - UTEHY, 2023. </a:t>
            </a:r>
            <a:endParaRPr lang="en-US" sz="1800" dirty="0">
              <a:latin typeface="Arial" panose="020B0604020202020204" pitchFamily="34" charset="0"/>
              <a:cs typeface="Arial" panose="020B0604020202020204" pitchFamily="34" charset="0"/>
            </a:endParaRPr>
          </a:p>
          <a:p>
            <a:pPr marL="0" indent="0" algn="just">
              <a:lnSpc>
                <a:spcPct val="150000"/>
              </a:lnSpc>
              <a:spcBef>
                <a:spcPts val="0"/>
              </a:spcBef>
              <a:buNone/>
              <a:defRPr/>
            </a:pPr>
            <a:r>
              <a:rPr lang="en-US" sz="1800" dirty="0">
                <a:latin typeface="Arial" panose="020B0604020202020204" pitchFamily="34" charset="0"/>
                <a:cs typeface="Arial" panose="020B0604020202020204" pitchFamily="34" charset="0"/>
              </a:rPr>
              <a:t>[3] </a:t>
            </a:r>
            <a:r>
              <a:rPr lang="vi-VN" sz="1800" dirty="0">
                <a:latin typeface="Arial" panose="020B0604020202020204" pitchFamily="34" charset="0"/>
                <a:cs typeface="Arial" panose="020B0604020202020204" pitchFamily="34" charset="0"/>
              </a:rPr>
              <a:t>Trường Đại học Sư phạm Kỹ thuật Hưng Yên, Giáo trình Công nghệ phần mềm, Hưng Yên: Khoa Công nghệ thông tin - UTEHY, 2023. </a:t>
            </a:r>
            <a:endParaRPr lang="en-US" sz="1800" dirty="0">
              <a:latin typeface="Arial" panose="020B0604020202020204" pitchFamily="34" charset="0"/>
              <a:cs typeface="Arial" panose="020B0604020202020204" pitchFamily="34" charset="0"/>
            </a:endParaRPr>
          </a:p>
          <a:p>
            <a:pPr marL="0" indent="0" algn="just">
              <a:lnSpc>
                <a:spcPct val="150000"/>
              </a:lnSpc>
              <a:spcBef>
                <a:spcPts val="0"/>
              </a:spcBef>
              <a:buNone/>
              <a:defRPr/>
            </a:pPr>
            <a:r>
              <a:rPr lang="en-US" altLang="en-US" sz="1800" dirty="0">
                <a:latin typeface="Arial" panose="020B0604020202020204" pitchFamily="34" charset="0"/>
                <a:cs typeface="Arial" panose="020B0604020202020204" pitchFamily="34" charset="0"/>
              </a:rPr>
              <a:t>[4] </a:t>
            </a:r>
            <a:r>
              <a:rPr lang="vi-VN" altLang="en-US" sz="1800" dirty="0">
                <a:latin typeface="Arial" panose="020B0604020202020204" pitchFamily="34" charset="0"/>
                <a:cs typeface="Arial" panose="020B0604020202020204" pitchFamily="34" charset="0"/>
              </a:rPr>
              <a:t>Trường Đại học Sư phạm Kỹ thuật Hưng Yên, Giáo trình Đảm bảo chất lượng phần mềm, Hưng Yên: Khoa Công nghệ thông tin - UTEHY, 2024. </a:t>
            </a:r>
            <a:endParaRPr lang="en-US" altLang="en-US" sz="1800" dirty="0">
              <a:latin typeface="Arial" panose="020B0604020202020204" pitchFamily="34" charset="0"/>
              <a:cs typeface="Arial" panose="020B0604020202020204" pitchFamily="34" charset="0"/>
            </a:endParaRPr>
          </a:p>
          <a:p>
            <a:pPr marL="0" indent="0" algn="just">
              <a:lnSpc>
                <a:spcPct val="150000"/>
              </a:lnSpc>
              <a:spcBef>
                <a:spcPts val="0"/>
              </a:spcBef>
              <a:buNone/>
              <a:defRPr/>
            </a:pPr>
            <a:r>
              <a:rPr lang="en-US" altLang="en-US" sz="1800" dirty="0">
                <a:latin typeface="Arial" panose="020B0604020202020204" pitchFamily="34" charset="0"/>
                <a:cs typeface="Arial" panose="020B0604020202020204" pitchFamily="34" charset="0"/>
              </a:rPr>
              <a:t>[5] </a:t>
            </a:r>
            <a:r>
              <a:rPr lang="en-US" altLang="en-US" sz="1800" dirty="0" err="1">
                <a:latin typeface="Arial" panose="020B0604020202020204" pitchFamily="34" charset="0"/>
                <a:cs typeface="Arial" panose="020B0604020202020204" pitchFamily="34" charset="0"/>
              </a:rPr>
              <a:t>TopDev</a:t>
            </a:r>
            <a:r>
              <a:rPr lang="en-US" altLang="en-US" sz="1800" dirty="0">
                <a:latin typeface="Arial" panose="020B0604020202020204" pitchFamily="34" charset="0"/>
                <a:cs typeface="Arial" panose="020B0604020202020204" pitchFamily="34" charset="0"/>
              </a:rPr>
              <a:t>, "Framework </a:t>
            </a:r>
            <a:r>
              <a:rPr lang="en-US" altLang="en-US" sz="1800" dirty="0" err="1">
                <a:latin typeface="Arial" panose="020B0604020202020204" pitchFamily="34" charset="0"/>
                <a:cs typeface="Arial" panose="020B0604020202020204" pitchFamily="34" charset="0"/>
              </a:rPr>
              <a:t>là</a:t>
            </a:r>
            <a:r>
              <a:rPr lang="en-US" altLang="en-US" sz="1800" dirty="0">
                <a:latin typeface="Arial" panose="020B0604020202020204" pitchFamily="34" charset="0"/>
                <a:cs typeface="Arial" panose="020B0604020202020204" pitchFamily="34" charset="0"/>
              </a:rPr>
              <a:t> </a:t>
            </a:r>
            <a:r>
              <a:rPr lang="en-US" altLang="en-US" sz="1800" dirty="0" err="1">
                <a:latin typeface="Arial" panose="020B0604020202020204" pitchFamily="34" charset="0"/>
                <a:cs typeface="Arial" panose="020B0604020202020204" pitchFamily="34" charset="0"/>
              </a:rPr>
              <a:t>gì</a:t>
            </a:r>
            <a:r>
              <a:rPr lang="en-US" altLang="en-US" sz="1800" dirty="0">
                <a:latin typeface="Arial" panose="020B0604020202020204" pitchFamily="34" charset="0"/>
                <a:cs typeface="Arial" panose="020B0604020202020204" pitchFamily="34" charset="0"/>
              </a:rPr>
              <a:t>? </a:t>
            </a:r>
            <a:r>
              <a:rPr lang="en-US" altLang="en-US" sz="1800" dirty="0" err="1">
                <a:latin typeface="Arial" panose="020B0604020202020204" pitchFamily="34" charset="0"/>
                <a:cs typeface="Arial" panose="020B0604020202020204" pitchFamily="34" charset="0"/>
              </a:rPr>
              <a:t>Tìm</a:t>
            </a:r>
            <a:r>
              <a:rPr lang="en-US" altLang="en-US" sz="1800" dirty="0">
                <a:latin typeface="Arial" panose="020B0604020202020204" pitchFamily="34" charset="0"/>
                <a:cs typeface="Arial" panose="020B0604020202020204" pitchFamily="34" charset="0"/>
              </a:rPr>
              <a:t> </a:t>
            </a:r>
            <a:r>
              <a:rPr lang="en-US" altLang="en-US" sz="1800" dirty="0" err="1">
                <a:latin typeface="Arial" panose="020B0604020202020204" pitchFamily="34" charset="0"/>
                <a:cs typeface="Arial" panose="020B0604020202020204" pitchFamily="34" charset="0"/>
              </a:rPr>
              <a:t>hiểu</a:t>
            </a:r>
            <a:r>
              <a:rPr lang="en-US" altLang="en-US" sz="1800" dirty="0">
                <a:latin typeface="Arial" panose="020B0604020202020204" pitchFamily="34" charset="0"/>
                <a:cs typeface="Arial" panose="020B0604020202020204" pitchFamily="34" charset="0"/>
              </a:rPr>
              <a:t> </a:t>
            </a:r>
            <a:r>
              <a:rPr lang="en-US" altLang="en-US" sz="1800" dirty="0" err="1">
                <a:latin typeface="Arial" panose="020B0604020202020204" pitchFamily="34" charset="0"/>
                <a:cs typeface="Arial" panose="020B0604020202020204" pitchFamily="34" charset="0"/>
              </a:rPr>
              <a:t>về</a:t>
            </a:r>
            <a:r>
              <a:rPr lang="en-US" altLang="en-US" sz="1800" dirty="0">
                <a:latin typeface="Arial" panose="020B0604020202020204" pitchFamily="34" charset="0"/>
                <a:cs typeface="Arial" panose="020B0604020202020204" pitchFamily="34" charset="0"/>
              </a:rPr>
              <a:t> </a:t>
            </a:r>
            <a:r>
              <a:rPr lang="en-US" altLang="en-US" sz="1800" dirty="0" err="1">
                <a:latin typeface="Arial" panose="020B0604020202020204" pitchFamily="34" charset="0"/>
                <a:cs typeface="Arial" panose="020B0604020202020204" pitchFamily="34" charset="0"/>
              </a:rPr>
              <a:t>các</a:t>
            </a:r>
            <a:r>
              <a:rPr lang="en-US" altLang="en-US" sz="1800" dirty="0">
                <a:latin typeface="Arial" panose="020B0604020202020204" pitchFamily="34" charset="0"/>
                <a:cs typeface="Arial" panose="020B0604020202020204" pitchFamily="34" charset="0"/>
              </a:rPr>
              <a:t> Framework," 2025. [Online]. Available: https://topdev.vn/blog/framework-la-gi/?utm_source=google&amp;utm_medium=cpc&amp;gad_source=1&amp;gad_campaignid=23072489947&amp;gbraid=0AAAAADDtBSA2Le08nLf_AHZlvVxqbsbYS&amp;gclid=Cj0KCQjwk_bPBhDXARIsACiq8R02lYiiShXBp0rkXM-tf5QqLNDkgiEbpVqW49GTqotoZUCk4TJWUOsaAsBtEALw_wcB.</a:t>
            </a:r>
            <a:endParaRPr lang="en-US"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13060099"/>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6DF3C4-25B4-471D-7D55-5B09F70153D4}"/>
            </a:ext>
          </a:extLst>
        </p:cNvPr>
        <p:cNvGrpSpPr/>
        <p:nvPr/>
      </p:nvGrpSpPr>
      <p:grpSpPr>
        <a:xfrm>
          <a:off x="0" y="0"/>
          <a:ext cx="0" cy="0"/>
          <a:chOff x="0" y="0"/>
          <a:chExt cx="0" cy="0"/>
        </a:xfrm>
      </p:grpSpPr>
      <p:sp>
        <p:nvSpPr>
          <p:cNvPr id="19458" name="Slide Number Placeholder 5">
            <a:extLst>
              <a:ext uri="{FF2B5EF4-FFF2-40B4-BE49-F238E27FC236}">
                <a16:creationId xmlns:a16="http://schemas.microsoft.com/office/drawing/2014/main" id="{25B75BD8-C38A-9AD0-713A-A3E57405EE36}"/>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Verdana" panose="020B0604030504040204" pitchFamily="34" charset="0"/>
              </a:defRPr>
            </a:lvl1pPr>
            <a:lvl2pPr marL="742950" indent="-285750">
              <a:spcBef>
                <a:spcPct val="20000"/>
              </a:spcBef>
              <a:buChar char="–"/>
              <a:defRPr sz="2800">
                <a:solidFill>
                  <a:schemeClr val="tx1"/>
                </a:solidFill>
                <a:latin typeface="Verdana" panose="020B0604030504040204" pitchFamily="34" charset="0"/>
              </a:defRPr>
            </a:lvl2pPr>
            <a:lvl3pPr marL="1143000" indent="-228600">
              <a:spcBef>
                <a:spcPct val="20000"/>
              </a:spcBef>
              <a:buChar char="•"/>
              <a:defRPr sz="2400">
                <a:solidFill>
                  <a:schemeClr val="tx1"/>
                </a:solidFill>
                <a:latin typeface="Verdana" panose="020B0604030504040204" pitchFamily="34" charset="0"/>
              </a:defRPr>
            </a:lvl3pPr>
            <a:lvl4pPr marL="1600200" indent="-228600">
              <a:spcBef>
                <a:spcPct val="20000"/>
              </a:spcBef>
              <a:buChar char="–"/>
              <a:defRPr sz="2000">
                <a:solidFill>
                  <a:schemeClr val="tx1"/>
                </a:solidFill>
                <a:latin typeface="Verdana" panose="020B0604030504040204" pitchFamily="34" charset="0"/>
              </a:defRPr>
            </a:lvl4pPr>
            <a:lvl5pPr marL="2057400" indent="-228600">
              <a:spcBef>
                <a:spcPct val="20000"/>
              </a:spcBef>
              <a:buChar char="»"/>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Verdana" panose="020B0604030504040204" pitchFamily="34" charset="0"/>
              </a:defRPr>
            </a:lvl9pPr>
          </a:lstStyle>
          <a:p>
            <a:pPr>
              <a:spcBef>
                <a:spcPct val="0"/>
              </a:spcBef>
              <a:buFontTx/>
              <a:buNone/>
            </a:pPr>
            <a:fld id="{7A12D7E3-E12C-46AD-95DA-2B3BA076F846}" type="slidenum">
              <a:rPr lang="en-US" altLang="en-US" sz="1400"/>
              <a:t>18</a:t>
            </a:fld>
            <a:endParaRPr lang="en-US" altLang="en-US" sz="1400"/>
          </a:p>
        </p:txBody>
      </p:sp>
      <p:sp>
        <p:nvSpPr>
          <p:cNvPr id="2" name="Rectangle 2">
            <a:extLst>
              <a:ext uri="{FF2B5EF4-FFF2-40B4-BE49-F238E27FC236}">
                <a16:creationId xmlns:a16="http://schemas.microsoft.com/office/drawing/2014/main" id="{05F74533-3E58-6BAC-47C4-EDADF4A4ACAB}"/>
              </a:ext>
            </a:extLst>
          </p:cNvPr>
          <p:cNvSpPr>
            <a:spLocks noGrp="1" noChangeArrowheads="1"/>
          </p:cNvSpPr>
          <p:nvPr>
            <p:ph type="title"/>
          </p:nvPr>
        </p:nvSpPr>
        <p:spPr>
          <a:xfrm>
            <a:off x="906236" y="144624"/>
            <a:ext cx="8077200" cy="609600"/>
          </a:xfrm>
        </p:spPr>
        <p:txBody>
          <a:bodyPr>
            <a:normAutofit/>
          </a:bodyPr>
          <a:lstStyle/>
          <a:p>
            <a:pPr>
              <a:defRPr/>
            </a:pPr>
            <a:r>
              <a:rPr lang="en-US" altLang="en-US" b="1" dirty="0">
                <a:latin typeface="Arial" panose="020B0604020202020204" pitchFamily="34" charset="0"/>
                <a:cs typeface="Arial" panose="020B0604020202020204" pitchFamily="34" charset="0"/>
              </a:rPr>
              <a:t>References</a:t>
            </a:r>
          </a:p>
        </p:txBody>
      </p:sp>
      <p:sp>
        <p:nvSpPr>
          <p:cNvPr id="8195" name="Rectangle 3">
            <a:extLst>
              <a:ext uri="{FF2B5EF4-FFF2-40B4-BE49-F238E27FC236}">
                <a16:creationId xmlns:a16="http://schemas.microsoft.com/office/drawing/2014/main" id="{EA576F40-185E-E1D2-47C9-5F6F07C65B51}"/>
              </a:ext>
            </a:extLst>
          </p:cNvPr>
          <p:cNvSpPr>
            <a:spLocks noGrp="1" noChangeArrowheads="1"/>
          </p:cNvSpPr>
          <p:nvPr>
            <p:ph type="body" idx="1"/>
          </p:nvPr>
        </p:nvSpPr>
        <p:spPr>
          <a:xfrm>
            <a:off x="906236" y="1184989"/>
            <a:ext cx="10474778" cy="5328526"/>
          </a:xfrm>
        </p:spPr>
        <p:txBody>
          <a:bodyPr>
            <a:normAutofit/>
          </a:bodyPr>
          <a:lstStyle/>
          <a:p>
            <a:pPr marL="0" indent="0" algn="just">
              <a:lnSpc>
                <a:spcPct val="150000"/>
              </a:lnSpc>
              <a:spcBef>
                <a:spcPts val="0"/>
              </a:spcBef>
              <a:buNone/>
              <a:defRPr/>
            </a:pPr>
            <a:r>
              <a:rPr lang="en-US" altLang="en-US" sz="1800" dirty="0">
                <a:latin typeface="Arial" panose="020B0604020202020204" pitchFamily="34" charset="0"/>
                <a:cs typeface="Arial" panose="020B0604020202020204" pitchFamily="34" charset="0"/>
              </a:rPr>
              <a:t>[6] N. N. Tuấn, "HYBRID AUTOMATION FRAMEWORK (Python test automation) - </a:t>
            </a:r>
            <a:r>
              <a:rPr lang="en-US" altLang="en-US" sz="1800" dirty="0" err="1">
                <a:latin typeface="Arial" panose="020B0604020202020204" pitchFamily="34" charset="0"/>
                <a:cs typeface="Arial" panose="020B0604020202020204" pitchFamily="34" charset="0"/>
              </a:rPr>
              <a:t>Phần</a:t>
            </a:r>
            <a:r>
              <a:rPr lang="en-US" altLang="en-US" sz="1800" dirty="0">
                <a:latin typeface="Arial" panose="020B0604020202020204" pitchFamily="34" charset="0"/>
                <a:cs typeface="Arial" panose="020B0604020202020204" pitchFamily="34" charset="0"/>
              </a:rPr>
              <a:t> 1," 2018. [Online]. Available: https://viblo.asia/p/hybrid-automation-framework-python-test-automation-phan-1-ORNZq6kel0n.</a:t>
            </a:r>
          </a:p>
          <a:p>
            <a:pPr marL="0" indent="0" algn="just">
              <a:lnSpc>
                <a:spcPct val="150000"/>
              </a:lnSpc>
              <a:spcBef>
                <a:spcPts val="0"/>
              </a:spcBef>
              <a:buNone/>
              <a:defRPr/>
            </a:pPr>
            <a:r>
              <a:rPr lang="en-US" altLang="en-US" sz="1800" dirty="0">
                <a:latin typeface="Arial" panose="020B0604020202020204" pitchFamily="34" charset="0"/>
                <a:cs typeface="Arial" panose="020B0604020202020204" pitchFamily="34" charset="0"/>
              </a:rPr>
              <a:t>[7] Vijay, "Most Popular Test Automation Frameworks with Examples," 2025. [Online]. Available: https://www.softwaretestinghelp.com/test-automation-frameworks-selenium-tutorial-20/.</a:t>
            </a:r>
          </a:p>
          <a:p>
            <a:pPr marL="0" indent="0" algn="just">
              <a:lnSpc>
                <a:spcPct val="150000"/>
              </a:lnSpc>
              <a:spcBef>
                <a:spcPts val="0"/>
              </a:spcBef>
              <a:buNone/>
              <a:defRPr/>
            </a:pPr>
            <a:r>
              <a:rPr lang="en-US" altLang="en-US" sz="1800" dirty="0">
                <a:latin typeface="Arial" panose="020B0604020202020204" pitchFamily="34" charset="0"/>
                <a:cs typeface="Arial" panose="020B0604020202020204" pitchFamily="34" charset="0"/>
              </a:rPr>
              <a:t>[8] D. Kiên, "LM Studio </a:t>
            </a:r>
            <a:r>
              <a:rPr lang="en-US" altLang="en-US" sz="1800" dirty="0" err="1">
                <a:latin typeface="Arial" panose="020B0604020202020204" pitchFamily="34" charset="0"/>
                <a:cs typeface="Arial" panose="020B0604020202020204" pitchFamily="34" charset="0"/>
              </a:rPr>
              <a:t>là</a:t>
            </a:r>
            <a:r>
              <a:rPr lang="en-US" altLang="en-US" sz="1800" dirty="0">
                <a:latin typeface="Arial" panose="020B0604020202020204" pitchFamily="34" charset="0"/>
                <a:cs typeface="Arial" panose="020B0604020202020204" pitchFamily="34" charset="0"/>
              </a:rPr>
              <a:t> </a:t>
            </a:r>
            <a:r>
              <a:rPr lang="en-US" altLang="en-US" sz="1800" dirty="0" err="1">
                <a:latin typeface="Arial" panose="020B0604020202020204" pitchFamily="34" charset="0"/>
                <a:cs typeface="Arial" panose="020B0604020202020204" pitchFamily="34" charset="0"/>
              </a:rPr>
              <a:t>gì</a:t>
            </a:r>
            <a:r>
              <a:rPr lang="en-US" altLang="en-US" sz="1800" dirty="0">
                <a:latin typeface="Arial" panose="020B0604020202020204" pitchFamily="34" charset="0"/>
                <a:cs typeface="Arial" panose="020B0604020202020204" pitchFamily="34" charset="0"/>
              </a:rPr>
              <a:t>? </a:t>
            </a:r>
            <a:r>
              <a:rPr lang="en-US" altLang="en-US" sz="1800" dirty="0" err="1">
                <a:latin typeface="Arial" panose="020B0604020202020204" pitchFamily="34" charset="0"/>
                <a:cs typeface="Arial" panose="020B0604020202020204" pitchFamily="34" charset="0"/>
              </a:rPr>
              <a:t>Tìm</a:t>
            </a:r>
            <a:r>
              <a:rPr lang="en-US" altLang="en-US" sz="1800" dirty="0">
                <a:latin typeface="Arial" panose="020B0604020202020204" pitchFamily="34" charset="0"/>
                <a:cs typeface="Arial" panose="020B0604020202020204" pitchFamily="34" charset="0"/>
              </a:rPr>
              <a:t> </a:t>
            </a:r>
            <a:r>
              <a:rPr lang="en-US" altLang="en-US" sz="1800" dirty="0" err="1">
                <a:latin typeface="Arial" panose="020B0604020202020204" pitchFamily="34" charset="0"/>
                <a:cs typeface="Arial" panose="020B0604020202020204" pitchFamily="34" charset="0"/>
              </a:rPr>
              <a:t>hiểu</a:t>
            </a:r>
            <a:r>
              <a:rPr lang="en-US" altLang="en-US" sz="1800" dirty="0">
                <a:latin typeface="Arial" panose="020B0604020202020204" pitchFamily="34" charset="0"/>
                <a:cs typeface="Arial" panose="020B0604020202020204" pitchFamily="34" charset="0"/>
              </a:rPr>
              <a:t> </a:t>
            </a:r>
            <a:r>
              <a:rPr lang="en-US" altLang="en-US" sz="1800" dirty="0" err="1">
                <a:latin typeface="Arial" panose="020B0604020202020204" pitchFamily="34" charset="0"/>
                <a:cs typeface="Arial" panose="020B0604020202020204" pitchFamily="34" charset="0"/>
              </a:rPr>
              <a:t>các</a:t>
            </a:r>
            <a:r>
              <a:rPr lang="en-US" altLang="en-US" sz="1800" dirty="0">
                <a:latin typeface="Arial" panose="020B0604020202020204" pitchFamily="34" charset="0"/>
                <a:cs typeface="Arial" panose="020B0604020202020204" pitchFamily="34" charset="0"/>
              </a:rPr>
              <a:t> </a:t>
            </a:r>
            <a:r>
              <a:rPr lang="en-US" altLang="en-US" sz="1800" dirty="0" err="1">
                <a:latin typeface="Arial" panose="020B0604020202020204" pitchFamily="34" charset="0"/>
                <a:cs typeface="Arial" panose="020B0604020202020204" pitchFamily="34" charset="0"/>
              </a:rPr>
              <a:t>tính</a:t>
            </a:r>
            <a:r>
              <a:rPr lang="en-US" altLang="en-US" sz="1800" dirty="0">
                <a:latin typeface="Arial" panose="020B0604020202020204" pitchFamily="34" charset="0"/>
                <a:cs typeface="Arial" panose="020B0604020202020204" pitchFamily="34" charset="0"/>
              </a:rPr>
              <a:t> </a:t>
            </a:r>
            <a:r>
              <a:rPr lang="en-US" altLang="en-US" sz="1800" dirty="0" err="1">
                <a:latin typeface="Arial" panose="020B0604020202020204" pitchFamily="34" charset="0"/>
                <a:cs typeface="Arial" panose="020B0604020202020204" pitchFamily="34" charset="0"/>
              </a:rPr>
              <a:t>năng</a:t>
            </a:r>
            <a:r>
              <a:rPr lang="en-US" altLang="en-US" sz="1800" dirty="0">
                <a:latin typeface="Arial" panose="020B0604020202020204" pitchFamily="34" charset="0"/>
                <a:cs typeface="Arial" panose="020B0604020202020204" pitchFamily="34" charset="0"/>
              </a:rPr>
              <a:t> </a:t>
            </a:r>
            <a:r>
              <a:rPr lang="en-US" altLang="en-US" sz="1800" dirty="0" err="1">
                <a:latin typeface="Arial" panose="020B0604020202020204" pitchFamily="34" charset="0"/>
                <a:cs typeface="Arial" panose="020B0604020202020204" pitchFamily="34" charset="0"/>
              </a:rPr>
              <a:t>chính</a:t>
            </a:r>
            <a:r>
              <a:rPr lang="en-US" altLang="en-US" sz="1800" dirty="0">
                <a:latin typeface="Arial" panose="020B0604020202020204" pitchFamily="34" charset="0"/>
                <a:cs typeface="Arial" panose="020B0604020202020204" pitchFamily="34" charset="0"/>
              </a:rPr>
              <a:t> </a:t>
            </a:r>
            <a:r>
              <a:rPr lang="en-US" altLang="en-US" sz="1800" dirty="0" err="1">
                <a:latin typeface="Arial" panose="020B0604020202020204" pitchFamily="34" charset="0"/>
                <a:cs typeface="Arial" panose="020B0604020202020204" pitchFamily="34" charset="0"/>
              </a:rPr>
              <a:t>của</a:t>
            </a:r>
            <a:r>
              <a:rPr lang="en-US" altLang="en-US" sz="1800" dirty="0">
                <a:latin typeface="Arial" panose="020B0604020202020204" pitchFamily="34" charset="0"/>
                <a:cs typeface="Arial" panose="020B0604020202020204" pitchFamily="34" charset="0"/>
              </a:rPr>
              <a:t> LM Studio," 2025. [Online]. Available: https://fptshop.com.vn/tin-tuc/danh-gia/lm-studio-la-gi-179371.</a:t>
            </a:r>
          </a:p>
          <a:p>
            <a:pPr marL="0" indent="0" algn="just">
              <a:lnSpc>
                <a:spcPct val="150000"/>
              </a:lnSpc>
              <a:spcBef>
                <a:spcPts val="0"/>
              </a:spcBef>
              <a:buNone/>
              <a:defRPr/>
            </a:pPr>
            <a:r>
              <a:rPr lang="en-US" sz="1800" dirty="0">
                <a:latin typeface="Arial" panose="020B0604020202020204" pitchFamily="34" charset="0"/>
                <a:cs typeface="Arial" panose="020B0604020202020204" pitchFamily="34" charset="0"/>
              </a:rPr>
              <a:t>[9] D. Hillard, "</a:t>
            </a:r>
            <a:r>
              <a:rPr lang="en-US" sz="1800" dirty="0" err="1">
                <a:latin typeface="Arial" panose="020B0604020202020204" pitchFamily="34" charset="0"/>
                <a:cs typeface="Arial" panose="020B0604020202020204" pitchFamily="34" charset="0"/>
              </a:rPr>
              <a:t>pytest</a:t>
            </a:r>
            <a:r>
              <a:rPr lang="en-US" sz="1800" dirty="0">
                <a:latin typeface="Arial" panose="020B0604020202020204" pitchFamily="34" charset="0"/>
                <a:cs typeface="Arial" panose="020B0604020202020204" pitchFamily="34" charset="0"/>
              </a:rPr>
              <a:t> Tutorial: Effective Python Testing," 2024. [Online]. Available: https://realpython.com/pytest-python-testing/.</a:t>
            </a:r>
            <a:endParaRPr lang="en-US" altLang="en-US" sz="1800" dirty="0">
              <a:latin typeface="Arial" panose="020B0604020202020204" pitchFamily="34" charset="0"/>
              <a:cs typeface="Arial" panose="020B0604020202020204" pitchFamily="34" charset="0"/>
            </a:endParaRPr>
          </a:p>
          <a:p>
            <a:pPr marL="0" indent="0" algn="just">
              <a:lnSpc>
                <a:spcPct val="150000"/>
              </a:lnSpc>
              <a:spcBef>
                <a:spcPts val="0"/>
              </a:spcBef>
              <a:buNone/>
              <a:defRPr/>
            </a:pPr>
            <a:endParaRPr lang="en-US"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94985761"/>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1303</TotalTime>
  <Words>1987</Words>
  <Application>Microsoft Office PowerPoint</Application>
  <PresentationFormat>Widescreen</PresentationFormat>
  <Paragraphs>209</Paragraphs>
  <Slides>19</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Aptos</vt:lpstr>
      <vt:lpstr>Arial</vt:lpstr>
      <vt:lpstr>Calibri</vt:lpstr>
      <vt:lpstr>Times New Roman</vt:lpstr>
      <vt:lpstr>Wingdings</vt:lpstr>
      <vt:lpstr>Office Theme</vt:lpstr>
      <vt:lpstr>XÂY DỰNG NỀN TẢNG KIỂM THỬ TỰ ĐỘNG KẾT HỢP AI SINH TEST CASE</vt:lpstr>
      <vt:lpstr>Nội dung</vt:lpstr>
      <vt:lpstr>Nội dung</vt:lpstr>
      <vt:lpstr>Giới thiệu đề tài</vt:lpstr>
      <vt:lpstr>Nội dung</vt:lpstr>
      <vt:lpstr>Phân tích và thiết kế hệ thống</vt:lpstr>
      <vt:lpstr>Phân tích và thiết kế hệ thống</vt:lpstr>
      <vt:lpstr>Nội dung</vt:lpstr>
      <vt:lpstr>Triển khai &amp; thực nghiệm</vt:lpstr>
      <vt:lpstr>Triển khai &amp; thực nghiệm</vt:lpstr>
      <vt:lpstr>Triển khai &amp; thực nghiệm</vt:lpstr>
      <vt:lpstr>Triển khai &amp; thực nghiệm</vt:lpstr>
      <vt:lpstr>Nội dung</vt:lpstr>
      <vt:lpstr>Kết luận và hướng phát triển</vt:lpstr>
      <vt:lpstr>Kết luận và hướng phát triển</vt:lpstr>
      <vt:lpstr>Kết luận và hướng phát triển</vt:lpstr>
      <vt:lpstr>References</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Gia Ba</dc:creator>
  <cp:lastModifiedBy>Thị Ánh Lê</cp:lastModifiedBy>
  <cp:revision>48</cp:revision>
  <cp:lastPrinted>2023-12-27T01:57:00Z</cp:lastPrinted>
  <dcterms:created xsi:type="dcterms:W3CDTF">2023-08-08T03:48:00Z</dcterms:created>
  <dcterms:modified xsi:type="dcterms:W3CDTF">2026-05-09T03:05:03Z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2023-08-08T11:43:03Z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036899f8-ac9f-429d-84d0-69e9dd6bdae5</vt:lpwstr>
  </property>
  <property fmtid="{D5CDD505-2E9C-101B-9397-08002B2CF9AE}" pid="7" name="MSIP_Label_defa4170-0d19-0005-0004-bc88714345d2_ActionId">
    <vt:lpwstr>ee72a353-f99c-4256-a44c-0f8ac51b33fe</vt:lpwstr>
  </property>
  <property fmtid="{D5CDD505-2E9C-101B-9397-08002B2CF9AE}" pid="8" name="MSIP_Label_defa4170-0d19-0005-0004-bc88714345d2_ContentBits">
    <vt:lpwstr>0</vt:lpwstr>
  </property>
  <property fmtid="{D5CDD505-2E9C-101B-9397-08002B2CF9AE}" pid="9" name="ICV">
    <vt:lpwstr>3249E10EE9B044FEAC96AF5C948BAE9E_12</vt:lpwstr>
  </property>
  <property fmtid="{D5CDD505-2E9C-101B-9397-08002B2CF9AE}" pid="10" name="KSOProductBuildVer">
    <vt:lpwstr>1033-12.2.0.22549</vt:lpwstr>
  </property>
</Properties>
</file>